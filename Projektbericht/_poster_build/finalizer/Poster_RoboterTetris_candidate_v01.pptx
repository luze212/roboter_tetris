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b07e74d72a4083" /><Relationship Type="http://schemas.openxmlformats.org/officeDocument/2006/relationships/extended-properties" Target="/docProps/app.xml" Id="R1e95fbeb7d3b4448" /><Relationship Type="http://schemas.openxmlformats.org/officeDocument/2006/relationships/officeDocument" Target="/ppt/presentation.xml" Id="R1f135eef60394f7c" /></Relationships>
</file>

<file path=ppt/presentation.xml><?xml version="1.0" encoding="utf-8"?>
<p:presentation xmlns:p="http://schemas.openxmlformats.org/presentationml/2006/main">
  <p:sldMasterIdLst>
    <p:sldMasterId xmlns:r="http://schemas.openxmlformats.org/officeDocument/2006/relationships" id="2147483648" r:id="R7a88bd76d2424bb3"/>
  </p:sldMasterIdLst>
  <p:notesMasterIdLst>
    <p:notesMasterId xmlns:r="http://schemas.openxmlformats.org/officeDocument/2006/relationships" r:id="Rae5752344742467c"/>
  </p:notesMasterIdLst>
  <p:sldIdLst>
    <p:sldId xmlns:r="http://schemas.openxmlformats.org/officeDocument/2006/relationships" id="256" r:id="R0d7219466daf4f0f"/>
  </p:sldIdLst>
  <p:sldSz cx="16040100" cy="227076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d7aebea21564d94" /><Relationship Type="http://schemas.openxmlformats.org/officeDocument/2006/relationships/slideMaster" Target="/ppt/slideMasters/slideMaster1.xml" Id="R7a88bd76d2424bb3" /><Relationship Type="http://schemas.openxmlformats.org/officeDocument/2006/relationships/notesMaster" Target="/ppt/notesMasters/notesMaster1.xml" Id="Rae5752344742467c" /><Relationship Type="http://schemas.openxmlformats.org/officeDocument/2006/relationships/presProps" Target="/ppt/presProps.xml" Id="Rb5681d64a6fa43b5" /><Relationship Type="http://schemas.openxmlformats.org/officeDocument/2006/relationships/tableStyles" Target="/ppt/tableStyles.xml" Id="Rc8fe881d786e48f4" /><Relationship Type="http://schemas.openxmlformats.org/officeDocument/2006/relationships/slide" Target="/ppt/slides/slide1.xml" Id="R0d7219466daf4f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210d339b0df4b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0bf7b598b2b4a2c" /><Relationship Type="http://schemas.openxmlformats.org/officeDocument/2006/relationships/notesMaster" Target="/ppt/notesMasters/notesMaster1.xml" Id="R22fb71490d0246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Inhaltliche Grundlage: Projektbericht/entwuerfe/berichtstext.md, Stand 01.10.2026. Abb. 1: Projektbericht/abbildungen/systemaufbau_draufsicht.png. Abb. 2: Projektbericht/abbildungen/fig-basecam-erkennung-roi.png. Alle Inhalte und Abbildungen stammen aus der Projektgruppe Robotertetris.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c5cf7d5bd94b8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f8be00a668f44c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8a400b9279d4ba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bef8023c157470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4f97d350b6f4ee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3e71f0d06bd40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8C4A58-7756-4B2B-A177-659870B4C5A6}"/>
              </a:ext>
            </a:extLst>
          </p:cNvPr>
          <p:cNvSpPr>
            <a:spLocks xmlns:a="http://schemas.openxmlformats.org/drawingml/2006/main" noGrp="1"/>
          </p:cNvSpPr>
          <p:nvPr>
            <p:ph type="title" idx="0"/>
          </p:nvPr>
        </p:nvSpPr>
        <p:spPr>
          <a:xfrm xmlns:a="http://schemas.openxmlformats.org/drawingml/2006/main">
            <a:off x="1604010" y="8578427"/>
            <a:ext cx="12832080" cy="327998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12F35D4-2229-403E-BE61-9641D2300162}"/>
              </a:ext>
            </a:extLst>
          </p:cNvPr>
          <p:cNvSpPr>
            <a:spLocks xmlns:a="http://schemas.openxmlformats.org/drawingml/2006/main" noGrp="1"/>
          </p:cNvSpPr>
          <p:nvPr>
            <p:ph type="subTitle" idx="1"/>
          </p:nvPr>
        </p:nvSpPr>
        <p:spPr>
          <a:xfrm xmlns:a="http://schemas.openxmlformats.org/drawingml/2006/main">
            <a:off x="2406015" y="12489180"/>
            <a:ext cx="11228070" cy="25230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E869B35-6408-4A33-A8E6-873870EF6692}"/>
              </a:ext>
            </a:extLst>
          </p:cNvPr>
          <p:cNvSpPr>
            <a:spLocks xmlns:a="http://schemas.openxmlformats.org/drawingml/2006/main" noGrp="1"/>
          </p:cNvSpPr>
          <p:nvPr>
            <p:ph type="title" idx="0"/>
          </p:nvPr>
        </p:nvSpPr>
        <p:spPr>
          <a:xfrm xmlns:a="http://schemas.openxmlformats.org/drawingml/2006/main">
            <a:off x="1604010" y="9461500"/>
            <a:ext cx="12832080" cy="3784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344901-D7D1-4FC8-8D83-F13E72C1B307}"/>
              </a:ext>
            </a:extLst>
          </p:cNvPr>
          <p:cNvSpPr>
            <a:spLocks xmlns:a="http://schemas.openxmlformats.org/drawingml/2006/main" noGrp="1"/>
          </p:cNvSpPr>
          <p:nvPr>
            <p:ph type="title" idx="0"/>
          </p:nvPr>
        </p:nvSpPr>
        <p:spPr>
          <a:xfrm xmlns:a="http://schemas.openxmlformats.org/drawingml/2006/main">
            <a:off x="902256" y="1766147"/>
            <a:ext cx="14235589" cy="27753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32FDD16-FEAD-4685-ACDB-3B335017EAD2}"/>
              </a:ext>
            </a:extLst>
          </p:cNvPr>
          <p:cNvSpPr>
            <a:spLocks xmlns:a="http://schemas.openxmlformats.org/drawingml/2006/main" noGrp="1"/>
          </p:cNvSpPr>
          <p:nvPr>
            <p:ph type="body" idx="1"/>
          </p:nvPr>
        </p:nvSpPr>
        <p:spPr>
          <a:xfrm xmlns:a="http://schemas.openxmlformats.org/drawingml/2006/main">
            <a:off x="902256" y="6307667"/>
            <a:ext cx="14235589" cy="14129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00752" indent="-300752">
              <a:lnSpc>
                <a:spcPct val="110000"/>
              </a:lnSpc>
              <a:spcBef>
                <a:spcPts val="0"/>
              </a:spcBef>
              <a:spcAft>
                <a:spcPts val="1579"/>
              </a:spcAft>
              <a:buChar char="•"/>
            </a:lvl1pPr>
            <a:lvl2pPr marL="701754" indent="-300752">
              <a:lnSpc>
                <a:spcPct val="110000"/>
              </a:lnSpc>
              <a:spcBef>
                <a:spcPts val="0"/>
              </a:spcBef>
              <a:spcAft>
                <a:spcPts val="1579"/>
              </a:spcAft>
              <a:buChar char="•"/>
            </a:lvl2pPr>
            <a:lvl3pPr marL="1102757" indent="-300752">
              <a:lnSpc>
                <a:spcPct val="110000"/>
              </a:lnSpc>
              <a:spcBef>
                <a:spcPts val="0"/>
              </a:spcBef>
              <a:spcAft>
                <a:spcPts val="1579"/>
              </a:spcAft>
              <a:buChar char="•"/>
            </a:lvl3pPr>
            <a:lvl4pPr marL="1503759" indent="-300752">
              <a:lnSpc>
                <a:spcPct val="110000"/>
              </a:lnSpc>
              <a:spcBef>
                <a:spcPts val="0"/>
              </a:spcBef>
              <a:spcAft>
                <a:spcPts val="1579"/>
              </a:spcAft>
              <a:buChar char="•"/>
            </a:lvl4pPr>
            <a:lvl5pPr marL="1904762" indent="-300752">
              <a:lnSpc>
                <a:spcPct val="110000"/>
              </a:lnSpc>
              <a:spcBef>
                <a:spcPts val="0"/>
              </a:spcBef>
              <a:spcAft>
                <a:spcPts val="1579"/>
              </a:spcAft>
              <a:buChar char="•"/>
            </a:lvl5pPr>
            <a:lvl6pPr marL="2305764" indent="-300752">
              <a:lnSpc>
                <a:spcPct val="110000"/>
              </a:lnSpc>
              <a:spcBef>
                <a:spcPts val="0"/>
              </a:spcBef>
              <a:spcAft>
                <a:spcPts val="1579"/>
              </a:spcAft>
              <a:buChar char="•"/>
            </a:lvl6pPr>
            <a:lvl7pPr marL="2706767" indent="-300752">
              <a:lnSpc>
                <a:spcPct val="110000"/>
              </a:lnSpc>
              <a:spcBef>
                <a:spcPts val="0"/>
              </a:spcBef>
              <a:spcAft>
                <a:spcPts val="1579"/>
              </a:spcAft>
              <a:buChar char="•"/>
            </a:lvl7pPr>
            <a:lvl8pPr marL="3107769" indent="-300752">
              <a:lnSpc>
                <a:spcPct val="110000"/>
              </a:lnSpc>
              <a:spcBef>
                <a:spcPts val="0"/>
              </a:spcBef>
              <a:spcAft>
                <a:spcPts val="1579"/>
              </a:spcAft>
              <a:buChar char="•"/>
            </a:lvl8pPr>
            <a:lvl9pPr marL="3508772" indent="-300752">
              <a:lnSpc>
                <a:spcPct val="110000"/>
              </a:lnSpc>
              <a:spcBef>
                <a:spcPts val="0"/>
              </a:spcBef>
              <a:spcAft>
                <a:spcPts val="1579"/>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C1EBB0F-4960-465F-9C8C-A8184551DADC}"/>
              </a:ext>
            </a:extLst>
          </p:cNvPr>
          <p:cNvSpPr>
            <a:spLocks xmlns:a="http://schemas.openxmlformats.org/drawingml/2006/main" noGrp="1"/>
          </p:cNvSpPr>
          <p:nvPr>
            <p:ph type="title" idx="0"/>
          </p:nvPr>
        </p:nvSpPr>
        <p:spPr>
          <a:xfrm xmlns:a="http://schemas.openxmlformats.org/drawingml/2006/main">
            <a:off x="902256" y="1766147"/>
            <a:ext cx="14235589" cy="27753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6E02A58-B42C-40AF-8EE2-62CADB932ADD}"/>
              </a:ext>
            </a:extLst>
          </p:cNvPr>
          <p:cNvSpPr>
            <a:spLocks xmlns:a="http://schemas.openxmlformats.org/drawingml/2006/main" noGrp="1"/>
          </p:cNvSpPr>
          <p:nvPr>
            <p:ph type="body" idx="1"/>
          </p:nvPr>
        </p:nvSpPr>
        <p:spPr>
          <a:xfrm xmlns:a="http://schemas.openxmlformats.org/drawingml/2006/main">
            <a:off x="902256" y="6307667"/>
            <a:ext cx="6616541" cy="14129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00752" indent="-300752">
              <a:lnSpc>
                <a:spcPct val="110000"/>
              </a:lnSpc>
              <a:spcBef>
                <a:spcPts val="0"/>
              </a:spcBef>
              <a:spcAft>
                <a:spcPts val="1579"/>
              </a:spcAft>
              <a:buChar char="•"/>
            </a:lvl1pPr>
            <a:lvl2pPr marL="701754" indent="-300752">
              <a:lnSpc>
                <a:spcPct val="110000"/>
              </a:lnSpc>
              <a:spcBef>
                <a:spcPts val="0"/>
              </a:spcBef>
              <a:spcAft>
                <a:spcPts val="1579"/>
              </a:spcAft>
              <a:buChar char="•"/>
            </a:lvl2pPr>
            <a:lvl3pPr marL="1102757" indent="-300752">
              <a:lnSpc>
                <a:spcPct val="110000"/>
              </a:lnSpc>
              <a:spcBef>
                <a:spcPts val="0"/>
              </a:spcBef>
              <a:spcAft>
                <a:spcPts val="1579"/>
              </a:spcAft>
              <a:buChar char="•"/>
            </a:lvl3pPr>
            <a:lvl4pPr marL="1503759" indent="-300752">
              <a:lnSpc>
                <a:spcPct val="110000"/>
              </a:lnSpc>
              <a:spcBef>
                <a:spcPts val="0"/>
              </a:spcBef>
              <a:spcAft>
                <a:spcPts val="1579"/>
              </a:spcAft>
              <a:buChar char="•"/>
            </a:lvl4pPr>
            <a:lvl5pPr marL="1904762" indent="-300752">
              <a:lnSpc>
                <a:spcPct val="110000"/>
              </a:lnSpc>
              <a:spcBef>
                <a:spcPts val="0"/>
              </a:spcBef>
              <a:spcAft>
                <a:spcPts val="1579"/>
              </a:spcAft>
              <a:buChar char="•"/>
            </a:lvl5pPr>
            <a:lvl6pPr marL="2305764" indent="-300752">
              <a:lnSpc>
                <a:spcPct val="110000"/>
              </a:lnSpc>
              <a:spcBef>
                <a:spcPts val="0"/>
              </a:spcBef>
              <a:spcAft>
                <a:spcPts val="1579"/>
              </a:spcAft>
              <a:buChar char="•"/>
            </a:lvl6pPr>
            <a:lvl7pPr marL="2706767" indent="-300752">
              <a:lnSpc>
                <a:spcPct val="110000"/>
              </a:lnSpc>
              <a:spcBef>
                <a:spcPts val="0"/>
              </a:spcBef>
              <a:spcAft>
                <a:spcPts val="1579"/>
              </a:spcAft>
              <a:buChar char="•"/>
            </a:lvl7pPr>
            <a:lvl8pPr marL="3107769" indent="-300752">
              <a:lnSpc>
                <a:spcPct val="110000"/>
              </a:lnSpc>
              <a:spcBef>
                <a:spcPts val="0"/>
              </a:spcBef>
              <a:spcAft>
                <a:spcPts val="1579"/>
              </a:spcAft>
              <a:buChar char="•"/>
            </a:lvl8pPr>
            <a:lvl9pPr marL="3508772" indent="-300752">
              <a:lnSpc>
                <a:spcPct val="110000"/>
              </a:lnSpc>
              <a:spcBef>
                <a:spcPts val="0"/>
              </a:spcBef>
              <a:spcAft>
                <a:spcPts val="1579"/>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570E30A-1D15-477E-A275-8F2E383CD181}"/>
              </a:ext>
            </a:extLst>
          </p:cNvPr>
          <p:cNvSpPr>
            <a:spLocks xmlns:a="http://schemas.openxmlformats.org/drawingml/2006/main" noGrp="1"/>
          </p:cNvSpPr>
          <p:nvPr>
            <p:ph type="body" idx="2"/>
          </p:nvPr>
        </p:nvSpPr>
        <p:spPr>
          <a:xfrm xmlns:a="http://schemas.openxmlformats.org/drawingml/2006/main">
            <a:off x="8521303" y="6307667"/>
            <a:ext cx="6616541" cy="14129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00752" indent="-300752">
              <a:lnSpc>
                <a:spcPct val="110000"/>
              </a:lnSpc>
              <a:spcBef>
                <a:spcPts val="0"/>
              </a:spcBef>
              <a:spcAft>
                <a:spcPts val="1579"/>
              </a:spcAft>
              <a:buChar char="•"/>
            </a:lvl1pPr>
            <a:lvl2pPr marL="701754" indent="-300752">
              <a:lnSpc>
                <a:spcPct val="110000"/>
              </a:lnSpc>
              <a:spcBef>
                <a:spcPts val="0"/>
              </a:spcBef>
              <a:spcAft>
                <a:spcPts val="1579"/>
              </a:spcAft>
              <a:buChar char="•"/>
            </a:lvl2pPr>
            <a:lvl3pPr marL="1102757" indent="-300752">
              <a:lnSpc>
                <a:spcPct val="110000"/>
              </a:lnSpc>
              <a:spcBef>
                <a:spcPts val="0"/>
              </a:spcBef>
              <a:spcAft>
                <a:spcPts val="1579"/>
              </a:spcAft>
              <a:buChar char="•"/>
            </a:lvl3pPr>
            <a:lvl4pPr marL="1503759" indent="-300752">
              <a:lnSpc>
                <a:spcPct val="110000"/>
              </a:lnSpc>
              <a:spcBef>
                <a:spcPts val="0"/>
              </a:spcBef>
              <a:spcAft>
                <a:spcPts val="1579"/>
              </a:spcAft>
              <a:buChar char="•"/>
            </a:lvl4pPr>
            <a:lvl5pPr marL="1904762" indent="-300752">
              <a:lnSpc>
                <a:spcPct val="110000"/>
              </a:lnSpc>
              <a:spcBef>
                <a:spcPts val="0"/>
              </a:spcBef>
              <a:spcAft>
                <a:spcPts val="1579"/>
              </a:spcAft>
              <a:buChar char="•"/>
            </a:lvl5pPr>
            <a:lvl6pPr marL="2305764" indent="-300752">
              <a:lnSpc>
                <a:spcPct val="110000"/>
              </a:lnSpc>
              <a:spcBef>
                <a:spcPts val="0"/>
              </a:spcBef>
              <a:spcAft>
                <a:spcPts val="1579"/>
              </a:spcAft>
              <a:buChar char="•"/>
            </a:lvl6pPr>
            <a:lvl7pPr marL="2706767" indent="-300752">
              <a:lnSpc>
                <a:spcPct val="110000"/>
              </a:lnSpc>
              <a:spcBef>
                <a:spcPts val="0"/>
              </a:spcBef>
              <a:spcAft>
                <a:spcPts val="1579"/>
              </a:spcAft>
              <a:buChar char="•"/>
            </a:lvl7pPr>
            <a:lvl8pPr marL="3107769" indent="-300752">
              <a:lnSpc>
                <a:spcPct val="110000"/>
              </a:lnSpc>
              <a:spcBef>
                <a:spcPts val="0"/>
              </a:spcBef>
              <a:spcAft>
                <a:spcPts val="1579"/>
              </a:spcAft>
              <a:buChar char="•"/>
            </a:lvl8pPr>
            <a:lvl9pPr marL="3508772" indent="-300752">
              <a:lnSpc>
                <a:spcPct val="110000"/>
              </a:lnSpc>
              <a:spcBef>
                <a:spcPts val="0"/>
              </a:spcBef>
              <a:spcAft>
                <a:spcPts val="1579"/>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76BE1CD-BD7A-45F1-9739-408718BE83A4}"/>
              </a:ext>
            </a:extLst>
          </p:cNvPr>
          <p:cNvSpPr>
            <a:spLocks xmlns:a="http://schemas.openxmlformats.org/drawingml/2006/main" noGrp="1"/>
          </p:cNvSpPr>
          <p:nvPr>
            <p:ph type="title" idx="0"/>
          </p:nvPr>
        </p:nvSpPr>
        <p:spPr>
          <a:xfrm xmlns:a="http://schemas.openxmlformats.org/drawingml/2006/main">
            <a:off x="902256" y="1766147"/>
            <a:ext cx="14235589" cy="27753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9908BCA-9CE3-4FA4-9771-3BD5B561D8FA}"/>
              </a:ext>
            </a:extLst>
          </p:cNvPr>
          <p:cNvSpPr>
            <a:spLocks xmlns:a="http://schemas.openxmlformats.org/drawingml/2006/main" noGrp="1"/>
          </p:cNvSpPr>
          <p:nvPr>
            <p:ph type="body" idx="1"/>
          </p:nvPr>
        </p:nvSpPr>
        <p:spPr>
          <a:xfrm xmlns:a="http://schemas.openxmlformats.org/drawingml/2006/main">
            <a:off x="902256" y="6307667"/>
            <a:ext cx="6616541" cy="1412917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300752" indent="-300752">
              <a:lnSpc>
                <a:spcPct val="110000"/>
              </a:lnSpc>
              <a:spcBef>
                <a:spcPts val="0"/>
              </a:spcBef>
              <a:spcAft>
                <a:spcPts val="1579"/>
              </a:spcAft>
              <a:buChar char="•"/>
            </a:lvl1pPr>
            <a:lvl2pPr marL="701754" indent="-300752">
              <a:lnSpc>
                <a:spcPct val="110000"/>
              </a:lnSpc>
              <a:spcBef>
                <a:spcPts val="0"/>
              </a:spcBef>
              <a:spcAft>
                <a:spcPts val="1579"/>
              </a:spcAft>
              <a:buChar char="•"/>
            </a:lvl2pPr>
            <a:lvl3pPr marL="1102757" indent="-300752">
              <a:lnSpc>
                <a:spcPct val="110000"/>
              </a:lnSpc>
              <a:spcBef>
                <a:spcPts val="0"/>
              </a:spcBef>
              <a:spcAft>
                <a:spcPts val="1579"/>
              </a:spcAft>
              <a:buChar char="•"/>
            </a:lvl3pPr>
            <a:lvl4pPr marL="1503759" indent="-300752">
              <a:lnSpc>
                <a:spcPct val="110000"/>
              </a:lnSpc>
              <a:spcBef>
                <a:spcPts val="0"/>
              </a:spcBef>
              <a:spcAft>
                <a:spcPts val="1579"/>
              </a:spcAft>
              <a:buChar char="•"/>
            </a:lvl4pPr>
            <a:lvl5pPr marL="1904762" indent="-300752">
              <a:lnSpc>
                <a:spcPct val="110000"/>
              </a:lnSpc>
              <a:spcBef>
                <a:spcPts val="0"/>
              </a:spcBef>
              <a:spcAft>
                <a:spcPts val="1579"/>
              </a:spcAft>
              <a:buChar char="•"/>
            </a:lvl5pPr>
            <a:lvl6pPr marL="2305764" indent="-300752">
              <a:lnSpc>
                <a:spcPct val="110000"/>
              </a:lnSpc>
              <a:spcBef>
                <a:spcPts val="0"/>
              </a:spcBef>
              <a:spcAft>
                <a:spcPts val="1579"/>
              </a:spcAft>
              <a:buChar char="•"/>
            </a:lvl6pPr>
            <a:lvl7pPr marL="2706767" indent="-300752">
              <a:lnSpc>
                <a:spcPct val="110000"/>
              </a:lnSpc>
              <a:spcBef>
                <a:spcPts val="0"/>
              </a:spcBef>
              <a:spcAft>
                <a:spcPts val="1579"/>
              </a:spcAft>
              <a:buChar char="•"/>
            </a:lvl7pPr>
            <a:lvl8pPr marL="3107769" indent="-300752">
              <a:lnSpc>
                <a:spcPct val="110000"/>
              </a:lnSpc>
              <a:spcBef>
                <a:spcPts val="0"/>
              </a:spcBef>
              <a:spcAft>
                <a:spcPts val="1579"/>
              </a:spcAft>
              <a:buChar char="•"/>
            </a:lvl8pPr>
            <a:lvl9pPr marL="3508772" indent="-300752">
              <a:lnSpc>
                <a:spcPct val="110000"/>
              </a:lnSpc>
              <a:spcBef>
                <a:spcPts val="0"/>
              </a:spcBef>
              <a:spcAft>
                <a:spcPts val="1579"/>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70031839583418b" /><Relationship Type="http://schemas.openxmlformats.org/officeDocument/2006/relationships/slideLayout" Target="/ppt/slideLayouts/slideLayout1.xml" Id="Rbbfb4c53d8c94ace" /><Relationship Type="http://schemas.openxmlformats.org/officeDocument/2006/relationships/slideLayout" Target="/ppt/slideLayouts/slideLayout2.xml" Id="Rb801f0e6e9f44f45" /><Relationship Type="http://schemas.openxmlformats.org/officeDocument/2006/relationships/slideLayout" Target="/ppt/slideLayouts/slideLayout3.xml" Id="Rc37a731c246e4ada" /><Relationship Type="http://schemas.openxmlformats.org/officeDocument/2006/relationships/slideLayout" Target="/ppt/slideLayouts/slideLayout4.xml" Id="Raa6f1b65f4214375" /><Relationship Type="http://schemas.openxmlformats.org/officeDocument/2006/relationships/slideLayout" Target="/ppt/slideLayouts/slideLayout5.xml" Id="Rbd7460e0428248b7" /><Relationship Type="http://schemas.openxmlformats.org/officeDocument/2006/relationships/slideLayout" Target="/ppt/slideLayouts/slideLayout6.xml" Id="Rc0f967f6cc374d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bfb4c53d8c94ace"/>
    <p:sldLayoutId xmlns:r="http://schemas.openxmlformats.org/officeDocument/2006/relationships" id="2147483650" r:id="Rb801f0e6e9f44f45"/>
    <p:sldLayoutId xmlns:r="http://schemas.openxmlformats.org/officeDocument/2006/relationships" id="2147483651" r:id="Rc37a731c246e4ada"/>
    <p:sldLayoutId xmlns:r="http://schemas.openxmlformats.org/officeDocument/2006/relationships" id="2147483652" r:id="Raa6f1b65f4214375"/>
    <p:sldLayoutId xmlns:r="http://schemas.openxmlformats.org/officeDocument/2006/relationships" id="2147483653" r:id="Rbd7460e0428248b7"/>
    <p:sldLayoutId xmlns:r="http://schemas.openxmlformats.org/officeDocument/2006/relationships" id="2147483654" r:id="Rc0f967f6cc374d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29e356fcc614ad9" /><Relationship Type="http://schemas.openxmlformats.org/officeDocument/2006/relationships/image" Target="/ppt/media/image.png" Id="Rf5f8bcc3aea74f18" /><Relationship Type="http://schemas.openxmlformats.org/officeDocument/2006/relationships/image" Target="/ppt/media/image2.png" Id="Re6a129c16a16451a" /><Relationship Type="http://schemas.openxmlformats.org/officeDocument/2006/relationships/notesSlide" Target="/ppt/notesSlides/notesSlide1.xml" Id="R03a64742f75d459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 name="Institution">
            <a:extLst xmlns:a="http://schemas.openxmlformats.org/drawingml/2006/main">
              <a:ext uri="{FF2B5EF4-FFF2-40B4-BE49-F238E27FC236}">
                <a16:creationId xmlns:a16="http://schemas.microsoft.com/office/drawing/2014/main" id="{5B615717-3A8E-44A5-BE7D-260E1CD1EE89}"/>
              </a:ext>
            </a:extLst>
          </p:cNvPr>
          <p:cNvSpPr>
            <a:spLocks xmlns:a="http://schemas.openxmlformats.org/drawingml/2006/main" noGrp="1"/>
          </p:cNvSpPr>
          <p:nvPr/>
        </p:nvSpPr>
        <p:spPr>
          <a:xfrm xmlns:a="http://schemas.openxmlformats.org/drawingml/2006/main">
            <a:off x="666750" y="4953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1425" b="0" i="0">
                <a:solidFill>
                  <a:srgbClr val="2865AF"/>
                </a:solidFill>
                <a:latin typeface="Arial"/>
                <a:ea typeface="Arial"/>
                <a:cs typeface="Arial"/>
              </a:defRPr>
            </a:pPr>
            <a:r>
              <a:rPr sz="1425" b="0" i="0">
                <a:solidFill>
                  <a:srgbClr val="2865AF"/>
                </a:solidFill>
                <a:latin typeface="Arial"/>
                <a:ea typeface="Arial"/>
                <a:cs typeface="Arial"/>
              </a:rPr>
              <a:t>Hochschule Karlsruhe</a:t>
            </a:r>
          </a:p>
          <a:p xmlns:a="http://schemas.openxmlformats.org/drawingml/2006/main">
            <a:pPr algn="l">
              <a:lnSpc>
                <a:spcPct val="94000"/>
              </a:lnSpc>
              <a:buNone/>
              <a:defRPr sz="1425" b="0" i="0">
                <a:solidFill>
                  <a:srgbClr val="2865AF"/>
                </a:solidFill>
                <a:latin typeface="Arial"/>
                <a:ea typeface="Arial"/>
                <a:cs typeface="Arial"/>
              </a:defRPr>
            </a:pPr>
            <a:r>
              <a:rPr sz="1425" b="0" i="0">
                <a:solidFill>
                  <a:srgbClr val="2865AF"/>
                </a:solidFill>
                <a:latin typeface="Arial"/>
                <a:ea typeface="Arial"/>
                <a:cs typeface="Arial"/>
              </a:rPr>
              <a:t>University of Applied Sciences</a:t>
            </a:r>
          </a:p>
          <a:p xmlns:a="http://schemas.openxmlformats.org/drawingml/2006/main">
            <a:r>
              <a:t/>
            </a:r>
          </a:p>
          <a:p xmlns:a="http://schemas.openxmlformats.org/drawingml/2006/main">
            <a:pPr algn="l">
              <a:lnSpc>
                <a:spcPct val="94000"/>
              </a:lnSpc>
              <a:buNone/>
              <a:defRPr sz="1425" b="0" i="0">
                <a:solidFill>
                  <a:srgbClr val="2865AF"/>
                </a:solidFill>
                <a:latin typeface="Arial"/>
                <a:ea typeface="Arial"/>
                <a:cs typeface="Arial"/>
              </a:defRPr>
            </a:pPr>
            <a:r>
              <a:rPr sz="1425" b="0" i="0">
                <a:solidFill>
                  <a:srgbClr val="2865AF"/>
                </a:solidFill>
                <a:latin typeface="Arial"/>
                <a:ea typeface="Arial"/>
                <a:cs typeface="Arial"/>
              </a:rPr>
              <a:t>Fakultät für Maschinenbau</a:t>
            </a:r>
          </a:p>
          <a:p xmlns:a="http://schemas.openxmlformats.org/drawingml/2006/main">
            <a:pPr algn="l">
              <a:lnSpc>
                <a:spcPct val="94000"/>
              </a:lnSpc>
              <a:buNone/>
              <a:defRPr sz="1425" b="0" i="0">
                <a:solidFill>
                  <a:srgbClr val="2865AF"/>
                </a:solidFill>
                <a:latin typeface="Arial"/>
                <a:ea typeface="Arial"/>
                <a:cs typeface="Arial"/>
              </a:defRPr>
            </a:pPr>
            <a:r>
              <a:rPr sz="1425" b="0" i="0">
                <a:solidFill>
                  <a:srgbClr val="2865AF"/>
                </a:solidFill>
                <a:latin typeface="Arial"/>
                <a:ea typeface="Arial"/>
                <a:cs typeface="Arial"/>
              </a:rPr>
              <a:t>und Mechatronik</a:t>
            </a:r>
          </a:p>
        </p:txBody>
      </p:sp>
      <p:sp>
        <p:nvSpPr>
          <p:cNvPr id="2" name="HKA wordmark placeholder">
            <a:extLst xmlns:a="http://schemas.openxmlformats.org/drawingml/2006/main">
              <a:ext uri="{FF2B5EF4-FFF2-40B4-BE49-F238E27FC236}">
                <a16:creationId xmlns:a16="http://schemas.microsoft.com/office/drawing/2014/main" id="{70526829-BB3B-4081-99D8-9DCF0B69DD18}"/>
              </a:ext>
            </a:extLst>
          </p:cNvPr>
          <p:cNvSpPr>
            <a:spLocks xmlns:a="http://schemas.openxmlformats.org/drawingml/2006/main" noGrp="1"/>
          </p:cNvSpPr>
          <p:nvPr/>
        </p:nvSpPr>
        <p:spPr>
          <a:xfrm xmlns:a="http://schemas.openxmlformats.org/drawingml/2006/main">
            <a:off x="13049250" y="381000"/>
            <a:ext cx="2190750" cy="3381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82000"/>
              </a:lnSpc>
              <a:buNone/>
              <a:defRPr sz="8100" b="1" i="0">
                <a:solidFill>
                  <a:srgbClr val="2865AF"/>
                </a:solidFill>
                <a:latin typeface="Arial"/>
                <a:ea typeface="Arial"/>
                <a:cs typeface="Arial"/>
              </a:defRPr>
            </a:pPr>
            <a:r>
              <a:rPr sz="8100" b="1" i="0">
                <a:solidFill>
                  <a:srgbClr val="2865AF"/>
                </a:solidFill>
                <a:latin typeface="Arial"/>
                <a:ea typeface="Arial"/>
                <a:cs typeface="Arial"/>
              </a:rPr>
              <a:t>H</a:t>
            </a:r>
          </a:p>
          <a:p xmlns:a="http://schemas.openxmlformats.org/drawingml/2006/main">
            <a:pPr algn="ctr">
              <a:lnSpc>
                <a:spcPct val="82000"/>
              </a:lnSpc>
              <a:buNone/>
              <a:defRPr sz="8100" b="1" i="0">
                <a:solidFill>
                  <a:srgbClr val="2865AF"/>
                </a:solidFill>
                <a:latin typeface="Arial"/>
                <a:ea typeface="Arial"/>
                <a:cs typeface="Arial"/>
              </a:defRPr>
            </a:pPr>
            <a:r>
              <a:rPr sz="8100" b="1" i="0">
                <a:solidFill>
                  <a:srgbClr val="2865AF"/>
                </a:solidFill>
                <a:latin typeface="Arial"/>
                <a:ea typeface="Arial"/>
                <a:cs typeface="Arial"/>
              </a:rPr>
              <a:t>K</a:t>
            </a:r>
          </a:p>
          <a:p xmlns:a="http://schemas.openxmlformats.org/drawingml/2006/main">
            <a:pPr algn="ctr">
              <a:lnSpc>
                <a:spcPct val="82000"/>
              </a:lnSpc>
              <a:buNone/>
              <a:defRPr sz="8100" b="1" i="0">
                <a:solidFill>
                  <a:srgbClr val="2865AF"/>
                </a:solidFill>
                <a:latin typeface="Arial"/>
                <a:ea typeface="Arial"/>
                <a:cs typeface="Arial"/>
              </a:defRPr>
            </a:pPr>
            <a:r>
              <a:rPr sz="8100" b="1" i="0">
                <a:solidFill>
                  <a:srgbClr val="2865AF"/>
                </a:solidFill>
                <a:latin typeface="Arial"/>
                <a:ea typeface="Arial"/>
                <a:cs typeface="Arial"/>
              </a:rPr>
              <a:t>A</a:t>
            </a:r>
          </a:p>
        </p:txBody>
      </p:sp>
      <p:sp>
        <p:nvSpPr>
          <p:cNvPr id="3" name="Document type">
            <a:extLst xmlns:a="http://schemas.openxmlformats.org/drawingml/2006/main">
              <a:ext uri="{FF2B5EF4-FFF2-40B4-BE49-F238E27FC236}">
                <a16:creationId xmlns:a16="http://schemas.microsoft.com/office/drawing/2014/main" id="{C3877D13-DC55-41C3-8A67-95767E244AD2}"/>
              </a:ext>
            </a:extLst>
          </p:cNvPr>
          <p:cNvSpPr>
            <a:spLocks xmlns:a="http://schemas.openxmlformats.org/drawingml/2006/main" noGrp="1"/>
          </p:cNvSpPr>
          <p:nvPr/>
        </p:nvSpPr>
        <p:spPr>
          <a:xfrm xmlns:a="http://schemas.openxmlformats.org/drawingml/2006/main">
            <a:off x="3524250" y="704850"/>
            <a:ext cx="8429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1" i="0">
                <a:solidFill>
                  <a:srgbClr val="55616D"/>
                </a:solidFill>
                <a:latin typeface="Arial"/>
                <a:ea typeface="Arial"/>
                <a:cs typeface="Arial"/>
              </a:defRPr>
            </a:pPr>
            <a:r>
              <a:rPr sz="1275" b="1" i="0">
                <a:solidFill>
                  <a:srgbClr val="55616D"/>
                </a:solidFill>
                <a:latin typeface="Arial"/>
                <a:ea typeface="Arial"/>
                <a:cs typeface="Arial"/>
              </a:rPr>
              <a:t>PROJEKTBERICHT ZUM FORSCHUNGS- UND ENTWICKLUNGSPROJEKT</a:t>
            </a:r>
          </a:p>
        </p:txBody>
      </p:sp>
      <p:sp>
        <p:nvSpPr>
          <p:cNvPr id="4" name="Poster title">
            <a:extLst xmlns:a="http://schemas.openxmlformats.org/drawingml/2006/main">
              <a:ext uri="{FF2B5EF4-FFF2-40B4-BE49-F238E27FC236}">
                <a16:creationId xmlns:a16="http://schemas.microsoft.com/office/drawing/2014/main" id="{7FE68557-B3ED-4A14-A13E-6744DDFF02AD}"/>
              </a:ext>
            </a:extLst>
          </p:cNvPr>
          <p:cNvSpPr>
            <a:spLocks xmlns:a="http://schemas.openxmlformats.org/drawingml/2006/main" noGrp="1"/>
          </p:cNvSpPr>
          <p:nvPr/>
        </p:nvSpPr>
        <p:spPr>
          <a:xfrm xmlns:a="http://schemas.openxmlformats.org/drawingml/2006/main">
            <a:off x="2667000" y="1362075"/>
            <a:ext cx="100965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5000"/>
              </a:lnSpc>
              <a:buNone/>
              <a:defRPr sz="4575" b="1" i="0">
                <a:solidFill>
                  <a:srgbClr val="2865AF"/>
                </a:solidFill>
                <a:latin typeface="Arial"/>
                <a:ea typeface="Arial"/>
                <a:cs typeface="Arial"/>
              </a:defRPr>
            </a:pPr>
            <a:r>
              <a:rPr sz="4575" b="1" i="0">
                <a:solidFill>
                  <a:srgbClr val="2865AF"/>
                </a:solidFill>
                <a:latin typeface="Arial"/>
                <a:ea typeface="Arial"/>
                <a:cs typeface="Arial"/>
              </a:rPr>
              <a:t>Inverses „Tetris“ für Roboter</a:t>
            </a:r>
          </a:p>
        </p:txBody>
      </p:sp>
      <p:sp>
        <p:nvSpPr>
          <p:cNvPr id="5" name="Poster subtitle">
            <a:extLst xmlns:a="http://schemas.openxmlformats.org/drawingml/2006/main">
              <a:ext uri="{FF2B5EF4-FFF2-40B4-BE49-F238E27FC236}">
                <a16:creationId xmlns:a16="http://schemas.microsoft.com/office/drawing/2014/main" id="{35F8BE1D-B221-46BB-B6C3-6FB953E6A308}"/>
              </a:ext>
            </a:extLst>
          </p:cNvPr>
          <p:cNvSpPr>
            <a:spLocks xmlns:a="http://schemas.openxmlformats.org/drawingml/2006/main" noGrp="1"/>
          </p:cNvSpPr>
          <p:nvPr/>
        </p:nvSpPr>
        <p:spPr>
          <a:xfrm xmlns:a="http://schemas.openxmlformats.org/drawingml/2006/main">
            <a:off x="2381250" y="2857500"/>
            <a:ext cx="106680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680"/>
          </a:bodyPr>
          <a:lstStyle xmlns:a="http://schemas.openxmlformats.org/drawingml/2006/main"/>
          <a:p xmlns:a="http://schemas.openxmlformats.org/drawingml/2006/main">
            <a:pPr algn="ctr">
              <a:lnSpc>
                <a:spcPct val="105000"/>
              </a:lnSpc>
              <a:buNone/>
              <a:defRPr sz="2925" b="1" i="0">
                <a:solidFill>
                  <a:srgbClr val="2865AF"/>
                </a:solidFill>
                <a:latin typeface="Arial"/>
                <a:ea typeface="Arial"/>
                <a:cs typeface="Arial"/>
              </a:defRPr>
            </a:pPr>
            <a:r>
              <a:rPr sz="2925" b="1" i="0">
                <a:solidFill>
                  <a:srgbClr val="2865AF"/>
                </a:solidFill>
                <a:latin typeface="Arial"/>
                <a:ea typeface="Arial"/>
                <a:cs typeface="Arial"/>
              </a:rPr>
              <a:t>„On the Fly“-Picking bei verschiedenen Geschwindigkeiten des Förderbands</a:t>
            </a:r>
          </a:p>
        </p:txBody>
      </p:sp>
      <p:sp>
        <p:nvSpPr>
          <p:cNvPr id="6" name="Poster descriptor">
            <a:extLst xmlns:a="http://schemas.openxmlformats.org/drawingml/2006/main">
              <a:ext uri="{FF2B5EF4-FFF2-40B4-BE49-F238E27FC236}">
                <a16:creationId xmlns:a16="http://schemas.microsoft.com/office/drawing/2014/main" id="{4B8843E5-DF68-4A0A-8D34-E413967D1335}"/>
              </a:ext>
            </a:extLst>
          </p:cNvPr>
          <p:cNvSpPr>
            <a:spLocks xmlns:a="http://schemas.openxmlformats.org/drawingml/2006/main" noGrp="1"/>
          </p:cNvSpPr>
          <p:nvPr/>
        </p:nvSpPr>
        <p:spPr>
          <a:xfrm xmlns:a="http://schemas.openxmlformats.org/drawingml/2006/main">
            <a:off x="2667000" y="390525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734"/>
          </a:bodyPr>
          <a:lstStyle xmlns:a="http://schemas.openxmlformats.org/drawingml/2006/main"/>
          <a:p xmlns:a="http://schemas.openxmlformats.org/drawingml/2006/main">
            <a:pPr algn="ctr">
              <a:lnSpc>
                <a:spcPct val="105000"/>
              </a:lnSpc>
              <a:buNone/>
              <a:defRPr sz="1875" b="0" i="0">
                <a:solidFill>
                  <a:srgbClr val="202A34"/>
                </a:solidFill>
                <a:latin typeface="Arial"/>
                <a:ea typeface="Arial"/>
                <a:cs typeface="Arial"/>
              </a:defRPr>
            </a:pPr>
            <a:r>
              <a:rPr sz="1875" b="0" i="0">
                <a:solidFill>
                  <a:srgbClr val="202A34"/>
                </a:solidFill>
                <a:latin typeface="Arial"/>
                <a:ea typeface="Arial"/>
                <a:cs typeface="Arial"/>
              </a:rPr>
              <a:t>Greifen unterschiedlich großer farbiger Klötze von einem laufenden Förderband mit einem UR10e</a:t>
            </a:r>
          </a:p>
        </p:txBody>
      </p:sp>
      <p:sp>
        <p:nvSpPr>
          <p:cNvPr id="7" name="Header divider">
            <a:extLst xmlns:a="http://schemas.openxmlformats.org/drawingml/2006/main">
              <a:ext uri="{FF2B5EF4-FFF2-40B4-BE49-F238E27FC236}">
                <a16:creationId xmlns:a16="http://schemas.microsoft.com/office/drawing/2014/main" id="{91A814DF-FFBC-4E6A-A335-9C1CFE428665}"/>
              </a:ext>
            </a:extLst>
          </p:cNvPr>
          <p:cNvSpPr>
            <a:spLocks xmlns:a="http://schemas.openxmlformats.org/drawingml/2006/main" noGrp="1"/>
          </p:cNvSpPr>
          <p:nvPr/>
        </p:nvSpPr>
        <p:spPr>
          <a:xfrm xmlns:a="http://schemas.openxmlformats.org/drawingml/2006/main">
            <a:off x="666750" y="4905375"/>
            <a:ext cx="14706600" cy="0"/>
          </a:xfrm>
          <a:prstGeom xmlns:a="http://schemas.openxmlformats.org/drawingml/2006/main" prst="line">
            <a:avLst/>
          </a:prstGeom>
          <a:noFill xmlns:a="http://schemas.openxmlformats.org/drawingml/2006/main"/>
          <a:ln xmlns:a="http://schemas.openxmlformats.org/drawingml/2006/main" w="28575">
            <a:solidFill>
              <a:srgbClr val="2865AF"/>
            </a:solidFill>
            <a:prstDash val="solid"/>
          </a:ln>
        </p:spPr>
      </p:sp>
      <p:sp>
        <p:nvSpPr>
          <p:cNvPr id="8" name="Goal heading">
            <a:extLst xmlns:a="http://schemas.openxmlformats.org/drawingml/2006/main">
              <a:ext uri="{FF2B5EF4-FFF2-40B4-BE49-F238E27FC236}">
                <a16:creationId xmlns:a16="http://schemas.microsoft.com/office/drawing/2014/main" id="{18E2BE63-DF3C-4B32-A591-4CEFAD2F8721}"/>
              </a:ext>
            </a:extLst>
          </p:cNvPr>
          <p:cNvSpPr>
            <a:spLocks xmlns:a="http://schemas.openxmlformats.org/drawingml/2006/main" noGrp="1"/>
          </p:cNvSpPr>
          <p:nvPr/>
        </p:nvSpPr>
        <p:spPr>
          <a:xfrm xmlns:a="http://schemas.openxmlformats.org/drawingml/2006/main">
            <a:off x="666750" y="5429250"/>
            <a:ext cx="609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925" b="1" i="0">
                <a:solidFill>
                  <a:srgbClr val="2865AF"/>
                </a:solidFill>
                <a:latin typeface="Arial"/>
                <a:ea typeface="Arial"/>
                <a:cs typeface="Arial"/>
              </a:defRPr>
            </a:pPr>
            <a:r>
              <a:rPr sz="2925" b="1" i="0">
                <a:solidFill>
                  <a:srgbClr val="2865AF"/>
                </a:solidFill>
                <a:latin typeface="Arial"/>
                <a:ea typeface="Arial"/>
                <a:cs typeface="Arial"/>
              </a:rPr>
              <a:t>Ziel des Projekts</a:t>
            </a:r>
          </a:p>
        </p:txBody>
      </p:sp>
      <p:sp>
        <p:nvSpPr>
          <p:cNvPr id="9" name="Goal text">
            <a:extLst xmlns:a="http://schemas.openxmlformats.org/drawingml/2006/main">
              <a:ext uri="{FF2B5EF4-FFF2-40B4-BE49-F238E27FC236}">
                <a16:creationId xmlns:a16="http://schemas.microsoft.com/office/drawing/2014/main" id="{284F9D22-3788-4FEA-A8E7-A5CAD7727A77}"/>
              </a:ext>
            </a:extLst>
          </p:cNvPr>
          <p:cNvSpPr>
            <a:spLocks xmlns:a="http://schemas.openxmlformats.org/drawingml/2006/main" noGrp="1"/>
          </p:cNvSpPr>
          <p:nvPr/>
        </p:nvSpPr>
        <p:spPr>
          <a:xfrm xmlns:a="http://schemas.openxmlformats.org/drawingml/2006/main">
            <a:off x="666750" y="6038850"/>
            <a:ext cx="6115050" cy="2647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74"/>
          </a:bodyPr>
          <a:lstStyle xmlns:a="http://schemas.openxmlformats.org/drawingml/2006/main"/>
          <a:p xmlns:a="http://schemas.openxmlformats.org/drawingml/2006/main">
            <a:pPr algn="l">
              <a:lnSpc>
                <a:spcPct val="103000"/>
              </a:lnSpc>
              <a:buNone/>
              <a:defRPr sz="1875" b="0" i="0">
                <a:solidFill>
                  <a:srgbClr val="202A34"/>
                </a:solidFill>
                <a:latin typeface="Arial"/>
                <a:ea typeface="Arial"/>
                <a:cs typeface="Arial"/>
              </a:defRPr>
            </a:pPr>
            <a:r>
              <a:rPr sz="1875" b="0" i="0">
                <a:solidFill>
                  <a:srgbClr val="202A34"/>
                </a:solidFill>
                <a:latin typeface="Arial"/>
                <a:ea typeface="Arial"/>
                <a:cs typeface="Arial"/>
              </a:rPr>
              <a:t>Der Versuchsaufbau weist nach, dass ein UR10e quaderförmige Klötze während der Förderbewegung greifen kann. Bewegungsrichtung und Geschwindigkeit entstehen ausschließlich aus Bilddaten. Ein Encoder oder ein vergleichbares Signal des Förderbands wird nicht genutzt.</a:t>
            </a:r>
          </a:p>
          <a:p xmlns:a="http://schemas.openxmlformats.org/drawingml/2006/main">
            <a:r>
              <a:t/>
            </a:r>
          </a:p>
          <a:p xmlns:a="http://schemas.openxmlformats.org/drawingml/2006/main">
            <a:pPr algn="l">
              <a:lnSpc>
                <a:spcPct val="103000"/>
              </a:lnSpc>
              <a:buNone/>
              <a:defRPr sz="1875" b="0" i="0">
                <a:solidFill>
                  <a:srgbClr val="202A34"/>
                </a:solidFill>
                <a:latin typeface="Arial"/>
                <a:ea typeface="Arial"/>
                <a:cs typeface="Arial"/>
              </a:defRPr>
            </a:pPr>
            <a:r>
              <a:rPr sz="1875" b="0" i="0">
                <a:solidFill>
                  <a:srgbClr val="202A34"/>
                </a:solidFill>
                <a:latin typeface="Arial"/>
                <a:ea typeface="Arial"/>
                <a:cs typeface="Arial"/>
              </a:rPr>
              <a:t>Bei mehreren Klötzen wählt das System selbstständig ein noch erreichbares Ziel. Nicht mehr sicher greifbare Klötze bleiben auf dem Band.</a:t>
            </a:r>
          </a:p>
        </p:txBody>
      </p:sp>
      <p:sp>
        <p:nvSpPr>
          <p:cNvPr id="10" name="Runtime heading">
            <a:extLst xmlns:a="http://schemas.openxmlformats.org/drawingml/2006/main">
              <a:ext uri="{FF2B5EF4-FFF2-40B4-BE49-F238E27FC236}">
                <a16:creationId xmlns:a16="http://schemas.microsoft.com/office/drawing/2014/main" id="{4044F37B-4BED-4FF1-A562-012964655209}"/>
              </a:ext>
            </a:extLst>
          </p:cNvPr>
          <p:cNvSpPr>
            <a:spLocks xmlns:a="http://schemas.openxmlformats.org/drawingml/2006/main" noGrp="1"/>
          </p:cNvSpPr>
          <p:nvPr/>
        </p:nvSpPr>
        <p:spPr>
          <a:xfrm xmlns:a="http://schemas.openxmlformats.org/drawingml/2006/main">
            <a:off x="666750" y="9077325"/>
            <a:ext cx="609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700" b="1" i="0">
                <a:solidFill>
                  <a:srgbClr val="2865AF"/>
                </a:solidFill>
                <a:latin typeface="Arial"/>
                <a:ea typeface="Arial"/>
                <a:cs typeface="Arial"/>
              </a:defRPr>
            </a:pPr>
            <a:r>
              <a:rPr sz="2700" b="1" i="0">
                <a:solidFill>
                  <a:srgbClr val="2865AF"/>
                </a:solidFill>
                <a:latin typeface="Arial"/>
                <a:ea typeface="Arial"/>
                <a:cs typeface="Arial"/>
              </a:rPr>
              <a:t>Software und Echtzeitsteuerung</a:t>
            </a:r>
          </a:p>
        </p:txBody>
      </p:sp>
      <p:sp>
        <p:nvSpPr>
          <p:cNvPr id="11" name="Runtime text">
            <a:extLst xmlns:a="http://schemas.openxmlformats.org/drawingml/2006/main">
              <a:ext uri="{FF2B5EF4-FFF2-40B4-BE49-F238E27FC236}">
                <a16:creationId xmlns:a16="http://schemas.microsoft.com/office/drawing/2014/main" id="{56AAEFD3-54D4-4956-A577-AB19EEAC6A1F}"/>
              </a:ext>
            </a:extLst>
          </p:cNvPr>
          <p:cNvSpPr>
            <a:spLocks xmlns:a="http://schemas.openxmlformats.org/drawingml/2006/main" noGrp="1"/>
          </p:cNvSpPr>
          <p:nvPr/>
        </p:nvSpPr>
        <p:spPr>
          <a:xfrm xmlns:a="http://schemas.openxmlformats.org/drawingml/2006/main">
            <a:off x="666750" y="9686925"/>
            <a:ext cx="6115050" cy="1733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362"/>
          </a:bodyPr>
          <a:lstStyle xmlns:a="http://schemas.openxmlformats.org/drawingml/2006/main"/>
          <a:p xmlns:a="http://schemas.openxmlformats.org/drawingml/2006/main">
            <a:pPr algn="l">
              <a:lnSpc>
                <a:spcPct val="106000"/>
              </a:lnSpc>
              <a:buNone/>
              <a:defRPr sz="1800" b="0" i="0">
                <a:solidFill>
                  <a:srgbClr val="202A34"/>
                </a:solidFill>
                <a:latin typeface="Arial"/>
                <a:ea typeface="Arial"/>
                <a:cs typeface="Arial"/>
              </a:defRPr>
            </a:pPr>
            <a:r>
              <a:rPr sz="1800" b="0" i="0">
                <a:solidFill>
                  <a:srgbClr val="202A34"/>
                </a:solidFill>
                <a:latin typeface="Arial"/>
                <a:ea typeface="Arial"/>
                <a:cs typeface="Arial"/>
              </a:rPr>
              <a:t>Die Projektanwendung nutzt AICA und ROS 2. AICA verbindet Bildverarbeitung, Zielauswahl und Roboterhardware zu einer periodischen Echtzeitsteuerung. Bildverarbeitung und Schätzung arbeiten mit 15 Hz, die Bahnführung mit 50 Hz. Die Roboterregelung läuft mit 500 Hz.</a:t>
            </a:r>
          </a:p>
        </p:txBody>
      </p:sp>
      <p:sp>
        <p:nvSpPr>
          <p:cNvPr id="12" name="Challenge heading">
            <a:extLst xmlns:a="http://schemas.openxmlformats.org/drawingml/2006/main">
              <a:ext uri="{FF2B5EF4-FFF2-40B4-BE49-F238E27FC236}">
                <a16:creationId xmlns:a16="http://schemas.microsoft.com/office/drawing/2014/main" id="{F2E831AA-5000-4F92-ACE9-1173EAB7F392}"/>
              </a:ext>
            </a:extLst>
          </p:cNvPr>
          <p:cNvSpPr>
            <a:spLocks xmlns:a="http://schemas.openxmlformats.org/drawingml/2006/main" noGrp="1"/>
          </p:cNvSpPr>
          <p:nvPr/>
        </p:nvSpPr>
        <p:spPr>
          <a:xfrm xmlns:a="http://schemas.openxmlformats.org/drawingml/2006/main">
            <a:off x="666750" y="11887200"/>
            <a:ext cx="609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700" b="1" i="0">
                <a:solidFill>
                  <a:srgbClr val="2865AF"/>
                </a:solidFill>
                <a:latin typeface="Arial"/>
                <a:ea typeface="Arial"/>
                <a:cs typeface="Arial"/>
              </a:defRPr>
            </a:pPr>
            <a:r>
              <a:rPr sz="2700" b="1" i="0">
                <a:solidFill>
                  <a:srgbClr val="2865AF"/>
                </a:solidFill>
                <a:latin typeface="Arial"/>
                <a:ea typeface="Arial"/>
                <a:cs typeface="Arial"/>
              </a:rPr>
              <a:t>Zentrale Herausforderung</a:t>
            </a:r>
          </a:p>
        </p:txBody>
      </p:sp>
      <p:sp>
        <p:nvSpPr>
          <p:cNvPr id="13" name="Challenge surface">
            <a:extLst xmlns:a="http://schemas.openxmlformats.org/drawingml/2006/main">
              <a:ext uri="{FF2B5EF4-FFF2-40B4-BE49-F238E27FC236}">
                <a16:creationId xmlns:a16="http://schemas.microsoft.com/office/drawing/2014/main" id="{A41F31A2-FD78-40A9-B255-3A112AC78C4E}"/>
              </a:ext>
            </a:extLst>
          </p:cNvPr>
          <p:cNvSpPr>
            <a:spLocks xmlns:a="http://schemas.openxmlformats.org/drawingml/2006/main" noGrp="1"/>
          </p:cNvSpPr>
          <p:nvPr/>
        </p:nvSpPr>
        <p:spPr>
          <a:xfrm xmlns:a="http://schemas.openxmlformats.org/drawingml/2006/main">
            <a:off x="666750" y="12515850"/>
            <a:ext cx="6096000" cy="1543050"/>
          </a:xfrm>
          <a:prstGeom xmlns:a="http://schemas.openxmlformats.org/drawingml/2006/main" prst="roundRect">
            <a:avLst>
              <a:gd name="adj" fmla="val 9877"/>
            </a:avLst>
          </a:prstGeom>
          <a:solidFill xmlns:a="http://schemas.openxmlformats.org/drawingml/2006/main">
            <a:srgbClr val="F4F8FC"/>
          </a:solidFill>
          <a:ln xmlns:a="http://schemas.openxmlformats.org/drawingml/2006/main" w="9525">
            <a:solidFill>
              <a:srgbClr val="C9D5E1"/>
            </a:solidFill>
            <a:prstDash val="solid"/>
          </a:ln>
        </p:spPr>
      </p:sp>
      <p:sp>
        <p:nvSpPr>
          <p:cNvPr id="14" name="Challenge text">
            <a:extLst xmlns:a="http://schemas.openxmlformats.org/drawingml/2006/main">
              <a:ext uri="{FF2B5EF4-FFF2-40B4-BE49-F238E27FC236}">
                <a16:creationId xmlns:a16="http://schemas.microsoft.com/office/drawing/2014/main" id="{8CE24FCC-7469-4CB8-9F1F-88AED5D48BB3}"/>
              </a:ext>
            </a:extLst>
          </p:cNvPr>
          <p:cNvSpPr>
            <a:spLocks xmlns:a="http://schemas.openxmlformats.org/drawingml/2006/main" noGrp="1"/>
          </p:cNvSpPr>
          <p:nvPr/>
        </p:nvSpPr>
        <p:spPr>
          <a:xfrm xmlns:a="http://schemas.openxmlformats.org/drawingml/2006/main">
            <a:off x="933450" y="12763500"/>
            <a:ext cx="55626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839"/>
          </a:bodyPr>
          <a:lstStyle xmlns:a="http://schemas.openxmlformats.org/drawingml/2006/main"/>
          <a:p xmlns:a="http://schemas.openxmlformats.org/drawingml/2006/main">
            <a:pPr algn="ctr">
              <a:lnSpc>
                <a:spcPct val="102000"/>
              </a:lnSpc>
              <a:buNone/>
              <a:defRPr sz="2025" b="1" i="0">
                <a:solidFill>
                  <a:srgbClr val="2865AF"/>
                </a:solidFill>
                <a:latin typeface="Arial"/>
                <a:ea typeface="Arial"/>
                <a:cs typeface="Arial"/>
              </a:defRPr>
            </a:pPr>
            <a:r>
              <a:rPr sz="2025" b="1" i="0">
                <a:solidFill>
                  <a:srgbClr val="2865AF"/>
                </a:solidFill>
                <a:latin typeface="Arial"/>
                <a:ea typeface="Arial"/>
                <a:cs typeface="Arial"/>
              </a:rPr>
              <a:t>Der Klotz verlässt das Kamerabild, bevor der Roboter ihn erreicht. Die Software muss seine Position bis zur Greifzone vorausberechnen.</a:t>
            </a:r>
          </a:p>
        </p:txBody>
      </p:sp>
      <p:sp>
        <p:nvSpPr>
          <p:cNvPr id="15" name="Project information heading">
            <a:extLst xmlns:a="http://schemas.openxmlformats.org/drawingml/2006/main">
              <a:ext uri="{FF2B5EF4-FFF2-40B4-BE49-F238E27FC236}">
                <a16:creationId xmlns:a16="http://schemas.microsoft.com/office/drawing/2014/main" id="{698946EF-0D88-4261-9C30-011362C1E06C}"/>
              </a:ext>
            </a:extLst>
          </p:cNvPr>
          <p:cNvSpPr>
            <a:spLocks xmlns:a="http://schemas.openxmlformats.org/drawingml/2006/main" noGrp="1"/>
          </p:cNvSpPr>
          <p:nvPr/>
        </p:nvSpPr>
        <p:spPr>
          <a:xfrm xmlns:a="http://schemas.openxmlformats.org/drawingml/2006/main">
            <a:off x="666750" y="14706600"/>
            <a:ext cx="6096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700" b="1" i="0">
                <a:solidFill>
                  <a:srgbClr val="2865AF"/>
                </a:solidFill>
                <a:latin typeface="Arial"/>
                <a:ea typeface="Arial"/>
                <a:cs typeface="Arial"/>
              </a:defRPr>
            </a:pPr>
            <a:r>
              <a:rPr sz="2700" b="1" i="0">
                <a:solidFill>
                  <a:srgbClr val="2865AF"/>
                </a:solidFill>
                <a:latin typeface="Arial"/>
                <a:ea typeface="Arial"/>
                <a:cs typeface="Arial"/>
              </a:rPr>
              <a:t>Projektinformation</a:t>
            </a:r>
          </a:p>
        </p:txBody>
      </p:sp>
      <p:sp>
        <p:nvSpPr>
          <p:cNvPr id="16" name="Project information">
            <a:extLst xmlns:a="http://schemas.openxmlformats.org/drawingml/2006/main">
              <a:ext uri="{FF2B5EF4-FFF2-40B4-BE49-F238E27FC236}">
                <a16:creationId xmlns:a16="http://schemas.microsoft.com/office/drawing/2014/main" id="{42966E7B-6EEC-445A-A5A0-D4B9043FED5F}"/>
              </a:ext>
            </a:extLst>
          </p:cNvPr>
          <p:cNvSpPr>
            <a:spLocks xmlns:a="http://schemas.openxmlformats.org/drawingml/2006/main" noGrp="1"/>
          </p:cNvSpPr>
          <p:nvPr/>
        </p:nvSpPr>
        <p:spPr>
          <a:xfrm xmlns:a="http://schemas.openxmlformats.org/drawingml/2006/main">
            <a:off x="666750" y="15297150"/>
            <a:ext cx="6115050" cy="2895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994"/>
          </a:bodyPr>
          <a:lstStyle xmlns:a="http://schemas.openxmlformats.org/drawingml/2006/main"/>
          <a:p xmlns:a="http://schemas.openxmlformats.org/drawingml/2006/main">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Art der Arbeit: Forschungs- und Entwicklungsprojekt</a:t>
            </a:r>
          </a:p>
          <a:p xmlns:a="http://schemas.openxmlformats.org/drawingml/2006/main">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Zeitraum: Sommer-Semester 2026</a:t>
            </a:r>
          </a:p>
          <a:p xmlns:a="http://schemas.openxmlformats.org/drawingml/2006/main">
            <a:r>
              <a:t/>
            </a:r>
          </a:p>
          <a:p xmlns:a="http://schemas.openxmlformats.org/drawingml/2006/main">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Tobias Unger, RKIM</a:t>
            </a:r>
          </a:p>
          <a:p xmlns:a="http://schemas.openxmlformats.org/drawingml/2006/main">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unto1011@h-ka.de</a:t>
            </a:r>
          </a:p>
          <a:p xmlns:a="http://schemas.openxmlformats.org/drawingml/2006/main">
            <a:r>
              <a:t/>
            </a:r>
          </a:p>
          <a:p xmlns:a="http://schemas.openxmlformats.org/drawingml/2006/main">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Lukas Norz, RKIM</a:t>
            </a:r>
          </a:p>
          <a:p xmlns:a="http://schemas.openxmlformats.org/drawingml/2006/main">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nolu1012@h-ka.de</a:t>
            </a:r>
          </a:p>
          <a:p xmlns:a="http://schemas.openxmlformats.org/drawingml/2006/main">
            <a:r>
              <a:t/>
            </a:r>
          </a:p>
          <a:p xmlns:a="http://schemas.openxmlformats.org/drawingml/2006/main">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Simon Hoess, RKIM</a:t>
            </a:r>
          </a:p>
          <a:p xmlns:a="http://schemas.openxmlformats.org/drawingml/2006/main">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hosi1025@h-ka.de</a:t>
            </a:r>
          </a:p>
        </p:txBody>
      </p:sp>
      <p:sp>
        <p:nvSpPr>
          <p:cNvPr id="17" name="System heading">
            <a:extLst xmlns:a="http://schemas.openxmlformats.org/drawingml/2006/main">
              <a:ext uri="{FF2B5EF4-FFF2-40B4-BE49-F238E27FC236}">
                <a16:creationId xmlns:a16="http://schemas.microsoft.com/office/drawing/2014/main" id="{CBB56FC6-FFDD-4E25-B621-11B986638CE3}"/>
              </a:ext>
            </a:extLst>
          </p:cNvPr>
          <p:cNvSpPr>
            <a:spLocks xmlns:a="http://schemas.openxmlformats.org/drawingml/2006/main" noGrp="1"/>
          </p:cNvSpPr>
          <p:nvPr/>
        </p:nvSpPr>
        <p:spPr>
          <a:xfrm xmlns:a="http://schemas.openxmlformats.org/drawingml/2006/main">
            <a:off x="7334250" y="5429250"/>
            <a:ext cx="80391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925" b="1" i="0">
                <a:solidFill>
                  <a:srgbClr val="2865AF"/>
                </a:solidFill>
                <a:latin typeface="Arial"/>
                <a:ea typeface="Arial"/>
                <a:cs typeface="Arial"/>
              </a:defRPr>
            </a:pPr>
            <a:r>
              <a:rPr sz="2925" b="1" i="0">
                <a:solidFill>
                  <a:srgbClr val="2865AF"/>
                </a:solidFill>
                <a:latin typeface="Arial"/>
                <a:ea typeface="Arial"/>
                <a:cs typeface="Arial"/>
              </a:rPr>
              <a:t>Systemaufbau</a:t>
            </a:r>
          </a:p>
        </p:txBody>
      </p:sp>
      <p:sp>
        <p:nvSpPr>
          <p:cNvPr id="18" name="System text">
            <a:extLst xmlns:a="http://schemas.openxmlformats.org/drawingml/2006/main">
              <a:ext uri="{FF2B5EF4-FFF2-40B4-BE49-F238E27FC236}">
                <a16:creationId xmlns:a16="http://schemas.microsoft.com/office/drawing/2014/main" id="{4D15C579-104C-49E0-B923-219DF31B776C}"/>
              </a:ext>
            </a:extLst>
          </p:cNvPr>
          <p:cNvSpPr>
            <a:spLocks xmlns:a="http://schemas.openxmlformats.org/drawingml/2006/main" noGrp="1"/>
          </p:cNvSpPr>
          <p:nvPr/>
        </p:nvSpPr>
        <p:spPr>
          <a:xfrm xmlns:a="http://schemas.openxmlformats.org/drawingml/2006/main">
            <a:off x="7334250" y="6038850"/>
            <a:ext cx="803910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0" i="0">
                <a:solidFill>
                  <a:srgbClr val="202A34"/>
                </a:solidFill>
                <a:latin typeface="Arial"/>
                <a:ea typeface="Arial"/>
                <a:cs typeface="Arial"/>
              </a:defRPr>
            </a:pPr>
            <a:r>
              <a:rPr sz="1800" b="0" i="0">
                <a:solidFill>
                  <a:srgbClr val="202A34"/>
                </a:solidFill>
                <a:latin typeface="Arial"/>
                <a:ea typeface="Arial"/>
                <a:cs typeface="Arial"/>
              </a:rPr>
              <a:t>Die fest über dem Band montierte Base-Kamera liefert RGB- und Tiefenbilder. Die Software vergibt für jeden Klotz eine dauerhafte ID und bestimmt Farbe, Position, Abmessungen sowie Orientierung. Aus den zeitlich aufeinanderfolgenden Positionen derselben ID werden Bewegungsrichtung und Geschwindigkeit geschätzt. Der UR10e folgt der vorhergesagten Objektposition und legt den gegriffenen Klotz in der Ablagebox ab.</a:t>
            </a:r>
          </a:p>
        </p:txBody>
      </p:sp>
      <p:sp>
        <p:nvSpPr>
          <p:cNvPr id="19" name="Top view frame">
            <a:extLst xmlns:a="http://schemas.openxmlformats.org/drawingml/2006/main">
              <a:ext uri="{FF2B5EF4-FFF2-40B4-BE49-F238E27FC236}">
                <a16:creationId xmlns:a16="http://schemas.microsoft.com/office/drawing/2014/main" id="{B920BC91-34D7-4BC9-ADBB-6DEC8402721B}"/>
              </a:ext>
            </a:extLst>
          </p:cNvPr>
          <p:cNvSpPr>
            <a:spLocks xmlns:a="http://schemas.openxmlformats.org/drawingml/2006/main" noGrp="1"/>
          </p:cNvSpPr>
          <p:nvPr/>
        </p:nvSpPr>
        <p:spPr>
          <a:xfrm xmlns:a="http://schemas.openxmlformats.org/drawingml/2006/main">
            <a:off x="7334250" y="8286750"/>
            <a:ext cx="8039100" cy="4895850"/>
          </a:xfrm>
          <a:prstGeom xmlns:a="http://schemas.openxmlformats.org/drawingml/2006/main" prst="rect">
            <a:avLst/>
          </a:prstGeom>
          <a:solidFill xmlns:a="http://schemas.openxmlformats.org/drawingml/2006/main">
            <a:srgbClr val="FFFFFF"/>
          </a:solidFill>
          <a:ln xmlns:a="http://schemas.openxmlformats.org/drawingml/2006/main" w="9525">
            <a:solidFill>
              <a:srgbClr val="C9D5E1"/>
            </a:solidFill>
            <a:prstDash val="solid"/>
          </a:ln>
        </p:spPr>
      </p:sp>
      <p:pic>
        <p:nvPicPr>
          <p:cNvPr id="69" name=""/>
          <p:cNvPicPr>
            <a:picLocks xmlns:a="http://schemas.openxmlformats.org/drawingml/2006/main" noChangeAspect="1"/>
          </p:cNvPicPr>
          <p:nvPr/>
        </p:nvPicPr>
        <p:blipFill>
          <a:blip xmlns:r="http://schemas.openxmlformats.org/officeDocument/2006/relationships" xmlns:a="http://schemas.openxmlformats.org/drawingml/2006/main" r:embed="Rf5f8bcc3aea74f18"/>
          <a:stretch xmlns:a="http://schemas.openxmlformats.org/drawingml/2006/main"/>
        </p:blipFill>
        <p:spPr>
          <a:xfrm xmlns:a="http://schemas.openxmlformats.org/drawingml/2006/main">
            <a:off x="7994073" y="8382000"/>
            <a:ext cx="6719455" cy="4619625"/>
          </a:xfrm>
          <a:prstGeom xmlns:a="http://schemas.openxmlformats.org/drawingml/2006/main" prst="rect">
            <a:avLst/>
          </a:prstGeom>
        </p:spPr>
      </p:pic>
      <p:sp>
        <p:nvSpPr>
          <p:cNvPr id="21" name="Top view caption">
            <a:extLst xmlns:a="http://schemas.openxmlformats.org/drawingml/2006/main">
              <a:ext uri="{FF2B5EF4-FFF2-40B4-BE49-F238E27FC236}">
                <a16:creationId xmlns:a16="http://schemas.microsoft.com/office/drawing/2014/main" id="{7BCAC052-A107-4D80-B7D2-C780FD851408}"/>
              </a:ext>
            </a:extLst>
          </p:cNvPr>
          <p:cNvSpPr>
            <a:spLocks xmlns:a="http://schemas.openxmlformats.org/drawingml/2006/main" noGrp="1"/>
          </p:cNvSpPr>
          <p:nvPr/>
        </p:nvSpPr>
        <p:spPr>
          <a:xfrm xmlns:a="http://schemas.openxmlformats.org/drawingml/2006/main">
            <a:off x="7334250" y="13277850"/>
            <a:ext cx="803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1">
                <a:solidFill>
                  <a:srgbClr val="55616D"/>
                </a:solidFill>
                <a:latin typeface="Arial"/>
                <a:ea typeface="Arial"/>
                <a:cs typeface="Arial"/>
              </a:defRPr>
            </a:pPr>
            <a:r>
              <a:rPr sz="1350" b="0" i="1">
                <a:solidFill>
                  <a:srgbClr val="55616D"/>
                </a:solidFill>
                <a:latin typeface="Arial"/>
                <a:ea typeface="Arial"/>
                <a:cs typeface="Arial"/>
              </a:rPr>
              <a:t>Abb. 1: Draufsicht mit Base-Kamera, Förderband, Greifbereich und Ablageposition</a:t>
            </a:r>
          </a:p>
        </p:txBody>
      </p:sp>
      <p:sp>
        <p:nvSpPr>
          <p:cNvPr id="22" name="Vision heading">
            <a:extLst xmlns:a="http://schemas.openxmlformats.org/drawingml/2006/main">
              <a:ext uri="{FF2B5EF4-FFF2-40B4-BE49-F238E27FC236}">
                <a16:creationId xmlns:a16="http://schemas.microsoft.com/office/drawing/2014/main" id="{25211FCB-D629-4BF5-A6B4-10541A5C39FE}"/>
              </a:ext>
            </a:extLst>
          </p:cNvPr>
          <p:cNvSpPr>
            <a:spLocks xmlns:a="http://schemas.openxmlformats.org/drawingml/2006/main" noGrp="1"/>
          </p:cNvSpPr>
          <p:nvPr/>
        </p:nvSpPr>
        <p:spPr>
          <a:xfrm xmlns:a="http://schemas.openxmlformats.org/drawingml/2006/main">
            <a:off x="7334250" y="14039850"/>
            <a:ext cx="80391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700" b="1" i="0">
                <a:solidFill>
                  <a:srgbClr val="2865AF"/>
                </a:solidFill>
                <a:latin typeface="Arial"/>
                <a:ea typeface="Arial"/>
                <a:cs typeface="Arial"/>
              </a:defRPr>
            </a:pPr>
            <a:r>
              <a:rPr sz="2700" b="1" i="0">
                <a:solidFill>
                  <a:srgbClr val="2865AF"/>
                </a:solidFill>
                <a:latin typeface="Arial"/>
                <a:ea typeface="Arial"/>
                <a:cs typeface="Arial"/>
              </a:rPr>
              <a:t>Identifikation im Kamerabild</a:t>
            </a:r>
          </a:p>
        </p:txBody>
      </p:sp>
      <p:sp>
        <p:nvSpPr>
          <p:cNvPr id="23" name="Vision text">
            <a:extLst xmlns:a="http://schemas.openxmlformats.org/drawingml/2006/main">
              <a:ext uri="{FF2B5EF4-FFF2-40B4-BE49-F238E27FC236}">
                <a16:creationId xmlns:a16="http://schemas.microsoft.com/office/drawing/2014/main" id="{273F7E6D-C3FF-47CB-8535-B16EFAB66485}"/>
              </a:ext>
            </a:extLst>
          </p:cNvPr>
          <p:cNvSpPr>
            <a:spLocks xmlns:a="http://schemas.openxmlformats.org/drawingml/2006/main" noGrp="1"/>
          </p:cNvSpPr>
          <p:nvPr/>
        </p:nvSpPr>
        <p:spPr>
          <a:xfrm xmlns:a="http://schemas.openxmlformats.org/drawingml/2006/main">
            <a:off x="7334250" y="14573250"/>
            <a:ext cx="80391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725" b="0" i="0">
                <a:solidFill>
                  <a:srgbClr val="202A34"/>
                </a:solidFill>
                <a:latin typeface="Arial"/>
                <a:ea typeface="Arial"/>
                <a:cs typeface="Arial"/>
              </a:defRPr>
            </a:pPr>
            <a:r>
              <a:rPr sz="1725" b="0" i="0">
                <a:solidFill>
                  <a:srgbClr val="202A34"/>
                </a:solidFill>
                <a:latin typeface="Arial"/>
                <a:ea typeface="Arial"/>
                <a:cs typeface="Arial"/>
              </a:rPr>
              <a:t>Das Debug-Bild zeigt zwei erkannte Klötze innerhalb der Region of Interest. Die IDs 10 und 11 erhalten jeweils eine Farbinformation und bleiben über mehrere Bilder hinweg zuordenbar.</a:t>
            </a:r>
          </a:p>
        </p:txBody>
      </p:sp>
      <p:sp>
        <p:nvSpPr>
          <p:cNvPr id="24" name="Vision image frame">
            <a:extLst xmlns:a="http://schemas.openxmlformats.org/drawingml/2006/main">
              <a:ext uri="{FF2B5EF4-FFF2-40B4-BE49-F238E27FC236}">
                <a16:creationId xmlns:a16="http://schemas.microsoft.com/office/drawing/2014/main" id="{B6BF22C9-BB09-4C4F-8DAD-0DC9E395377C}"/>
              </a:ext>
            </a:extLst>
          </p:cNvPr>
          <p:cNvSpPr>
            <a:spLocks xmlns:a="http://schemas.openxmlformats.org/drawingml/2006/main" noGrp="1"/>
          </p:cNvSpPr>
          <p:nvPr/>
        </p:nvSpPr>
        <p:spPr>
          <a:xfrm xmlns:a="http://schemas.openxmlformats.org/drawingml/2006/main">
            <a:off x="7334250" y="15668625"/>
            <a:ext cx="8039100" cy="4381500"/>
          </a:xfrm>
          <a:prstGeom xmlns:a="http://schemas.openxmlformats.org/drawingml/2006/main" prst="rect">
            <a:avLst/>
          </a:prstGeom>
          <a:solidFill xmlns:a="http://schemas.openxmlformats.org/drawingml/2006/main">
            <a:srgbClr val="FFFFFF"/>
          </a:solidFill>
          <a:ln xmlns:a="http://schemas.openxmlformats.org/drawingml/2006/main" w="9525">
            <a:solidFill>
              <a:srgbClr val="C9D5E1"/>
            </a:solidFill>
            <a:prstDash val="solid"/>
          </a:ln>
        </p:spPr>
      </p:sp>
      <p:pic>
        <p:nvPicPr>
          <p:cNvPr id="74" name=""/>
          <p:cNvPicPr>
            <a:picLocks xmlns:a="http://schemas.openxmlformats.org/drawingml/2006/main" noChangeAspect="1"/>
          </p:cNvPicPr>
          <p:nvPr/>
        </p:nvPicPr>
        <p:blipFill>
          <a:blip xmlns:r="http://schemas.openxmlformats.org/officeDocument/2006/relationships" xmlns:a="http://schemas.openxmlformats.org/drawingml/2006/main" r:embed="Re6a129c16a16451a"/>
          <a:stretch xmlns:a="http://schemas.openxmlformats.org/drawingml/2006/main"/>
        </p:blipFill>
        <p:spPr>
          <a:xfrm xmlns:a="http://schemas.openxmlformats.org/drawingml/2006/main">
            <a:off x="7647089" y="15763875"/>
            <a:ext cx="7413421" cy="4171950"/>
          </a:xfrm>
          <a:prstGeom xmlns:a="http://schemas.openxmlformats.org/drawingml/2006/main" prst="rect">
            <a:avLst/>
          </a:prstGeom>
        </p:spPr>
      </p:pic>
      <p:sp>
        <p:nvSpPr>
          <p:cNvPr id="26" name="Vision caption">
            <a:extLst xmlns:a="http://schemas.openxmlformats.org/drawingml/2006/main">
              <a:ext uri="{FF2B5EF4-FFF2-40B4-BE49-F238E27FC236}">
                <a16:creationId xmlns:a16="http://schemas.microsoft.com/office/drawing/2014/main" id="{A9C2DBD0-E7D2-46CF-97B8-501A16810750}"/>
              </a:ext>
            </a:extLst>
          </p:cNvPr>
          <p:cNvSpPr>
            <a:spLocks xmlns:a="http://schemas.openxmlformats.org/drawingml/2006/main" noGrp="1"/>
          </p:cNvSpPr>
          <p:nvPr/>
        </p:nvSpPr>
        <p:spPr>
          <a:xfrm xmlns:a="http://schemas.openxmlformats.org/drawingml/2006/main">
            <a:off x="7334250" y="20145375"/>
            <a:ext cx="8039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1350" b="0" i="1">
                <a:solidFill>
                  <a:srgbClr val="55616D"/>
                </a:solidFill>
                <a:latin typeface="Arial"/>
                <a:ea typeface="Arial"/>
                <a:cs typeface="Arial"/>
              </a:defRPr>
            </a:pPr>
            <a:r>
              <a:rPr sz="1350" b="0" i="1">
                <a:solidFill>
                  <a:srgbClr val="55616D"/>
                </a:solidFill>
                <a:latin typeface="Arial"/>
                <a:ea typeface="Arial"/>
                <a:cs typeface="Arial"/>
              </a:rPr>
              <a:t>Abb. 2: Erkennung im ROI mit persistenten Objekt-IDs und Farbinformation</a:t>
            </a:r>
          </a:p>
        </p:txBody>
      </p:sp>
      <p:sp>
        <p:nvSpPr>
          <p:cNvPr id="27" name="Process heading">
            <a:extLst xmlns:a="http://schemas.openxmlformats.org/drawingml/2006/main">
              <a:ext uri="{FF2B5EF4-FFF2-40B4-BE49-F238E27FC236}">
                <a16:creationId xmlns:a16="http://schemas.microsoft.com/office/drawing/2014/main" id="{FFA41B63-3DA3-4128-9A91-7AF32845EB29}"/>
              </a:ext>
            </a:extLst>
          </p:cNvPr>
          <p:cNvSpPr>
            <a:spLocks xmlns:a="http://schemas.openxmlformats.org/drawingml/2006/main" noGrp="1"/>
          </p:cNvSpPr>
          <p:nvPr/>
        </p:nvSpPr>
        <p:spPr>
          <a:xfrm xmlns:a="http://schemas.openxmlformats.org/drawingml/2006/main">
            <a:off x="666750" y="18573750"/>
            <a:ext cx="6096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700" b="1" i="0">
                <a:solidFill>
                  <a:srgbClr val="2865AF"/>
                </a:solidFill>
                <a:latin typeface="Arial"/>
                <a:ea typeface="Arial"/>
                <a:cs typeface="Arial"/>
              </a:defRPr>
            </a:pPr>
            <a:r>
              <a:rPr sz="2700" b="1" i="0">
                <a:solidFill>
                  <a:srgbClr val="2865AF"/>
                </a:solidFill>
                <a:latin typeface="Arial"/>
                <a:ea typeface="Arial"/>
                <a:cs typeface="Arial"/>
              </a:rPr>
              <a:t>Bildbasierter Regelablauf</a:t>
            </a:r>
          </a:p>
        </p:txBody>
      </p:sp>
      <p:sp>
        <p:nvSpPr>
          <p:cNvPr id="28" name="Process introduction">
            <a:extLst xmlns:a="http://schemas.openxmlformats.org/drawingml/2006/main">
              <a:ext uri="{FF2B5EF4-FFF2-40B4-BE49-F238E27FC236}">
                <a16:creationId xmlns:a16="http://schemas.microsoft.com/office/drawing/2014/main" id="{4D3AA15B-8CAA-40D3-92F8-5D487C474AC1}"/>
              </a:ext>
            </a:extLst>
          </p:cNvPr>
          <p:cNvSpPr>
            <a:spLocks xmlns:a="http://schemas.openxmlformats.org/drawingml/2006/main" noGrp="1"/>
          </p:cNvSpPr>
          <p:nvPr/>
        </p:nvSpPr>
        <p:spPr>
          <a:xfrm xmlns:a="http://schemas.openxmlformats.org/drawingml/2006/main">
            <a:off x="666750" y="19078575"/>
            <a:ext cx="6096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3000"/>
              </a:lnSpc>
              <a:buNone/>
              <a:defRPr sz="1725" b="0" i="0">
                <a:solidFill>
                  <a:srgbClr val="202A34"/>
                </a:solidFill>
                <a:latin typeface="Arial"/>
                <a:ea typeface="Arial"/>
                <a:cs typeface="Arial"/>
              </a:defRPr>
            </a:pPr>
            <a:r>
              <a:rPr sz="1725" b="0" i="0">
                <a:solidFill>
                  <a:srgbClr val="202A34"/>
                </a:solidFill>
                <a:latin typeface="Arial"/>
                <a:ea typeface="Arial"/>
                <a:cs typeface="Arial"/>
              </a:rPr>
              <a:t>Die vier Schritte erzeugen die Greifbewegung aus den laufenden Kamerabeobachtungen.</a:t>
            </a:r>
          </a:p>
        </p:txBody>
      </p:sp>
      <p:sp>
        <p:nvSpPr>
          <p:cNvPr id="29" name="Flow step 1">
            <a:extLst xmlns:a="http://schemas.openxmlformats.org/drawingml/2006/main">
              <a:ext uri="{FF2B5EF4-FFF2-40B4-BE49-F238E27FC236}">
                <a16:creationId xmlns:a16="http://schemas.microsoft.com/office/drawing/2014/main" id="{420ED601-C47C-46BC-AFF6-D0DD41D4959D}"/>
              </a:ext>
            </a:extLst>
          </p:cNvPr>
          <p:cNvSpPr>
            <a:spLocks xmlns:a="http://schemas.openxmlformats.org/drawingml/2006/main" noGrp="1"/>
          </p:cNvSpPr>
          <p:nvPr/>
        </p:nvSpPr>
        <p:spPr>
          <a:xfrm xmlns:a="http://schemas.openxmlformats.org/drawingml/2006/main">
            <a:off x="666750" y="20593050"/>
            <a:ext cx="3219450" cy="1352550"/>
          </a:xfrm>
          <a:prstGeom xmlns:a="http://schemas.openxmlformats.org/drawingml/2006/main" prst="roundRect">
            <a:avLst>
              <a:gd name="adj" fmla="val 9859"/>
            </a:avLst>
          </a:prstGeom>
          <a:solidFill xmlns:a="http://schemas.openxmlformats.org/drawingml/2006/main">
            <a:srgbClr val="EAF1F8"/>
          </a:solidFill>
          <a:ln xmlns:a="http://schemas.openxmlformats.org/drawingml/2006/main" w="9525">
            <a:solidFill>
              <a:srgbClr val="A5BEDA"/>
            </a:solidFill>
            <a:prstDash val="solid"/>
          </a:ln>
        </p:spPr>
      </p:sp>
      <p:sp>
        <p:nvSpPr>
          <p:cNvPr id="30" name="Flow number 1">
            <a:extLst xmlns:a="http://schemas.openxmlformats.org/drawingml/2006/main">
              <a:ext uri="{FF2B5EF4-FFF2-40B4-BE49-F238E27FC236}">
                <a16:creationId xmlns:a16="http://schemas.microsoft.com/office/drawing/2014/main" id="{9099A33C-52E0-4480-823E-171E243D24B4}"/>
              </a:ext>
            </a:extLst>
          </p:cNvPr>
          <p:cNvSpPr>
            <a:spLocks xmlns:a="http://schemas.openxmlformats.org/drawingml/2006/main" noGrp="1"/>
          </p:cNvSpPr>
          <p:nvPr/>
        </p:nvSpPr>
        <p:spPr>
          <a:xfrm xmlns:a="http://schemas.openxmlformats.org/drawingml/2006/main">
            <a:off x="838200" y="20764500"/>
            <a:ext cx="400050" cy="400050"/>
          </a:xfrm>
          <a:prstGeom xmlns:a="http://schemas.openxmlformats.org/drawingml/2006/main" prst="ellipse">
            <a:avLst/>
          </a:prstGeom>
          <a:solidFill xmlns:a="http://schemas.openxmlformats.org/drawingml/2006/main">
            <a:srgbClr val="2865AF"/>
          </a:solidFill>
          <a:ln xmlns:a="http://schemas.openxmlformats.org/drawingml/2006/main" w="9525">
            <a:solidFill>
              <a:srgbClr val="2865AF"/>
            </a:solidFill>
            <a:prstDash val="solid"/>
          </a:ln>
        </p:spPr>
        <p:txBody>
          <a:bodyPr xmlns:a="http://schemas.openxmlformats.org/drawingml/2006/main" anchor="ctr">
            <a:normAutofit fontScale="76131"/>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1</a:t>
            </a:r>
          </a:p>
        </p:txBody>
      </p:sp>
      <p:sp>
        <p:nvSpPr>
          <p:cNvPr id="31" name="Flow label 1">
            <a:extLst xmlns:a="http://schemas.openxmlformats.org/drawingml/2006/main">
              <a:ext uri="{FF2B5EF4-FFF2-40B4-BE49-F238E27FC236}">
                <a16:creationId xmlns:a16="http://schemas.microsoft.com/office/drawing/2014/main" id="{8D29461C-5453-478B-BC6A-0F2B24DDB298}"/>
              </a:ext>
            </a:extLst>
          </p:cNvPr>
          <p:cNvSpPr>
            <a:spLocks xmlns:a="http://schemas.openxmlformats.org/drawingml/2006/main" noGrp="1"/>
          </p:cNvSpPr>
          <p:nvPr/>
        </p:nvSpPr>
        <p:spPr>
          <a:xfrm xmlns:a="http://schemas.openxmlformats.org/drawingml/2006/main">
            <a:off x="1390650" y="20735925"/>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2865AF"/>
                </a:solidFill>
                <a:latin typeface="Arial"/>
                <a:ea typeface="Arial"/>
                <a:cs typeface="Arial"/>
              </a:defRPr>
            </a:pPr>
            <a:r>
              <a:rPr sz="2025" b="1" i="0">
                <a:solidFill>
                  <a:srgbClr val="2865AF"/>
                </a:solidFill>
                <a:latin typeface="Arial"/>
                <a:ea typeface="Arial"/>
                <a:cs typeface="Arial"/>
              </a:rPr>
              <a:t>Erkennen</a:t>
            </a:r>
          </a:p>
        </p:txBody>
      </p:sp>
      <p:sp>
        <p:nvSpPr>
          <p:cNvPr id="32" name="Flow description 1">
            <a:extLst xmlns:a="http://schemas.openxmlformats.org/drawingml/2006/main">
              <a:ext uri="{FF2B5EF4-FFF2-40B4-BE49-F238E27FC236}">
                <a16:creationId xmlns:a16="http://schemas.microsoft.com/office/drawing/2014/main" id="{12205074-74B1-410B-8F7E-0E886C5E8E2A}"/>
              </a:ext>
            </a:extLst>
          </p:cNvPr>
          <p:cNvSpPr>
            <a:spLocks xmlns:a="http://schemas.openxmlformats.org/drawingml/2006/main" noGrp="1"/>
          </p:cNvSpPr>
          <p:nvPr/>
        </p:nvSpPr>
        <p:spPr>
          <a:xfrm xmlns:a="http://schemas.openxmlformats.org/drawingml/2006/main">
            <a:off x="857250" y="21231225"/>
            <a:ext cx="28384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0" i="0">
                <a:solidFill>
                  <a:srgbClr val="202A34"/>
                </a:solidFill>
                <a:latin typeface="Arial"/>
                <a:ea typeface="Arial"/>
                <a:cs typeface="Arial"/>
              </a:defRPr>
            </a:pPr>
            <a:r>
              <a:rPr sz="1500" b="0" i="0">
                <a:solidFill>
                  <a:srgbClr val="202A34"/>
                </a:solidFill>
                <a:latin typeface="Arial"/>
                <a:ea typeface="Arial"/>
                <a:cs typeface="Arial"/>
              </a:rPr>
              <a:t>ID, Farbe, Lage und Orientierung</a:t>
            </a:r>
          </a:p>
        </p:txBody>
      </p:sp>
      <p:sp>
        <p:nvSpPr>
          <p:cNvPr id="33" name="Flow arrow 1">
            <a:extLst xmlns:a="http://schemas.openxmlformats.org/drawingml/2006/main">
              <a:ext uri="{FF2B5EF4-FFF2-40B4-BE49-F238E27FC236}">
                <a16:creationId xmlns:a16="http://schemas.microsoft.com/office/drawing/2014/main" id="{13470FAC-2019-45BB-A1F2-B3730B7DBF56}"/>
              </a:ext>
            </a:extLst>
          </p:cNvPr>
          <p:cNvSpPr>
            <a:spLocks xmlns:a="http://schemas.openxmlformats.org/drawingml/2006/main" noGrp="1"/>
          </p:cNvSpPr>
          <p:nvPr/>
        </p:nvSpPr>
        <p:spPr>
          <a:xfrm xmlns:a="http://schemas.openxmlformats.org/drawingml/2006/main">
            <a:off x="4000500" y="21097875"/>
            <a:ext cx="371475" cy="333375"/>
          </a:xfrm>
          <a:prstGeom xmlns:a="http://schemas.openxmlformats.org/drawingml/2006/main" prst="rightArrow">
            <a:avLst/>
          </a:prstGeom>
          <a:solidFill xmlns:a="http://schemas.openxmlformats.org/drawingml/2006/main">
            <a:srgbClr val="2865AF"/>
          </a:solidFill>
          <a:ln xmlns:a="http://schemas.openxmlformats.org/drawingml/2006/main" w="9525">
            <a:solidFill>
              <a:srgbClr val="2865AF"/>
            </a:solidFill>
            <a:prstDash val="solid"/>
          </a:ln>
        </p:spPr>
        <p:txBody>
          <a:bodyPr xmlns:a="http://schemas.openxmlformats.org/drawingml/2006/main"/>
          <a:lstStyle xmlns:a="http://schemas.openxmlformats.org/drawingml/2006/main"/>
          <a:p xmlns:a="http://schemas.openxmlformats.org/drawingml/2006/main">
            <a:r>
              <a:t/>
            </a:r>
          </a:p>
        </p:txBody>
      </p:sp>
      <p:sp>
        <p:nvSpPr>
          <p:cNvPr id="34" name="Flow step 2">
            <a:extLst xmlns:a="http://schemas.openxmlformats.org/drawingml/2006/main">
              <a:ext uri="{FF2B5EF4-FFF2-40B4-BE49-F238E27FC236}">
                <a16:creationId xmlns:a16="http://schemas.microsoft.com/office/drawing/2014/main" id="{FB0DC1FF-741F-4480-A92B-38FCC9D968ED}"/>
              </a:ext>
            </a:extLst>
          </p:cNvPr>
          <p:cNvSpPr>
            <a:spLocks xmlns:a="http://schemas.openxmlformats.org/drawingml/2006/main" noGrp="1"/>
          </p:cNvSpPr>
          <p:nvPr/>
        </p:nvSpPr>
        <p:spPr>
          <a:xfrm xmlns:a="http://schemas.openxmlformats.org/drawingml/2006/main">
            <a:off x="4495800" y="20593050"/>
            <a:ext cx="3219450" cy="1352550"/>
          </a:xfrm>
          <a:prstGeom xmlns:a="http://schemas.openxmlformats.org/drawingml/2006/main" prst="roundRect">
            <a:avLst>
              <a:gd name="adj" fmla="val 9859"/>
            </a:avLst>
          </a:prstGeom>
          <a:solidFill xmlns:a="http://schemas.openxmlformats.org/drawingml/2006/main">
            <a:srgbClr val="EAF1F8"/>
          </a:solidFill>
          <a:ln xmlns:a="http://schemas.openxmlformats.org/drawingml/2006/main" w="9525">
            <a:solidFill>
              <a:srgbClr val="A5BEDA"/>
            </a:solidFill>
            <a:prstDash val="solid"/>
          </a:ln>
        </p:spPr>
      </p:sp>
      <p:sp>
        <p:nvSpPr>
          <p:cNvPr id="35" name="Flow number 2">
            <a:extLst xmlns:a="http://schemas.openxmlformats.org/drawingml/2006/main">
              <a:ext uri="{FF2B5EF4-FFF2-40B4-BE49-F238E27FC236}">
                <a16:creationId xmlns:a16="http://schemas.microsoft.com/office/drawing/2014/main" id="{52A40B47-1B96-445C-8B8D-6A45D1E773D6}"/>
              </a:ext>
            </a:extLst>
          </p:cNvPr>
          <p:cNvSpPr>
            <a:spLocks xmlns:a="http://schemas.openxmlformats.org/drawingml/2006/main" noGrp="1"/>
          </p:cNvSpPr>
          <p:nvPr/>
        </p:nvSpPr>
        <p:spPr>
          <a:xfrm xmlns:a="http://schemas.openxmlformats.org/drawingml/2006/main">
            <a:off x="4667250" y="20764500"/>
            <a:ext cx="400050" cy="400050"/>
          </a:xfrm>
          <a:prstGeom xmlns:a="http://schemas.openxmlformats.org/drawingml/2006/main" prst="ellipse">
            <a:avLst/>
          </a:prstGeom>
          <a:solidFill xmlns:a="http://schemas.openxmlformats.org/drawingml/2006/main">
            <a:srgbClr val="2865AF"/>
          </a:solidFill>
          <a:ln xmlns:a="http://schemas.openxmlformats.org/drawingml/2006/main" w="9525">
            <a:solidFill>
              <a:srgbClr val="2865AF"/>
            </a:solidFill>
            <a:prstDash val="solid"/>
          </a:ln>
        </p:spPr>
        <p:txBody>
          <a:bodyPr xmlns:a="http://schemas.openxmlformats.org/drawingml/2006/main" anchor="ctr">
            <a:normAutofit fontScale="76131"/>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2</a:t>
            </a:r>
          </a:p>
        </p:txBody>
      </p:sp>
      <p:sp>
        <p:nvSpPr>
          <p:cNvPr id="36" name="Flow label 2">
            <a:extLst xmlns:a="http://schemas.openxmlformats.org/drawingml/2006/main">
              <a:ext uri="{FF2B5EF4-FFF2-40B4-BE49-F238E27FC236}">
                <a16:creationId xmlns:a16="http://schemas.microsoft.com/office/drawing/2014/main" id="{7E104ADA-A9C1-4EB1-9D2E-1F1CCEC3936B}"/>
              </a:ext>
            </a:extLst>
          </p:cNvPr>
          <p:cNvSpPr>
            <a:spLocks xmlns:a="http://schemas.openxmlformats.org/drawingml/2006/main" noGrp="1"/>
          </p:cNvSpPr>
          <p:nvPr/>
        </p:nvSpPr>
        <p:spPr>
          <a:xfrm xmlns:a="http://schemas.openxmlformats.org/drawingml/2006/main">
            <a:off x="5219700" y="20735925"/>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2865AF"/>
                </a:solidFill>
                <a:latin typeface="Arial"/>
                <a:ea typeface="Arial"/>
                <a:cs typeface="Arial"/>
              </a:defRPr>
            </a:pPr>
            <a:r>
              <a:rPr sz="2025" b="1" i="0">
                <a:solidFill>
                  <a:srgbClr val="2865AF"/>
                </a:solidFill>
                <a:latin typeface="Arial"/>
                <a:ea typeface="Arial"/>
                <a:cs typeface="Arial"/>
              </a:rPr>
              <a:t>Schätzen</a:t>
            </a:r>
          </a:p>
        </p:txBody>
      </p:sp>
      <p:sp>
        <p:nvSpPr>
          <p:cNvPr id="37" name="Flow description 2">
            <a:extLst xmlns:a="http://schemas.openxmlformats.org/drawingml/2006/main">
              <a:ext uri="{FF2B5EF4-FFF2-40B4-BE49-F238E27FC236}">
                <a16:creationId xmlns:a16="http://schemas.microsoft.com/office/drawing/2014/main" id="{ED3A6BD3-FCB8-4D9B-9EA2-04E4BE150DDB}"/>
              </a:ext>
            </a:extLst>
          </p:cNvPr>
          <p:cNvSpPr>
            <a:spLocks xmlns:a="http://schemas.openxmlformats.org/drawingml/2006/main" noGrp="1"/>
          </p:cNvSpPr>
          <p:nvPr/>
        </p:nvSpPr>
        <p:spPr>
          <a:xfrm xmlns:a="http://schemas.openxmlformats.org/drawingml/2006/main">
            <a:off x="4686300" y="21231225"/>
            <a:ext cx="28384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0" i="0">
                <a:solidFill>
                  <a:srgbClr val="202A34"/>
                </a:solidFill>
                <a:latin typeface="Arial"/>
                <a:ea typeface="Arial"/>
                <a:cs typeface="Arial"/>
              </a:defRPr>
            </a:pPr>
            <a:r>
              <a:rPr sz="1500" b="0" i="0">
                <a:solidFill>
                  <a:srgbClr val="202A34"/>
                </a:solidFill>
                <a:latin typeface="Arial"/>
                <a:ea typeface="Arial"/>
                <a:cs typeface="Arial"/>
              </a:rPr>
              <a:t>Richtung und Geschwindigkeit aus Bildfolgen</a:t>
            </a:r>
          </a:p>
        </p:txBody>
      </p:sp>
      <p:sp>
        <p:nvSpPr>
          <p:cNvPr id="38" name="Flow arrow 2">
            <a:extLst xmlns:a="http://schemas.openxmlformats.org/drawingml/2006/main">
              <a:ext uri="{FF2B5EF4-FFF2-40B4-BE49-F238E27FC236}">
                <a16:creationId xmlns:a16="http://schemas.microsoft.com/office/drawing/2014/main" id="{4648AB50-A7E0-465F-B7AC-45B131150B1C}"/>
              </a:ext>
            </a:extLst>
          </p:cNvPr>
          <p:cNvSpPr>
            <a:spLocks xmlns:a="http://schemas.openxmlformats.org/drawingml/2006/main" noGrp="1"/>
          </p:cNvSpPr>
          <p:nvPr/>
        </p:nvSpPr>
        <p:spPr>
          <a:xfrm xmlns:a="http://schemas.openxmlformats.org/drawingml/2006/main">
            <a:off x="7829550" y="21097875"/>
            <a:ext cx="371475" cy="333375"/>
          </a:xfrm>
          <a:prstGeom xmlns:a="http://schemas.openxmlformats.org/drawingml/2006/main" prst="rightArrow">
            <a:avLst/>
          </a:prstGeom>
          <a:solidFill xmlns:a="http://schemas.openxmlformats.org/drawingml/2006/main">
            <a:srgbClr val="2865AF"/>
          </a:solidFill>
          <a:ln xmlns:a="http://schemas.openxmlformats.org/drawingml/2006/main" w="9525">
            <a:solidFill>
              <a:srgbClr val="2865AF"/>
            </a:solidFill>
            <a:prstDash val="solid"/>
          </a:ln>
        </p:spPr>
        <p:txBody>
          <a:bodyPr xmlns:a="http://schemas.openxmlformats.org/drawingml/2006/main"/>
          <a:lstStyle xmlns:a="http://schemas.openxmlformats.org/drawingml/2006/main"/>
          <a:p xmlns:a="http://schemas.openxmlformats.org/drawingml/2006/main">
            <a:r>
              <a:t/>
            </a:r>
          </a:p>
        </p:txBody>
      </p:sp>
      <p:sp>
        <p:nvSpPr>
          <p:cNvPr id="39" name="Flow step 3">
            <a:extLst xmlns:a="http://schemas.openxmlformats.org/drawingml/2006/main">
              <a:ext uri="{FF2B5EF4-FFF2-40B4-BE49-F238E27FC236}">
                <a16:creationId xmlns:a16="http://schemas.microsoft.com/office/drawing/2014/main" id="{856187C6-C7BE-4285-BE63-A05532540E60}"/>
              </a:ext>
            </a:extLst>
          </p:cNvPr>
          <p:cNvSpPr>
            <a:spLocks xmlns:a="http://schemas.openxmlformats.org/drawingml/2006/main" noGrp="1"/>
          </p:cNvSpPr>
          <p:nvPr/>
        </p:nvSpPr>
        <p:spPr>
          <a:xfrm xmlns:a="http://schemas.openxmlformats.org/drawingml/2006/main">
            <a:off x="8324850" y="20593050"/>
            <a:ext cx="3219450" cy="1352550"/>
          </a:xfrm>
          <a:prstGeom xmlns:a="http://schemas.openxmlformats.org/drawingml/2006/main" prst="roundRect">
            <a:avLst>
              <a:gd name="adj" fmla="val 9859"/>
            </a:avLst>
          </a:prstGeom>
          <a:solidFill xmlns:a="http://schemas.openxmlformats.org/drawingml/2006/main">
            <a:srgbClr val="EAF1F8"/>
          </a:solidFill>
          <a:ln xmlns:a="http://schemas.openxmlformats.org/drawingml/2006/main" w="9525">
            <a:solidFill>
              <a:srgbClr val="A5BEDA"/>
            </a:solidFill>
            <a:prstDash val="solid"/>
          </a:ln>
        </p:spPr>
      </p:sp>
      <p:sp>
        <p:nvSpPr>
          <p:cNvPr id="40" name="Flow number 3">
            <a:extLst xmlns:a="http://schemas.openxmlformats.org/drawingml/2006/main">
              <a:ext uri="{FF2B5EF4-FFF2-40B4-BE49-F238E27FC236}">
                <a16:creationId xmlns:a16="http://schemas.microsoft.com/office/drawing/2014/main" id="{B06CBDDE-B486-40AC-83BC-7A90FD71AD84}"/>
              </a:ext>
            </a:extLst>
          </p:cNvPr>
          <p:cNvSpPr>
            <a:spLocks xmlns:a="http://schemas.openxmlformats.org/drawingml/2006/main" noGrp="1"/>
          </p:cNvSpPr>
          <p:nvPr/>
        </p:nvSpPr>
        <p:spPr>
          <a:xfrm xmlns:a="http://schemas.openxmlformats.org/drawingml/2006/main">
            <a:off x="8496300" y="20764500"/>
            <a:ext cx="400050" cy="400050"/>
          </a:xfrm>
          <a:prstGeom xmlns:a="http://schemas.openxmlformats.org/drawingml/2006/main" prst="ellipse">
            <a:avLst/>
          </a:prstGeom>
          <a:solidFill xmlns:a="http://schemas.openxmlformats.org/drawingml/2006/main">
            <a:srgbClr val="2865AF"/>
          </a:solidFill>
          <a:ln xmlns:a="http://schemas.openxmlformats.org/drawingml/2006/main" w="9525">
            <a:solidFill>
              <a:srgbClr val="2865AF"/>
            </a:solidFill>
            <a:prstDash val="solid"/>
          </a:ln>
        </p:spPr>
        <p:txBody>
          <a:bodyPr xmlns:a="http://schemas.openxmlformats.org/drawingml/2006/main" anchor="ctr">
            <a:normAutofit fontScale="76131"/>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3</a:t>
            </a:r>
          </a:p>
        </p:txBody>
      </p:sp>
      <p:sp>
        <p:nvSpPr>
          <p:cNvPr id="41" name="Flow label 3">
            <a:extLst xmlns:a="http://schemas.openxmlformats.org/drawingml/2006/main">
              <a:ext uri="{FF2B5EF4-FFF2-40B4-BE49-F238E27FC236}">
                <a16:creationId xmlns:a16="http://schemas.microsoft.com/office/drawing/2014/main" id="{EBB0F6EE-EEA2-4762-B6A5-681007C29708}"/>
              </a:ext>
            </a:extLst>
          </p:cNvPr>
          <p:cNvSpPr>
            <a:spLocks xmlns:a="http://schemas.openxmlformats.org/drawingml/2006/main" noGrp="1"/>
          </p:cNvSpPr>
          <p:nvPr/>
        </p:nvSpPr>
        <p:spPr>
          <a:xfrm xmlns:a="http://schemas.openxmlformats.org/drawingml/2006/main">
            <a:off x="9048750" y="20735925"/>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2865AF"/>
                </a:solidFill>
                <a:latin typeface="Arial"/>
                <a:ea typeface="Arial"/>
                <a:cs typeface="Arial"/>
              </a:defRPr>
            </a:pPr>
            <a:r>
              <a:rPr sz="2025" b="1" i="0">
                <a:solidFill>
                  <a:srgbClr val="2865AF"/>
                </a:solidFill>
                <a:latin typeface="Arial"/>
                <a:ea typeface="Arial"/>
                <a:cs typeface="Arial"/>
              </a:rPr>
              <a:t>Auswählen</a:t>
            </a:r>
          </a:p>
        </p:txBody>
      </p:sp>
      <p:sp>
        <p:nvSpPr>
          <p:cNvPr id="42" name="Flow description 3">
            <a:extLst xmlns:a="http://schemas.openxmlformats.org/drawingml/2006/main">
              <a:ext uri="{FF2B5EF4-FFF2-40B4-BE49-F238E27FC236}">
                <a16:creationId xmlns:a16="http://schemas.microsoft.com/office/drawing/2014/main" id="{1A74A479-992C-4CBB-B552-3038CA237FCC}"/>
              </a:ext>
            </a:extLst>
          </p:cNvPr>
          <p:cNvSpPr>
            <a:spLocks xmlns:a="http://schemas.openxmlformats.org/drawingml/2006/main" noGrp="1"/>
          </p:cNvSpPr>
          <p:nvPr/>
        </p:nvSpPr>
        <p:spPr>
          <a:xfrm xmlns:a="http://schemas.openxmlformats.org/drawingml/2006/main">
            <a:off x="8515350" y="21231225"/>
            <a:ext cx="28384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0" i="0">
                <a:solidFill>
                  <a:srgbClr val="202A34"/>
                </a:solidFill>
                <a:latin typeface="Arial"/>
                <a:ea typeface="Arial"/>
                <a:cs typeface="Arial"/>
              </a:defRPr>
            </a:pPr>
            <a:r>
              <a:rPr sz="1500" b="0" i="0">
                <a:solidFill>
                  <a:srgbClr val="202A34"/>
                </a:solidFill>
                <a:latin typeface="Arial"/>
                <a:ea typeface="Arial"/>
                <a:cs typeface="Arial"/>
              </a:rPr>
              <a:t>Nur noch erreichbare Ziele zulassen</a:t>
            </a:r>
          </a:p>
        </p:txBody>
      </p:sp>
      <p:sp>
        <p:nvSpPr>
          <p:cNvPr id="43" name="Flow arrow 3">
            <a:extLst xmlns:a="http://schemas.openxmlformats.org/drawingml/2006/main">
              <a:ext uri="{FF2B5EF4-FFF2-40B4-BE49-F238E27FC236}">
                <a16:creationId xmlns:a16="http://schemas.microsoft.com/office/drawing/2014/main" id="{199D03FF-EBCC-46F6-A0BC-01DA56A7C60D}"/>
              </a:ext>
            </a:extLst>
          </p:cNvPr>
          <p:cNvSpPr>
            <a:spLocks xmlns:a="http://schemas.openxmlformats.org/drawingml/2006/main" noGrp="1"/>
          </p:cNvSpPr>
          <p:nvPr/>
        </p:nvSpPr>
        <p:spPr>
          <a:xfrm xmlns:a="http://schemas.openxmlformats.org/drawingml/2006/main">
            <a:off x="11658600" y="21097875"/>
            <a:ext cx="371475" cy="333375"/>
          </a:xfrm>
          <a:prstGeom xmlns:a="http://schemas.openxmlformats.org/drawingml/2006/main" prst="rightArrow">
            <a:avLst/>
          </a:prstGeom>
          <a:solidFill xmlns:a="http://schemas.openxmlformats.org/drawingml/2006/main">
            <a:srgbClr val="2865AF"/>
          </a:solidFill>
          <a:ln xmlns:a="http://schemas.openxmlformats.org/drawingml/2006/main" w="9525">
            <a:solidFill>
              <a:srgbClr val="2865AF"/>
            </a:solidFill>
            <a:prstDash val="solid"/>
          </a:ln>
        </p:spPr>
        <p:txBody>
          <a:bodyPr xmlns:a="http://schemas.openxmlformats.org/drawingml/2006/main"/>
          <a:lstStyle xmlns:a="http://schemas.openxmlformats.org/drawingml/2006/main"/>
          <a:p xmlns:a="http://schemas.openxmlformats.org/drawingml/2006/main">
            <a:r>
              <a:t/>
            </a:r>
          </a:p>
        </p:txBody>
      </p:sp>
      <p:sp>
        <p:nvSpPr>
          <p:cNvPr id="44" name="Flow step 4">
            <a:extLst xmlns:a="http://schemas.openxmlformats.org/drawingml/2006/main">
              <a:ext uri="{FF2B5EF4-FFF2-40B4-BE49-F238E27FC236}">
                <a16:creationId xmlns:a16="http://schemas.microsoft.com/office/drawing/2014/main" id="{34CD39A8-21E0-4142-9F41-8533BB0ADBCA}"/>
              </a:ext>
            </a:extLst>
          </p:cNvPr>
          <p:cNvSpPr>
            <a:spLocks xmlns:a="http://schemas.openxmlformats.org/drawingml/2006/main" noGrp="1"/>
          </p:cNvSpPr>
          <p:nvPr/>
        </p:nvSpPr>
        <p:spPr>
          <a:xfrm xmlns:a="http://schemas.openxmlformats.org/drawingml/2006/main">
            <a:off x="12153900" y="20593050"/>
            <a:ext cx="3219450" cy="1352550"/>
          </a:xfrm>
          <a:prstGeom xmlns:a="http://schemas.openxmlformats.org/drawingml/2006/main" prst="roundRect">
            <a:avLst>
              <a:gd name="adj" fmla="val 9859"/>
            </a:avLst>
          </a:prstGeom>
          <a:solidFill xmlns:a="http://schemas.openxmlformats.org/drawingml/2006/main">
            <a:srgbClr val="EAF1F8"/>
          </a:solidFill>
          <a:ln xmlns:a="http://schemas.openxmlformats.org/drawingml/2006/main" w="9525">
            <a:solidFill>
              <a:srgbClr val="A5BEDA"/>
            </a:solidFill>
            <a:prstDash val="solid"/>
          </a:ln>
        </p:spPr>
      </p:sp>
      <p:sp>
        <p:nvSpPr>
          <p:cNvPr id="45" name="Flow number 4">
            <a:extLst xmlns:a="http://schemas.openxmlformats.org/drawingml/2006/main">
              <a:ext uri="{FF2B5EF4-FFF2-40B4-BE49-F238E27FC236}">
                <a16:creationId xmlns:a16="http://schemas.microsoft.com/office/drawing/2014/main" id="{5B47788E-5A0C-4FD9-ADA5-3224914D8855}"/>
              </a:ext>
            </a:extLst>
          </p:cNvPr>
          <p:cNvSpPr>
            <a:spLocks xmlns:a="http://schemas.openxmlformats.org/drawingml/2006/main" noGrp="1"/>
          </p:cNvSpPr>
          <p:nvPr/>
        </p:nvSpPr>
        <p:spPr>
          <a:xfrm xmlns:a="http://schemas.openxmlformats.org/drawingml/2006/main">
            <a:off x="12325350" y="20764500"/>
            <a:ext cx="400050" cy="400050"/>
          </a:xfrm>
          <a:prstGeom xmlns:a="http://schemas.openxmlformats.org/drawingml/2006/main" prst="ellipse">
            <a:avLst/>
          </a:prstGeom>
          <a:solidFill xmlns:a="http://schemas.openxmlformats.org/drawingml/2006/main">
            <a:srgbClr val="2865AF"/>
          </a:solidFill>
          <a:ln xmlns:a="http://schemas.openxmlformats.org/drawingml/2006/main" w="9525">
            <a:solidFill>
              <a:srgbClr val="2865AF"/>
            </a:solidFill>
            <a:prstDash val="solid"/>
          </a:ln>
        </p:spPr>
        <p:txBody>
          <a:bodyPr xmlns:a="http://schemas.openxmlformats.org/drawingml/2006/main" anchor="ctr">
            <a:normAutofit fontScale="76131"/>
          </a:bodyPr>
          <a:lstStyle xmlns:a="http://schemas.openxmlformats.org/drawingml/2006/main"/>
          <a:p xmlns:a="http://schemas.openxmlformats.org/drawingml/2006/main">
            <a:pPr algn="ctr">
              <a:defRPr sz="1650" b="1">
                <a:solidFill>
                  <a:srgbClr val="FFFFFF"/>
                </a:solidFill>
                <a:latin typeface="Arial"/>
                <a:ea typeface="Arial"/>
                <a:cs typeface="Arial"/>
              </a:defRPr>
            </a:pPr>
            <a:r>
              <a:rPr sz="1650" b="1">
                <a:solidFill>
                  <a:srgbClr val="FFFFFF"/>
                </a:solidFill>
                <a:latin typeface="Arial"/>
                <a:ea typeface="Arial"/>
                <a:cs typeface="Arial"/>
              </a:rPr>
              <a:t>4</a:t>
            </a:r>
          </a:p>
        </p:txBody>
      </p:sp>
      <p:sp>
        <p:nvSpPr>
          <p:cNvPr id="46" name="Flow label 4">
            <a:extLst xmlns:a="http://schemas.openxmlformats.org/drawingml/2006/main">
              <a:ext uri="{FF2B5EF4-FFF2-40B4-BE49-F238E27FC236}">
                <a16:creationId xmlns:a16="http://schemas.microsoft.com/office/drawing/2014/main" id="{6D3C5B2D-704C-4BDB-BC95-42914A4F2FE7}"/>
              </a:ext>
            </a:extLst>
          </p:cNvPr>
          <p:cNvSpPr>
            <a:spLocks xmlns:a="http://schemas.openxmlformats.org/drawingml/2006/main" noGrp="1"/>
          </p:cNvSpPr>
          <p:nvPr/>
        </p:nvSpPr>
        <p:spPr>
          <a:xfrm xmlns:a="http://schemas.openxmlformats.org/drawingml/2006/main">
            <a:off x="12877800" y="20735925"/>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5000"/>
              </a:lnSpc>
              <a:buNone/>
              <a:defRPr sz="2025" b="1" i="0">
                <a:solidFill>
                  <a:srgbClr val="2865AF"/>
                </a:solidFill>
                <a:latin typeface="Arial"/>
                <a:ea typeface="Arial"/>
                <a:cs typeface="Arial"/>
              </a:defRPr>
            </a:pPr>
            <a:r>
              <a:rPr sz="2025" b="1" i="0">
                <a:solidFill>
                  <a:srgbClr val="2865AF"/>
                </a:solidFill>
                <a:latin typeface="Arial"/>
                <a:ea typeface="Arial"/>
                <a:cs typeface="Arial"/>
              </a:rPr>
              <a:t>Greifen</a:t>
            </a:r>
          </a:p>
        </p:txBody>
      </p:sp>
      <p:sp>
        <p:nvSpPr>
          <p:cNvPr id="47" name="Flow description 4">
            <a:extLst xmlns:a="http://schemas.openxmlformats.org/drawingml/2006/main">
              <a:ext uri="{FF2B5EF4-FFF2-40B4-BE49-F238E27FC236}">
                <a16:creationId xmlns:a16="http://schemas.microsoft.com/office/drawing/2014/main" id="{2A8C75E9-1894-4D79-856F-7BCB6968C5DC}"/>
              </a:ext>
            </a:extLst>
          </p:cNvPr>
          <p:cNvSpPr>
            <a:spLocks xmlns:a="http://schemas.openxmlformats.org/drawingml/2006/main" noGrp="1"/>
          </p:cNvSpPr>
          <p:nvPr/>
        </p:nvSpPr>
        <p:spPr>
          <a:xfrm xmlns:a="http://schemas.openxmlformats.org/drawingml/2006/main">
            <a:off x="12344400" y="21231225"/>
            <a:ext cx="283845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0000"/>
              </a:lnSpc>
              <a:buNone/>
              <a:defRPr sz="1500" b="0" i="0">
                <a:solidFill>
                  <a:srgbClr val="202A34"/>
                </a:solidFill>
                <a:latin typeface="Arial"/>
                <a:ea typeface="Arial"/>
                <a:cs typeface="Arial"/>
              </a:defRPr>
            </a:pPr>
            <a:r>
              <a:rPr sz="1500" b="0" i="0">
                <a:solidFill>
                  <a:srgbClr val="202A34"/>
                </a:solidFill>
                <a:latin typeface="Arial"/>
                <a:ea typeface="Arial"/>
                <a:cs typeface="Arial"/>
              </a:rPr>
              <a:t>Folgen, schließen, anheben und ablegen</a:t>
            </a:r>
          </a:p>
        </p:txBody>
      </p:sp>
      <p:sp>
        <p:nvSpPr>
          <p:cNvPr id="48" name="Footer divider">
            <a:extLst xmlns:a="http://schemas.openxmlformats.org/drawingml/2006/main">
              <a:ext uri="{FF2B5EF4-FFF2-40B4-BE49-F238E27FC236}">
                <a16:creationId xmlns:a16="http://schemas.microsoft.com/office/drawing/2014/main" id="{D6F3E71C-0068-4CA4-AD0A-7022541BCD6E}"/>
              </a:ext>
            </a:extLst>
          </p:cNvPr>
          <p:cNvSpPr>
            <a:spLocks xmlns:a="http://schemas.openxmlformats.org/drawingml/2006/main" noGrp="1"/>
          </p:cNvSpPr>
          <p:nvPr/>
        </p:nvSpPr>
        <p:spPr>
          <a:xfrm xmlns:a="http://schemas.openxmlformats.org/drawingml/2006/main">
            <a:off x="666750" y="22250400"/>
            <a:ext cx="14706600" cy="0"/>
          </a:xfrm>
          <a:prstGeom xmlns:a="http://schemas.openxmlformats.org/drawingml/2006/main" prst="line">
            <a:avLst/>
          </a:prstGeom>
          <a:noFill xmlns:a="http://schemas.openxmlformats.org/drawingml/2006/main"/>
          <a:ln xmlns:a="http://schemas.openxmlformats.org/drawingml/2006/main" w="19050">
            <a:solidFill>
              <a:srgbClr val="2865AF"/>
            </a:solidFill>
            <a:prstDash val="solid"/>
          </a:ln>
        </p:spPr>
      </p:sp>
      <p:sp>
        <p:nvSpPr>
          <p:cNvPr id="49" name="Footer">
            <a:extLst xmlns:a="http://schemas.openxmlformats.org/drawingml/2006/main">
              <a:ext uri="{FF2B5EF4-FFF2-40B4-BE49-F238E27FC236}">
                <a16:creationId xmlns:a16="http://schemas.microsoft.com/office/drawing/2014/main" id="{20639A69-F4F7-4FFD-A790-D486CF263006}"/>
              </a:ext>
            </a:extLst>
          </p:cNvPr>
          <p:cNvSpPr>
            <a:spLocks xmlns:a="http://schemas.openxmlformats.org/drawingml/2006/main" noGrp="1"/>
          </p:cNvSpPr>
          <p:nvPr/>
        </p:nvSpPr>
        <p:spPr>
          <a:xfrm xmlns:a="http://schemas.openxmlformats.org/drawingml/2006/main">
            <a:off x="666750" y="22374225"/>
            <a:ext cx="14706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5000"/>
              </a:lnSpc>
              <a:buNone/>
              <a:defRPr sz="1275" b="0" i="0">
                <a:solidFill>
                  <a:srgbClr val="55616D"/>
                </a:solidFill>
                <a:latin typeface="Arial"/>
                <a:ea typeface="Arial"/>
                <a:cs typeface="Arial"/>
              </a:defRPr>
            </a:pPr>
            <a:r>
              <a:rPr sz="1275" b="0" i="0">
                <a:solidFill>
                  <a:srgbClr val="55616D"/>
                </a:solidFill>
                <a:latin typeface="Arial"/>
                <a:ea typeface="Arial"/>
                <a:cs typeface="Arial"/>
              </a:rPr>
              <a:t>Forschungs- und Entwicklungsprojekt  |  Sommer-Semester 2026</a:t>
            </a:r>
          </a:p>
        </p:txBody>
      </p:sp>
    </p:spTree>
    <p:extLst>
      <p:ext uri="{BB962C8B-B14F-4D97-AF65-F5344CB8AC3E}">
        <p14:creationId xmlns:p14="http://schemas.microsoft.com/office/powerpoint/2010/main" val="2039414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2026-10-01T17:56:29.0750000Z</dcterms:created>
  <dcterms:modified xsi:type="dcterms:W3CDTF">2026-10-01T17:56:29.0750000Z</dcterms:modified>
</coreProperties>
</file>