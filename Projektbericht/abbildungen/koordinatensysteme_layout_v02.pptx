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cfc7363cca45a8" /><Relationship Type="http://schemas.openxmlformats.org/officeDocument/2006/relationships/extended-properties" Target="/docProps/app.xml" Id="R5ede902aaa8a43f8" /><Relationship Type="http://schemas.openxmlformats.org/officeDocument/2006/relationships/officeDocument" Target="/ppt/presentation.xml" Id="R13aa883575d44a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7a001b242d4b2a"/>
  </p:sldMasterIdLst>
  <p:notesMasterIdLst>
    <p:notesMasterId xmlns:r="http://schemas.openxmlformats.org/officeDocument/2006/relationships" r:id="R6507f78194b84e1d"/>
  </p:notesMasterIdLst>
  <p:sldIdLst>
    <p:sldId xmlns:r="http://schemas.openxmlformats.org/officeDocument/2006/relationships" id="256" r:id="Rd4c6e7968f8043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fad13074824bd7" /><Relationship Type="http://schemas.openxmlformats.org/officeDocument/2006/relationships/slideMaster" Target="/ppt/slideMasters/slideMaster1.xml" Id="Rb57a001b242d4b2a" /><Relationship Type="http://schemas.openxmlformats.org/officeDocument/2006/relationships/notesMaster" Target="/ppt/notesMasters/notesMaster1.xml" Id="R6507f78194b84e1d" /><Relationship Type="http://schemas.openxmlformats.org/officeDocument/2006/relationships/presProps" Target="/ppt/presProps.xml" Id="R0f049815dc714234" /><Relationship Type="http://schemas.openxmlformats.org/officeDocument/2006/relationships/tableStyles" Target="/ppt/tableStyles.xml" Id="R3d700a4eaaf44588" /><Relationship Type="http://schemas.openxmlformats.org/officeDocument/2006/relationships/slide" Target="/ppt/slides/slide1.xml" Id="Rd4c6e7968f8043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4b5b025ee24d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77432d7a624061" /><Relationship Type="http://schemas.openxmlformats.org/officeDocument/2006/relationships/notesMaster" Target="/ppt/notesMasters/notesMaster1.xml" Id="Rc71ca92357ac45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Quellen: Projektgruppe Robotertetris, Systemgraph, Architekturentscheidungen und Dokumentation der Projektanwendung, Stand 28.09.2026; Arbeitsgespräch am 30.09.2026.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0ded99d32c43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7c3df2b193498d" /><Relationship Type="http://schemas.openxmlformats.org/officeDocument/2006/relationships/slideLayout" Target="/ppt/slideLayouts/slideLayout1.xml" Id="Rf66ffe2877234f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6ffe2877234f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4efb2a55b41ea" /><Relationship Type="http://schemas.openxmlformats.org/officeDocument/2006/relationships/notesSlide" Target="/ppt/notesSlides/notesSlide1.xml" Id="R3e02fc50b11349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925783-4355-41EB-9EF2-C8E6ADB0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Bezugssysteme und Greifgeometrie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163F4-5D39-423A-89B1-E37339ED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0BB75-3476-4CAA-80FC-A0FD8C71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66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Draufsicht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D64D5-114C-4DF4-B7B6-9339A381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2381250" cy="3952875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13335">
            <a:solidFill>
              <a:srgbClr val="5C67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05C81-71DC-4305-B37D-C7AB64C4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23812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9525">
            <a:solidFill>
              <a:srgbClr val="5C67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4DB20-384F-40F7-B795-CE00B3C4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91125"/>
            <a:ext cx="23812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0E3"/>
          </a:solidFill>
          <a:ln xmlns:a="http://schemas.openxmlformats.org/drawingml/2006/main" w="9525">
            <a:solidFill>
              <a:srgbClr val="5C677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0DE29-FD94-4C67-AF1D-46D64301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Bandanfang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7C9CD-E6FE-4BE0-ADCE-15387F89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Bandende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A4A5FA-6316-4712-A418-CE49F130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8132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Förderband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09D87-313B-443F-BFD6-1A2FBC0C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52600"/>
            <a:ext cx="247650" cy="1028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4149A-4FB1-468B-9E50-0D60772D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145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917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Bandlaufrichtung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0D2D2-F5B8-4EED-9B13-632D6620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104900"/>
            <a:ext cx="5715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3AAC4-6C84-42EF-9731-45CB0C96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57275"/>
            <a:ext cx="128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Basiskamera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8B693-E344-473A-BAE7-98F03CB8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1083A8-3D94-4DE0-808C-F5949071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81150"/>
            <a:ext cx="666750" cy="123825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A6D235-7FB5-4B97-8F08-77E7A590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685925"/>
            <a:ext cx="123825" cy="590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46AD1-7702-4A2E-8839-D1AAA811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40017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X+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F2620-ACBE-4FD1-985A-00B71C38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336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Y+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F9A19-97E4-4803-AF40-37B6DD52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324100"/>
            <a:ext cx="1428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85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conveyor_frame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9EAAA-BDDA-45B8-B05D-EA901F8C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19325"/>
            <a:ext cx="1238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32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9D0E3-39D4-4A20-ABA7-FEE00EFC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Ablagekiste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41B06A-9728-4B94-9B82-B4471B7D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Ablageposition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65C6E0-DE2F-4557-A37C-441D666E3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142875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DCE3E6"/>
          </a:solidFill>
          <a:ln xmlns:a="http://schemas.openxmlformats.org/drawingml/2006/main" w="14288">
            <a:solidFill>
              <a:srgbClr val="263238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UR10e</a:t>
            </a:r>
          </a:p>
          <a:p xmlns:a="http://schemas.openxmlformats.org/drawingml/2006/main">
            <a:pPr>
              <a:defRPr sz="1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Roboterbasis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2EE794-B7F3-4D38-A316-49D61410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7B648E-4FAF-43ED-BC95-12AA3872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72000"/>
            <a:ext cx="666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FED639-74F5-4AFC-AE91-9C8AA1E4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90950"/>
            <a:ext cx="142875" cy="742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A8F984-8764-4E51-972B-2B7FC321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910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X+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5FFF7E-1F65-4F51-8D6F-D46CEAF9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576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Y+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9C948-D57E-4E03-BDBD-6582B55C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52975"/>
            <a:ext cx="5524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857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B8F67E-EAB8-4E7D-AA9A-B04A8EFE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Förderbewegung: world-Y−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278445-4386-4374-B17B-832375F7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23950"/>
            <a:ext cx="0" cy="457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D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6400DB-1794-4B56-9D43-9018457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066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C6770"/>
                </a:solidFill>
                <a:latin typeface="Arial"/>
                <a:ea typeface="Arial"/>
                <a:cs typeface="Arial"/>
              </a:rPr>
              <a:t>Vertikaler Bezug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A5D518-FBEC-4BA0-8037-AF7F54DA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62500"/>
            <a:ext cx="2047875" cy="1714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1F2"/>
          </a:solidFill>
          <a:ln xmlns:a="http://schemas.openxmlformats.org/drawingml/2006/main" w="9525">
            <a:solidFill>
              <a:srgbClr val="5C677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C6B804-58AA-40F0-B8DF-96E111A6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911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Bandebene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986939-8EAE-44C5-897A-820127EA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76500"/>
            <a:ext cx="1095375" cy="3524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323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66932C-BC54-454F-AA53-78DEFA61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05075"/>
            <a:ext cx="10382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9444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Flansch</a:t>
            </a:r>
          </a:p>
          <a:p xmlns:a="http://schemas.openxmlformats.org/drawingml/2006/main">
            <a:pPr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`ur_tool0`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A7916B-18BC-4F18-A8E0-441EC346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4000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0">
            <a:solidFill>
              <a:srgbClr val="147EA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8B0E6A-E2BD-4EEA-B326-DAEDDD68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05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Griffpunkt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7A686E-BD06-40C0-8B02-1C491F96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838450"/>
            <a:ext cx="0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6770"/>
            </a:solidFill>
            <a:prstDash val="dash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A82666-B701-499B-BDEA-553CAF5D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19500"/>
            <a:ext cx="152400" cy="10001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47EAE"/>
          </a:solidFill>
          <a:ln xmlns:a="http://schemas.openxmlformats.org/drawingml/2006/main" w="4763">
            <a:solidFill>
              <a:srgbClr val="147EA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C8C113-94A0-439C-95EE-6A826624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3718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47EA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47EAE"/>
                </a:solidFill>
                <a:latin typeface="Arial"/>
                <a:ea typeface="Arial"/>
                <a:cs typeface="Arial"/>
              </a:rPr>
              <a:t>world-Z+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256EDB-F940-4F37-A259-65B7D828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816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Geregelte Pose:</a:t>
            </a:r>
          </a:p>
          <a:p xmlns:a="http://schemas.openxmlformats.org/drawingml/2006/main">
            <a:pPr>
              <a:defRPr sz="1125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Flansch, nicht TCP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4D629E-3B92-4C18-B9A3-DD26868C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`conveyor_frame` dient nur der anfänglichen Kalibrierung.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2CF87F-FCF5-4723-A63F-7DD3EC0F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286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C67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C6770"/>
                </a:solidFill>
                <a:latin typeface="Arial"/>
                <a:ea typeface="Arial"/>
                <a:cs typeface="Arial"/>
              </a:rPr>
              <a:t>Entwurf für den Projektbericht</a:t>
            </a:r>
          </a:p>
        </p:txBody>
      </p:sp>
    </p:spTree>
    <p:extLst>
      <p:ext uri="{BB962C8B-B14F-4D97-AF65-F5344CB8AC3E}">
        <p14:creationId xmlns:p14="http://schemas.microsoft.com/office/powerpoint/2010/main" val="1666485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2026-09-30T13:58:30.5180000Z</dcterms:created>
  <dcterms:modified xsi:type="dcterms:W3CDTF">2026-09-30T13:58:30.5180000Z</dcterms:modified>
</coreProperties>
</file>