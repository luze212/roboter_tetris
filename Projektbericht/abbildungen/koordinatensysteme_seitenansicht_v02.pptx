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Unger" userId="0a5458e38b5f4a0f" providerId="LiveId" clId="{5C6CAE59-BAC7-4E9C-B1A6-AA8C1CFC41BD}"/>
    <pc:docChg chg="custSel modSld">
      <pc:chgData name="Tobias Unger" userId="0a5458e38b5f4a0f" providerId="LiveId" clId="{5C6CAE59-BAC7-4E9C-B1A6-AA8C1CFC41BD}" dt="2026-09-30T14:45:42.002" v="20" actId="1036"/>
      <pc:docMkLst>
        <pc:docMk/>
      </pc:docMkLst>
      <pc:sldChg chg="modSp mod">
        <pc:chgData name="Tobias Unger" userId="0a5458e38b5f4a0f" providerId="LiveId" clId="{5C6CAE59-BAC7-4E9C-B1A6-AA8C1CFC41BD}" dt="2026-09-30T14:45:42.002" v="20" actId="1036"/>
        <pc:sldMkLst>
          <pc:docMk/>
          <pc:sldMk cId="1236752206" sldId="256"/>
        </pc:sldMkLst>
        <pc:spChg chg="mod">
          <ac:chgData name="Tobias Unger" userId="0a5458e38b5f4a0f" providerId="LiveId" clId="{5C6CAE59-BAC7-4E9C-B1A6-AA8C1CFC41BD}" dt="2026-09-30T14:45:21.652" v="2" actId="14100"/>
          <ac:spMkLst>
            <pc:docMk/>
            <pc:sldMk cId="1236752206" sldId="256"/>
            <ac:spMk id="10" creationId="{A3C7240B-D6B3-4256-864E-C281614DDCB4}"/>
          </ac:spMkLst>
        </pc:spChg>
        <pc:spChg chg="mod">
          <ac:chgData name="Tobias Unger" userId="0a5458e38b5f4a0f" providerId="LiveId" clId="{5C6CAE59-BAC7-4E9C-B1A6-AA8C1CFC41BD}" dt="2026-09-30T14:45:26.993" v="5" actId="1076"/>
          <ac:spMkLst>
            <pc:docMk/>
            <pc:sldMk cId="1236752206" sldId="256"/>
            <ac:spMk id="11" creationId="{E8F21811-9957-45AC-A7ED-BE312CEE025A}"/>
          </ac:spMkLst>
        </pc:spChg>
        <pc:spChg chg="mod">
          <ac:chgData name="Tobias Unger" userId="0a5458e38b5f4a0f" providerId="LiveId" clId="{5C6CAE59-BAC7-4E9C-B1A6-AA8C1CFC41BD}" dt="2026-09-30T14:45:42.002" v="20" actId="1036"/>
          <ac:spMkLst>
            <pc:docMk/>
            <pc:sldMk cId="1236752206" sldId="256"/>
            <ac:spMk id="12" creationId="{10FAA03F-3EA9-4F20-B0C9-11D4021E11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Quelle: Projektgruppe Robotertetris, Systemgraph, Architekturentscheidungen und Dokumentation der Projektanwendung, Stand 28.09.2026.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70C14F97-9C6D-42E5-8ABE-582A49F4269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722"/>
          </a:bodyPr>
          <a:lstStyle/>
          <a:p>
            <a:pPr>
              <a:defRPr sz="180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Seitenansicht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1AEFA77-CA09-40AB-AC5F-D14E0BC1E89A}"/>
              </a:ext>
            </a:extLst>
          </p:cNvPr>
          <p:cNvSpPr>
            <a:spLocks noGrp="1"/>
          </p:cNvSpPr>
          <p:nvPr/>
        </p:nvSpPr>
        <p:spPr>
          <a:xfrm>
            <a:off x="1000125" y="5114925"/>
            <a:ext cx="10001250" cy="190500"/>
          </a:xfrm>
          <a:prstGeom prst="roundRect">
            <a:avLst>
              <a:gd name="adj" fmla="val 15000"/>
            </a:avLst>
          </a:prstGeom>
          <a:solidFill>
            <a:srgbClr val="EEF1F2"/>
          </a:solidFill>
          <a:ln w="11430">
            <a:solidFill>
              <a:srgbClr val="5C6770"/>
            </a:solidFill>
            <a:prstDash val="solid"/>
          </a:ln>
        </p:spPr>
      </p:sp>
      <p:sp>
        <p:nvSpPr>
          <p:cNvPr id="3" name="Gerader Verbinder 2">
            <a:extLst>
              <a:ext uri="{FF2B5EF4-FFF2-40B4-BE49-F238E27FC236}">
                <a16:creationId xmlns:a16="http://schemas.microsoft.com/office/drawing/2014/main" id="{F612461C-0902-44B4-8B80-B6AF7B010AF0}"/>
              </a:ext>
            </a:extLst>
          </p:cNvPr>
          <p:cNvSpPr>
            <a:spLocks noGrp="1"/>
          </p:cNvSpPr>
          <p:nvPr/>
        </p:nvSpPr>
        <p:spPr>
          <a:xfrm>
            <a:off x="1000125" y="5314950"/>
            <a:ext cx="10001250" cy="0"/>
          </a:xfrm>
          <a:prstGeom prst="line">
            <a:avLst/>
          </a:prstGeom>
          <a:noFill/>
          <a:ln w="19050">
            <a:solidFill>
              <a:srgbClr val="5C6770"/>
            </a:solidFill>
            <a:prstDash val="solid"/>
          </a:ln>
        </p:spPr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D8D4E4-018A-4A1A-9AE7-C2BE91536182}"/>
              </a:ext>
            </a:extLst>
          </p:cNvPr>
          <p:cNvSpPr>
            <a:spLocks noGrp="1"/>
          </p:cNvSpPr>
          <p:nvPr/>
        </p:nvSpPr>
        <p:spPr>
          <a:xfrm>
            <a:off x="4619625" y="542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185"/>
          </a:bodyPr>
          <a:lstStyle/>
          <a:p>
            <a:pPr>
              <a:defRPr sz="13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Förderbandebene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28CF424-FC5D-4F77-ACC0-C98E32D0AF10}"/>
              </a:ext>
            </a:extLst>
          </p:cNvPr>
          <p:cNvSpPr>
            <a:spLocks noGrp="1"/>
          </p:cNvSpPr>
          <p:nvPr/>
        </p:nvSpPr>
        <p:spPr>
          <a:xfrm>
            <a:off x="1762125" y="4514850"/>
            <a:ext cx="1619250" cy="495300"/>
          </a:xfrm>
          <a:prstGeom prst="roundRect">
            <a:avLst>
              <a:gd name="adj" fmla="val 15385"/>
            </a:avLst>
          </a:prstGeom>
          <a:solidFill>
            <a:srgbClr val="DCE3E6"/>
          </a:solidFill>
          <a:ln w="14288">
            <a:solidFill>
              <a:srgbClr val="263238"/>
            </a:solidFill>
            <a:prstDash val="solid"/>
          </a:ln>
        </p:spPr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9F5EE36-07C4-42F7-910F-3EBCF4D36B82}"/>
              </a:ext>
            </a:extLst>
          </p:cNvPr>
          <p:cNvSpPr>
            <a:spLocks noGrp="1"/>
          </p:cNvSpPr>
          <p:nvPr/>
        </p:nvSpPr>
        <p:spPr>
          <a:xfrm>
            <a:off x="2238375" y="4143375"/>
            <a:ext cx="666750" cy="400050"/>
          </a:xfrm>
          <a:prstGeom prst="roundRect">
            <a:avLst>
              <a:gd name="adj" fmla="val 9524"/>
            </a:avLst>
          </a:prstGeom>
          <a:solidFill>
            <a:srgbClr val="DCE3E6"/>
          </a:solidFill>
          <a:ln w="14288">
            <a:solidFill>
              <a:srgbClr val="263238"/>
            </a:solidFill>
            <a:prstDash val="solid"/>
          </a:ln>
        </p:spPr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BB63D8F-5D32-44E5-BA54-66478E9DC9D7}"/>
              </a:ext>
            </a:extLst>
          </p:cNvPr>
          <p:cNvSpPr>
            <a:spLocks noGrp="1"/>
          </p:cNvSpPr>
          <p:nvPr/>
        </p:nvSpPr>
        <p:spPr>
          <a:xfrm>
            <a:off x="2743200" y="3829050"/>
            <a:ext cx="342900" cy="342900"/>
          </a:xfrm>
          <a:prstGeom prst="ellipse">
            <a:avLst/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12049C4-3BDA-4F11-A324-DBE3BF129893}"/>
              </a:ext>
            </a:extLst>
          </p:cNvPr>
          <p:cNvSpPr>
            <a:spLocks noGrp="1"/>
          </p:cNvSpPr>
          <p:nvPr/>
        </p:nvSpPr>
        <p:spPr>
          <a:xfrm rot="-2100000">
            <a:off x="2781300" y="3286125"/>
            <a:ext cx="2000250" cy="209550"/>
          </a:xfrm>
          <a:prstGeom prst="roundRect">
            <a:avLst>
              <a:gd name="adj" fmla="val 31818"/>
            </a:avLst>
          </a:prstGeom>
          <a:solidFill>
            <a:srgbClr val="DCE3E6"/>
          </a:solidFill>
          <a:ln w="0">
            <a:solidFill>
              <a:srgbClr val="DCE3E6"/>
            </a:solidFill>
            <a:prstDash val="solid"/>
          </a:ln>
        </p:spPr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812ED23-85DA-4146-8CAF-69A41E83AD9D}"/>
              </a:ext>
            </a:extLst>
          </p:cNvPr>
          <p:cNvSpPr>
            <a:spLocks noGrp="1"/>
          </p:cNvSpPr>
          <p:nvPr/>
        </p:nvSpPr>
        <p:spPr>
          <a:xfrm>
            <a:off x="4324350" y="2705100"/>
            <a:ext cx="361950" cy="361950"/>
          </a:xfrm>
          <a:prstGeom prst="ellipse">
            <a:avLst/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</p:sp>
      <p:sp>
        <p:nvSpPr>
          <p:cNvPr id="10" name="Gerader Verbinder 9">
            <a:extLst>
              <a:ext uri="{FF2B5EF4-FFF2-40B4-BE49-F238E27FC236}">
                <a16:creationId xmlns:a16="http://schemas.microsoft.com/office/drawing/2014/main" id="{A3C7240B-D6B3-4256-864E-C281614DDCB4}"/>
              </a:ext>
            </a:extLst>
          </p:cNvPr>
          <p:cNvSpPr>
            <a:spLocks noGrp="1"/>
          </p:cNvSpPr>
          <p:nvPr/>
        </p:nvSpPr>
        <p:spPr>
          <a:xfrm flipV="1">
            <a:off x="4524375" y="2498939"/>
            <a:ext cx="1219200" cy="361949"/>
          </a:xfrm>
          <a:prstGeom prst="line">
            <a:avLst/>
          </a:prstGeom>
          <a:noFill/>
          <a:ln w="209550">
            <a:solidFill>
              <a:srgbClr val="DCE3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8F21811-9957-45AC-A7ED-BE312CEE025A}"/>
              </a:ext>
            </a:extLst>
          </p:cNvPr>
          <p:cNvSpPr>
            <a:spLocks noGrp="1"/>
          </p:cNvSpPr>
          <p:nvPr/>
        </p:nvSpPr>
        <p:spPr>
          <a:xfrm>
            <a:off x="5565457" y="2325859"/>
            <a:ext cx="323850" cy="323850"/>
          </a:xfrm>
          <a:prstGeom prst="ellipse">
            <a:avLst/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10FAA03F-3EA9-4F20-B0C9-11D4021E116D}"/>
              </a:ext>
            </a:extLst>
          </p:cNvPr>
          <p:cNvSpPr>
            <a:spLocks noGrp="1"/>
          </p:cNvSpPr>
          <p:nvPr/>
        </p:nvSpPr>
        <p:spPr>
          <a:xfrm rot="1683492">
            <a:off x="5587166" y="2585714"/>
            <a:ext cx="1047750" cy="171450"/>
          </a:xfrm>
          <a:prstGeom prst="roundRect">
            <a:avLst>
              <a:gd name="adj" fmla="val 33333"/>
            </a:avLst>
          </a:prstGeom>
          <a:solidFill>
            <a:srgbClr val="DCE3E6"/>
          </a:solidFill>
          <a:ln w="0">
            <a:solidFill>
              <a:srgbClr val="DCE3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F360301-17D9-4C5B-A512-DC0A8F672356}"/>
              </a:ext>
            </a:extLst>
          </p:cNvPr>
          <p:cNvSpPr>
            <a:spLocks noGrp="1"/>
          </p:cNvSpPr>
          <p:nvPr/>
        </p:nvSpPr>
        <p:spPr>
          <a:xfrm>
            <a:off x="6353175" y="2724150"/>
            <a:ext cx="304800" cy="304800"/>
          </a:xfrm>
          <a:prstGeom prst="ellipse">
            <a:avLst/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35E9623-66B0-4C98-BC19-942F733CA1EC}"/>
              </a:ext>
            </a:extLst>
          </p:cNvPr>
          <p:cNvSpPr>
            <a:spLocks noGrp="1"/>
          </p:cNvSpPr>
          <p:nvPr/>
        </p:nvSpPr>
        <p:spPr>
          <a:xfrm>
            <a:off x="1952625" y="46101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158"/>
          </a:bodyPr>
          <a:lstStyle/>
          <a:p>
            <a:pPr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UR10e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87284D-77F4-4DBC-B33F-AECF4C840C2A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/>
          </a:bodyPr>
          <a:lstStyle/>
          <a:p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E7AEB55-10E4-4F68-A0AC-D64924AF216D}"/>
              </a:ext>
            </a:extLst>
          </p:cNvPr>
          <p:cNvSpPr>
            <a:spLocks noGrp="1"/>
          </p:cNvSpPr>
          <p:nvPr/>
        </p:nvSpPr>
        <p:spPr>
          <a:xfrm>
            <a:off x="6448425" y="2800350"/>
            <a:ext cx="133350" cy="133350"/>
          </a:xfrm>
          <a:prstGeom prst="ellipse">
            <a:avLst/>
          </a:prstGeom>
          <a:solidFill>
            <a:srgbClr val="147EAE"/>
          </a:solidFill>
          <a:ln w="0">
            <a:solidFill>
              <a:srgbClr val="147EAE"/>
            </a:solidFill>
            <a:prstDash val="solid"/>
          </a:ln>
        </p:spPr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AEAA85E-11E1-4A22-A1EA-8200054D1924}"/>
              </a:ext>
            </a:extLst>
          </p:cNvPr>
          <p:cNvSpPr>
            <a:spLocks noGrp="1"/>
          </p:cNvSpPr>
          <p:nvPr/>
        </p:nvSpPr>
        <p:spPr>
          <a:xfrm>
            <a:off x="6896100" y="253365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259"/>
          </a:bodyPr>
          <a:lstStyle/>
          <a:p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Ursprung `ur_tool0`</a:t>
            </a:r>
          </a:p>
          <a:p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Flansch</a:t>
            </a:r>
          </a:p>
        </p:txBody>
      </p:sp>
      <p:sp>
        <p:nvSpPr>
          <p:cNvPr id="18" name="Gerader Verbinder 17">
            <a:extLst>
              <a:ext uri="{FF2B5EF4-FFF2-40B4-BE49-F238E27FC236}">
                <a16:creationId xmlns:a16="http://schemas.microsoft.com/office/drawing/2014/main" id="{E54A5927-07D2-4C42-B939-3EBB9B48C681}"/>
              </a:ext>
            </a:extLst>
          </p:cNvPr>
          <p:cNvSpPr>
            <a:spLocks noGrp="1"/>
          </p:cNvSpPr>
          <p:nvPr/>
        </p:nvSpPr>
        <p:spPr>
          <a:xfrm>
            <a:off x="6515100" y="2933700"/>
            <a:ext cx="0" cy="495300"/>
          </a:xfrm>
          <a:prstGeom prst="line">
            <a:avLst/>
          </a:prstGeom>
          <a:noFill/>
          <a:ln w="11430">
            <a:solidFill>
              <a:srgbClr val="5C6770"/>
            </a:solidFill>
            <a:prstDash val="dash"/>
          </a:ln>
        </p:spPr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E2B375A-3D1F-49EC-9736-73B4AD2088FD}"/>
              </a:ext>
            </a:extLst>
          </p:cNvPr>
          <p:cNvSpPr>
            <a:spLocks noGrp="1"/>
          </p:cNvSpPr>
          <p:nvPr/>
        </p:nvSpPr>
        <p:spPr>
          <a:xfrm>
            <a:off x="6229350" y="3429000"/>
            <a:ext cx="571500" cy="723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263238"/>
            </a:solidFill>
            <a:prstDash val="solid"/>
          </a:ln>
        </p:spPr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31A33174-138D-4D9A-98B6-366125554841}"/>
              </a:ext>
            </a:extLst>
          </p:cNvPr>
          <p:cNvSpPr>
            <a:spLocks noGrp="1"/>
          </p:cNvSpPr>
          <p:nvPr/>
        </p:nvSpPr>
        <p:spPr>
          <a:xfrm>
            <a:off x="6115050" y="4095750"/>
            <a:ext cx="171450" cy="666750"/>
          </a:xfrm>
          <a:prstGeom prst="roundRect">
            <a:avLst>
              <a:gd name="adj" fmla="val 11111"/>
            </a:avLst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7C8EE4D-8B2B-453C-A039-98C67321CF14}"/>
              </a:ext>
            </a:extLst>
          </p:cNvPr>
          <p:cNvSpPr>
            <a:spLocks noGrp="1"/>
          </p:cNvSpPr>
          <p:nvPr/>
        </p:nvSpPr>
        <p:spPr>
          <a:xfrm>
            <a:off x="6743700" y="4095750"/>
            <a:ext cx="171450" cy="666750"/>
          </a:xfrm>
          <a:prstGeom prst="roundRect">
            <a:avLst>
              <a:gd name="adj" fmla="val 11111"/>
            </a:avLst>
          </a:prstGeom>
          <a:solidFill>
            <a:srgbClr val="DCE3E6"/>
          </a:solidFill>
          <a:ln w="11430">
            <a:solidFill>
              <a:srgbClr val="263238"/>
            </a:solidFill>
            <a:prstDash val="solid"/>
          </a:ln>
        </p:spPr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579F97A-DBFC-4DEB-9BB7-FC5886EDEE85}"/>
              </a:ext>
            </a:extLst>
          </p:cNvPr>
          <p:cNvSpPr>
            <a:spLocks noGrp="1"/>
          </p:cNvSpPr>
          <p:nvPr/>
        </p:nvSpPr>
        <p:spPr>
          <a:xfrm>
            <a:off x="6953250" y="36957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4583"/>
          </a:bodyPr>
          <a:lstStyle/>
          <a:p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Greifer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6A9037B-2EBE-423B-96D9-1B30682872B6}"/>
              </a:ext>
            </a:extLst>
          </p:cNvPr>
          <p:cNvSpPr>
            <a:spLocks noGrp="1"/>
          </p:cNvSpPr>
          <p:nvPr/>
        </p:nvSpPr>
        <p:spPr>
          <a:xfrm>
            <a:off x="6467475" y="4743450"/>
            <a:ext cx="114300" cy="114300"/>
          </a:xfrm>
          <a:prstGeom prst="ellipse">
            <a:avLst/>
          </a:prstGeom>
          <a:solidFill>
            <a:srgbClr val="147EAE"/>
          </a:solidFill>
          <a:ln w="0">
            <a:solidFill>
              <a:srgbClr val="147EAE"/>
            </a:solidFill>
            <a:prstDash val="solid"/>
          </a:ln>
        </p:spPr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BC38E78-3C26-4112-B37F-925446C5B61C}"/>
              </a:ext>
            </a:extLst>
          </p:cNvPr>
          <p:cNvSpPr>
            <a:spLocks noGrp="1"/>
          </p:cNvSpPr>
          <p:nvPr/>
        </p:nvSpPr>
        <p:spPr>
          <a:xfrm>
            <a:off x="6896100" y="462915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/>
          </a:bodyPr>
          <a:lstStyle/>
          <a:p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Griffpunkt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7F6BE5C-FCBB-4D57-8345-AB4146AFF4CB}"/>
              </a:ext>
            </a:extLst>
          </p:cNvPr>
          <p:cNvSpPr>
            <a:spLocks noGrp="1"/>
          </p:cNvSpPr>
          <p:nvPr/>
        </p:nvSpPr>
        <p:spPr>
          <a:xfrm>
            <a:off x="2543175" y="5010150"/>
            <a:ext cx="95250" cy="95250"/>
          </a:xfrm>
          <a:prstGeom prst="ellipse">
            <a:avLst/>
          </a:prstGeom>
          <a:solidFill>
            <a:srgbClr val="147EAE"/>
          </a:solidFill>
          <a:ln w="0">
            <a:solidFill>
              <a:srgbClr val="147EAE"/>
            </a:solidFill>
            <a:prstDash val="solid"/>
          </a:ln>
        </p:spPr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AABAB4D6-9F08-4D1F-B004-EFD9388B8B1B}"/>
              </a:ext>
            </a:extLst>
          </p:cNvPr>
          <p:cNvSpPr>
            <a:spLocks noGrp="1"/>
          </p:cNvSpPr>
          <p:nvPr/>
        </p:nvSpPr>
        <p:spPr>
          <a:xfrm>
            <a:off x="2638425" y="4972050"/>
            <a:ext cx="1524000" cy="152400"/>
          </a:xfrm>
          <a:prstGeom prst="rightArrow">
            <a:avLst/>
          </a:prstGeom>
          <a:solidFill>
            <a:srgbClr val="147EAE"/>
          </a:solidFill>
          <a:ln w="4763">
            <a:solidFill>
              <a:srgbClr val="147EAE"/>
            </a:solidFill>
            <a:prstDash val="solid"/>
          </a:ln>
        </p:spPr>
      </p:sp>
      <p:sp>
        <p:nvSpPr>
          <p:cNvPr id="27" name="Pfeil: nach oben 26">
            <a:extLst>
              <a:ext uri="{FF2B5EF4-FFF2-40B4-BE49-F238E27FC236}">
                <a16:creationId xmlns:a16="http://schemas.microsoft.com/office/drawing/2014/main" id="{43A8F680-7DE3-490A-B567-FFF34137488C}"/>
              </a:ext>
            </a:extLst>
          </p:cNvPr>
          <p:cNvSpPr>
            <a:spLocks noGrp="1"/>
          </p:cNvSpPr>
          <p:nvPr/>
        </p:nvSpPr>
        <p:spPr>
          <a:xfrm>
            <a:off x="2505075" y="3457575"/>
            <a:ext cx="152400" cy="1476375"/>
          </a:xfrm>
          <a:prstGeom prst="upArrow">
            <a:avLst/>
          </a:prstGeom>
          <a:solidFill>
            <a:srgbClr val="147EAE"/>
          </a:solidFill>
          <a:ln w="4763">
            <a:solidFill>
              <a:srgbClr val="147EAE"/>
            </a:solidFill>
            <a:prstDash val="solid"/>
          </a:ln>
        </p:spPr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ED477B3-B996-40D1-8764-BAAA9CA1AA28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588"/>
          </a:bodyPr>
          <a:lstStyle/>
          <a:p>
            <a:pPr>
              <a:defRPr sz="127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world-Y−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2AC6D41-3D3E-4699-95AB-777A228A5463}"/>
              </a:ext>
            </a:extLst>
          </p:cNvPr>
          <p:cNvSpPr>
            <a:spLocks noGrp="1"/>
          </p:cNvSpPr>
          <p:nvPr/>
        </p:nvSpPr>
        <p:spPr>
          <a:xfrm>
            <a:off x="2114550" y="32385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588"/>
          </a:bodyPr>
          <a:lstStyle/>
          <a:p>
            <a:pPr>
              <a:defRPr sz="127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world-Z+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EAD5ADE-51AA-4C3D-884A-43E24CCC6FB5}"/>
              </a:ext>
            </a:extLst>
          </p:cNvPr>
          <p:cNvSpPr>
            <a:spLocks noGrp="1"/>
          </p:cNvSpPr>
          <p:nvPr/>
        </p:nvSpPr>
        <p:spPr>
          <a:xfrm>
            <a:off x="2724150" y="54292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4583"/>
          </a:bodyPr>
          <a:lstStyle/>
          <a:p>
            <a:pPr>
              <a:defRPr sz="120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7A87BEA-EBC2-4DA8-9FD0-9D0DDCC4A053}"/>
              </a:ext>
            </a:extLst>
          </p:cNvPr>
          <p:cNvSpPr>
            <a:spLocks noGrp="1"/>
          </p:cNvSpPr>
          <p:nvPr/>
        </p:nvSpPr>
        <p:spPr>
          <a:xfrm>
            <a:off x="8429625" y="2686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185"/>
          </a:bodyPr>
          <a:lstStyle/>
          <a:p>
            <a:pPr>
              <a:defRPr sz="13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Geregelte Pose: Flansch `ur_tool0`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838A484-4BA3-40BD-B393-EF72F5242589}"/>
              </a:ext>
            </a:extLst>
          </p:cNvPr>
          <p:cNvSpPr>
            <a:spLocks noGrp="1"/>
          </p:cNvSpPr>
          <p:nvPr/>
        </p:nvSpPr>
        <p:spPr>
          <a:xfrm>
            <a:off x="8429625" y="37147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491"/>
          </a:bodyPr>
          <a:lstStyle/>
          <a:p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Der Greifer ist gegenüber dem Flansch</a:t>
            </a:r>
          </a:p>
          <a:p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mechanisch angebaut.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B322598-55E3-4F1D-B987-E8C76E8A8F53}"/>
              </a:ext>
            </a:extLst>
          </p:cNvPr>
          <p:cNvSpPr>
            <a:spLocks noGrp="1"/>
          </p:cNvSpPr>
          <p:nvPr/>
        </p:nvSpPr>
        <p:spPr>
          <a:xfrm>
            <a:off x="7810500" y="55816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0392"/>
          </a:bodyPr>
          <a:lstStyle/>
          <a:p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Die Förderbewegung folgt der Achse world-Y−.</a:t>
            </a:r>
          </a:p>
        </p:txBody>
      </p:sp>
    </p:spTree>
    <p:extLst>
      <p:ext uri="{BB962C8B-B14F-4D97-AF65-F5344CB8AC3E}">
        <p14:creationId xmlns:p14="http://schemas.microsoft.com/office/powerpoint/2010/main" val="12367522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DocSecurity>0</DocSecurity>
  <PresentationFormat>Breitbild</PresentationFormat>
  <Paragraphs>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Tobias Unger</cp:lastModifiedBy>
  <cp:revision>1</cp:revision>
  <dcterms:created xsi:type="dcterms:W3CDTF">2026-09-30T14:40:36Z</dcterms:created>
  <dcterms:modified xsi:type="dcterms:W3CDTF">2026-09-30T14:45:47Z</dcterms:modified>
</cp:coreProperties>
</file>