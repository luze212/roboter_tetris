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ias Unger" userId="0a5458e38b5f4a0f" providerId="LiveId" clId="{5C6CAE59-BAC7-4E9C-B1A6-AA8C1CFC41BD}"/>
    <pc:docChg chg="custSel modSld">
      <pc:chgData name="Tobias Unger" userId="0a5458e38b5f4a0f" providerId="LiveId" clId="{5C6CAE59-BAC7-4E9C-B1A6-AA8C1CFC41BD}" dt="2026-09-30T15:02:56.935" v="273" actId="1038"/>
      <pc:docMkLst>
        <pc:docMk/>
      </pc:docMkLst>
      <pc:sldChg chg="addSp modSp mod">
        <pc:chgData name="Tobias Unger" userId="0a5458e38b5f4a0f" providerId="LiveId" clId="{5C6CAE59-BAC7-4E9C-B1A6-AA8C1CFC41BD}" dt="2026-09-30T15:02:56.935" v="273" actId="1038"/>
        <pc:sldMkLst>
          <pc:docMk/>
          <pc:sldMk cId="1236752206" sldId="256"/>
        </pc:sldMkLst>
        <pc:spChg chg="mod">
          <ac:chgData name="Tobias Unger" userId="0a5458e38b5f4a0f" providerId="LiveId" clId="{5C6CAE59-BAC7-4E9C-B1A6-AA8C1CFC41BD}" dt="2026-09-30T14:58:56.412" v="156" actId="255"/>
          <ac:spMkLst>
            <pc:docMk/>
            <pc:sldMk cId="1236752206" sldId="256"/>
            <ac:spMk id="4" creationId="{44D8D4E4-018A-4A1A-9AE7-C2BE91536182}"/>
          </ac:spMkLst>
        </pc:spChg>
        <pc:spChg chg="mod">
          <ac:chgData name="Tobias Unger" userId="0a5458e38b5f4a0f" providerId="LiveId" clId="{5C6CAE59-BAC7-4E9C-B1A6-AA8C1CFC41BD}" dt="2026-09-30T14:45:21.652" v="2" actId="14100"/>
          <ac:spMkLst>
            <pc:docMk/>
            <pc:sldMk cId="1236752206" sldId="256"/>
            <ac:spMk id="10" creationId="{A3C7240B-D6B3-4256-864E-C281614DDCB4}"/>
          </ac:spMkLst>
        </pc:spChg>
        <pc:spChg chg="mod">
          <ac:chgData name="Tobias Unger" userId="0a5458e38b5f4a0f" providerId="LiveId" clId="{5C6CAE59-BAC7-4E9C-B1A6-AA8C1CFC41BD}" dt="2026-09-30T14:45:26.993" v="5" actId="1076"/>
          <ac:spMkLst>
            <pc:docMk/>
            <pc:sldMk cId="1236752206" sldId="256"/>
            <ac:spMk id="11" creationId="{E8F21811-9957-45AC-A7ED-BE312CEE025A}"/>
          </ac:spMkLst>
        </pc:spChg>
        <pc:spChg chg="mod">
          <ac:chgData name="Tobias Unger" userId="0a5458e38b5f4a0f" providerId="LiveId" clId="{5C6CAE59-BAC7-4E9C-B1A6-AA8C1CFC41BD}" dt="2026-09-30T14:45:42.002" v="20" actId="1036"/>
          <ac:spMkLst>
            <pc:docMk/>
            <pc:sldMk cId="1236752206" sldId="256"/>
            <ac:spMk id="12" creationId="{10FAA03F-3EA9-4F20-B0C9-11D4021E116D}"/>
          </ac:spMkLst>
        </pc:spChg>
        <pc:spChg chg="mod">
          <ac:chgData name="Tobias Unger" userId="0a5458e38b5f4a0f" providerId="LiveId" clId="{5C6CAE59-BAC7-4E9C-B1A6-AA8C1CFC41BD}" dt="2026-09-30T14:59:04.270" v="174" actId="1037"/>
          <ac:spMkLst>
            <pc:docMk/>
            <pc:sldMk cId="1236752206" sldId="256"/>
            <ac:spMk id="15" creationId="{FC87284D-77F4-4DBC-B33F-AECF4C840C2A}"/>
          </ac:spMkLst>
        </pc:spChg>
        <pc:spChg chg="mod">
          <ac:chgData name="Tobias Unger" userId="0a5458e38b5f4a0f" providerId="LiveId" clId="{5C6CAE59-BAC7-4E9C-B1A6-AA8C1CFC41BD}" dt="2026-09-30T15:02:56.935" v="273" actId="1038"/>
          <ac:spMkLst>
            <pc:docMk/>
            <pc:sldMk cId="1236752206" sldId="256"/>
            <ac:spMk id="25" creationId="{B7F6BE5C-FCBB-4D57-8345-AB4146AFF4CB}"/>
          </ac:spMkLst>
        </pc:spChg>
        <pc:spChg chg="mod">
          <ac:chgData name="Tobias Unger" userId="0a5458e38b5f4a0f" providerId="LiveId" clId="{5C6CAE59-BAC7-4E9C-B1A6-AA8C1CFC41BD}" dt="2026-09-30T14:56:37.469" v="24" actId="27636"/>
          <ac:spMkLst>
            <pc:docMk/>
            <pc:sldMk cId="1236752206" sldId="256"/>
            <ac:spMk id="28" creationId="{EED477B3-B996-40D1-8764-BAAA9CA1AA28}"/>
          </ac:spMkLst>
        </pc:spChg>
        <pc:spChg chg="mod">
          <ac:chgData name="Tobias Unger" userId="0a5458e38b5f4a0f" providerId="LiveId" clId="{5C6CAE59-BAC7-4E9C-B1A6-AA8C1CFC41BD}" dt="2026-09-30T14:56:35.239" v="22" actId="27636"/>
          <ac:spMkLst>
            <pc:docMk/>
            <pc:sldMk cId="1236752206" sldId="256"/>
            <ac:spMk id="29" creationId="{B2AC6D41-3D3E-4699-95AB-777A228A5463}"/>
          </ac:spMkLst>
        </pc:spChg>
        <pc:spChg chg="mod">
          <ac:chgData name="Tobias Unger" userId="0a5458e38b5f4a0f" providerId="LiveId" clId="{5C6CAE59-BAC7-4E9C-B1A6-AA8C1CFC41BD}" dt="2026-09-30T14:56:46.968" v="31" actId="20577"/>
          <ac:spMkLst>
            <pc:docMk/>
            <pc:sldMk cId="1236752206" sldId="256"/>
            <ac:spMk id="30" creationId="{4EAD5ADE-51AA-4C3D-884A-43E24CCC6FB5}"/>
          </ac:spMkLst>
        </pc:spChg>
        <pc:spChg chg="mod">
          <ac:chgData name="Tobias Unger" userId="0a5458e38b5f4a0f" providerId="LiveId" clId="{5C6CAE59-BAC7-4E9C-B1A6-AA8C1CFC41BD}" dt="2026-09-30T14:58:56.412" v="156" actId="255"/>
          <ac:spMkLst>
            <pc:docMk/>
            <pc:sldMk cId="1236752206" sldId="256"/>
            <ac:spMk id="31" creationId="{F7A87BEA-EBC2-4DA8-9FD0-9D0DDCC4A053}"/>
          </ac:spMkLst>
        </pc:spChg>
        <pc:spChg chg="mod">
          <ac:chgData name="Tobias Unger" userId="0a5458e38b5f4a0f" providerId="LiveId" clId="{5C6CAE59-BAC7-4E9C-B1A6-AA8C1CFC41BD}" dt="2026-09-30T15:00:10.288" v="257" actId="20577"/>
          <ac:spMkLst>
            <pc:docMk/>
            <pc:sldMk cId="1236752206" sldId="256"/>
            <ac:spMk id="32" creationId="{D838A484-4BA3-40BD-B393-EF72F5242589}"/>
          </ac:spMkLst>
        </pc:spChg>
        <pc:spChg chg="mod">
          <ac:chgData name="Tobias Unger" userId="0a5458e38b5f4a0f" providerId="LiveId" clId="{5C6CAE59-BAC7-4E9C-B1A6-AA8C1CFC41BD}" dt="2026-09-30T14:59:15.373" v="177" actId="14100"/>
          <ac:spMkLst>
            <pc:docMk/>
            <pc:sldMk cId="1236752206" sldId="256"/>
            <ac:spMk id="33" creationId="{FB322598-55E3-4F1D-B987-E8C76E8A8F53}"/>
          </ac:spMkLst>
        </pc:spChg>
        <pc:spChg chg="mod">
          <ac:chgData name="Tobias Unger" userId="0a5458e38b5f4a0f" providerId="LiveId" clId="{5C6CAE59-BAC7-4E9C-B1A6-AA8C1CFC41BD}" dt="2026-09-30T15:00:01.925" v="255" actId="1036"/>
          <ac:spMkLst>
            <pc:docMk/>
            <pc:sldMk cId="1236752206" sldId="256"/>
            <ac:spMk id="34" creationId="{70C14F97-9C6D-42E5-8ABE-582A49F42697}"/>
          </ac:spMkLst>
        </pc:spChg>
        <pc:cxnChg chg="add mod">
          <ac:chgData name="Tobias Unger" userId="0a5458e38b5f4a0f" providerId="LiveId" clId="{5C6CAE59-BAC7-4E9C-B1A6-AA8C1CFC41BD}" dt="2026-09-30T14:59:52.981" v="218" actId="1036"/>
          <ac:cxnSpMkLst>
            <pc:docMk/>
            <pc:sldMk cId="1236752206" sldId="256"/>
            <ac:cxnSpMk id="36" creationId="{0B769186-3993-514E-2AF1-9197AE28B97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Quelle: Projektgruppe Robotertetris, Systemgraph, Architekturentscheidungen und Dokumentation der Projektanwendung, Stand 28.09.2026.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hteck 33">
            <a:extLst>
              <a:ext uri="{FF2B5EF4-FFF2-40B4-BE49-F238E27FC236}">
                <a16:creationId xmlns:a16="http://schemas.microsoft.com/office/drawing/2014/main" id="{70C14F97-9C6D-42E5-8ABE-582A49F42697}"/>
              </a:ext>
            </a:extLst>
          </p:cNvPr>
          <p:cNvSpPr>
            <a:spLocks noGrp="1"/>
          </p:cNvSpPr>
          <p:nvPr/>
        </p:nvSpPr>
        <p:spPr>
          <a:xfrm>
            <a:off x="609600" y="1544712"/>
            <a:ext cx="190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2222" lnSpcReduction="20000"/>
          </a:bodyPr>
          <a:lstStyle/>
          <a:p>
            <a:pPr>
              <a:defRPr sz="1800" b="1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800" b="1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Seitenansicht</a:t>
            </a:r>
            <a:endParaRPr sz="1800" b="1" dirty="0">
              <a:solidFill>
                <a:srgbClr val="5C67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81AEFA77-CA09-40AB-AC5F-D14E0BC1E89A}"/>
              </a:ext>
            </a:extLst>
          </p:cNvPr>
          <p:cNvSpPr>
            <a:spLocks noGrp="1"/>
          </p:cNvSpPr>
          <p:nvPr/>
        </p:nvSpPr>
        <p:spPr>
          <a:xfrm>
            <a:off x="1000125" y="5114925"/>
            <a:ext cx="10001250" cy="190500"/>
          </a:xfrm>
          <a:prstGeom prst="roundRect">
            <a:avLst>
              <a:gd name="adj" fmla="val 15000"/>
            </a:avLst>
          </a:prstGeom>
          <a:solidFill>
            <a:srgbClr val="EEF1F2"/>
          </a:solidFill>
          <a:ln w="11430">
            <a:solidFill>
              <a:srgbClr val="5C6770"/>
            </a:solidFill>
            <a:prstDash val="solid"/>
          </a:ln>
        </p:spPr>
      </p:sp>
      <p:sp>
        <p:nvSpPr>
          <p:cNvPr id="3" name="Gerader Verbinder 2">
            <a:extLst>
              <a:ext uri="{FF2B5EF4-FFF2-40B4-BE49-F238E27FC236}">
                <a16:creationId xmlns:a16="http://schemas.microsoft.com/office/drawing/2014/main" id="{F612461C-0902-44B4-8B80-B6AF7B010AF0}"/>
              </a:ext>
            </a:extLst>
          </p:cNvPr>
          <p:cNvSpPr>
            <a:spLocks noGrp="1"/>
          </p:cNvSpPr>
          <p:nvPr/>
        </p:nvSpPr>
        <p:spPr>
          <a:xfrm>
            <a:off x="1000125" y="5314950"/>
            <a:ext cx="10001250" cy="0"/>
          </a:xfrm>
          <a:prstGeom prst="line">
            <a:avLst/>
          </a:prstGeom>
          <a:noFill/>
          <a:ln w="19050">
            <a:solidFill>
              <a:srgbClr val="5C6770"/>
            </a:solidFill>
            <a:prstDash val="solid"/>
          </a:ln>
        </p:spPr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4D8D4E4-018A-4A1A-9AE7-C2BE91536182}"/>
              </a:ext>
            </a:extLst>
          </p:cNvPr>
          <p:cNvSpPr>
            <a:spLocks noGrp="1"/>
          </p:cNvSpPr>
          <p:nvPr/>
        </p:nvSpPr>
        <p:spPr>
          <a:xfrm>
            <a:off x="4619625" y="5429249"/>
            <a:ext cx="2476500" cy="3165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2685"/>
          </a:bodyPr>
          <a:lstStyle/>
          <a:p>
            <a:pPr>
              <a:defRPr sz="1350" b="0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Förderbandebene</a:t>
            </a:r>
            <a:endParaRPr sz="1200" b="0" dirty="0">
              <a:solidFill>
                <a:srgbClr val="5C67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D28CF424-FC5D-4F77-ACC0-C98E32D0AF10}"/>
              </a:ext>
            </a:extLst>
          </p:cNvPr>
          <p:cNvSpPr>
            <a:spLocks noGrp="1"/>
          </p:cNvSpPr>
          <p:nvPr/>
        </p:nvSpPr>
        <p:spPr>
          <a:xfrm>
            <a:off x="1762125" y="4514850"/>
            <a:ext cx="1619250" cy="495300"/>
          </a:xfrm>
          <a:prstGeom prst="roundRect">
            <a:avLst>
              <a:gd name="adj" fmla="val 15385"/>
            </a:avLst>
          </a:prstGeom>
          <a:solidFill>
            <a:srgbClr val="DCE3E6"/>
          </a:solidFill>
          <a:ln w="14288">
            <a:solidFill>
              <a:srgbClr val="263238"/>
            </a:solidFill>
            <a:prstDash val="solid"/>
          </a:ln>
        </p:spPr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39F5EE36-07C4-42F7-910F-3EBCF4D36B82}"/>
              </a:ext>
            </a:extLst>
          </p:cNvPr>
          <p:cNvSpPr>
            <a:spLocks noGrp="1"/>
          </p:cNvSpPr>
          <p:nvPr/>
        </p:nvSpPr>
        <p:spPr>
          <a:xfrm>
            <a:off x="2238375" y="4143375"/>
            <a:ext cx="666750" cy="400050"/>
          </a:xfrm>
          <a:prstGeom prst="roundRect">
            <a:avLst>
              <a:gd name="adj" fmla="val 9524"/>
            </a:avLst>
          </a:prstGeom>
          <a:solidFill>
            <a:srgbClr val="DCE3E6"/>
          </a:solidFill>
          <a:ln w="14288">
            <a:solidFill>
              <a:srgbClr val="263238"/>
            </a:solidFill>
            <a:prstDash val="solid"/>
          </a:ln>
        </p:spPr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0BB63D8F-5D32-44E5-BA54-66478E9DC9D7}"/>
              </a:ext>
            </a:extLst>
          </p:cNvPr>
          <p:cNvSpPr>
            <a:spLocks noGrp="1"/>
          </p:cNvSpPr>
          <p:nvPr/>
        </p:nvSpPr>
        <p:spPr>
          <a:xfrm>
            <a:off x="2743200" y="3829050"/>
            <a:ext cx="342900" cy="342900"/>
          </a:xfrm>
          <a:prstGeom prst="ellipse">
            <a:avLst/>
          </a:prstGeom>
          <a:solidFill>
            <a:srgbClr val="DCE3E6"/>
          </a:solidFill>
          <a:ln w="11430">
            <a:solidFill>
              <a:srgbClr val="263238"/>
            </a:solidFill>
            <a:prstDash val="solid"/>
          </a:ln>
        </p:spPr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D12049C4-3BDA-4F11-A324-DBE3BF129893}"/>
              </a:ext>
            </a:extLst>
          </p:cNvPr>
          <p:cNvSpPr>
            <a:spLocks noGrp="1"/>
          </p:cNvSpPr>
          <p:nvPr/>
        </p:nvSpPr>
        <p:spPr>
          <a:xfrm rot="-2100000">
            <a:off x="2781300" y="3286125"/>
            <a:ext cx="2000250" cy="209550"/>
          </a:xfrm>
          <a:prstGeom prst="roundRect">
            <a:avLst>
              <a:gd name="adj" fmla="val 31818"/>
            </a:avLst>
          </a:prstGeom>
          <a:solidFill>
            <a:srgbClr val="DCE3E6"/>
          </a:solidFill>
          <a:ln w="0">
            <a:solidFill>
              <a:srgbClr val="DCE3E6"/>
            </a:solidFill>
            <a:prstDash val="solid"/>
          </a:ln>
        </p:spPr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F812ED23-85DA-4146-8CAF-69A41E83AD9D}"/>
              </a:ext>
            </a:extLst>
          </p:cNvPr>
          <p:cNvSpPr>
            <a:spLocks noGrp="1"/>
          </p:cNvSpPr>
          <p:nvPr/>
        </p:nvSpPr>
        <p:spPr>
          <a:xfrm>
            <a:off x="4324350" y="2705100"/>
            <a:ext cx="361950" cy="361950"/>
          </a:xfrm>
          <a:prstGeom prst="ellipse">
            <a:avLst/>
          </a:prstGeom>
          <a:solidFill>
            <a:srgbClr val="DCE3E6"/>
          </a:solidFill>
          <a:ln w="11430">
            <a:solidFill>
              <a:srgbClr val="263238"/>
            </a:solidFill>
            <a:prstDash val="solid"/>
          </a:ln>
        </p:spPr>
      </p:sp>
      <p:sp>
        <p:nvSpPr>
          <p:cNvPr id="10" name="Gerader Verbinder 9">
            <a:extLst>
              <a:ext uri="{FF2B5EF4-FFF2-40B4-BE49-F238E27FC236}">
                <a16:creationId xmlns:a16="http://schemas.microsoft.com/office/drawing/2014/main" id="{A3C7240B-D6B3-4256-864E-C281614DDCB4}"/>
              </a:ext>
            </a:extLst>
          </p:cNvPr>
          <p:cNvSpPr>
            <a:spLocks noGrp="1"/>
          </p:cNvSpPr>
          <p:nvPr/>
        </p:nvSpPr>
        <p:spPr>
          <a:xfrm flipV="1">
            <a:off x="4524375" y="2498939"/>
            <a:ext cx="1219200" cy="361949"/>
          </a:xfrm>
          <a:prstGeom prst="line">
            <a:avLst/>
          </a:prstGeom>
          <a:noFill/>
          <a:ln w="209550">
            <a:solidFill>
              <a:srgbClr val="DCE3E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8F21811-9957-45AC-A7ED-BE312CEE025A}"/>
              </a:ext>
            </a:extLst>
          </p:cNvPr>
          <p:cNvSpPr>
            <a:spLocks noGrp="1"/>
          </p:cNvSpPr>
          <p:nvPr/>
        </p:nvSpPr>
        <p:spPr>
          <a:xfrm>
            <a:off x="5565457" y="2325859"/>
            <a:ext cx="323850" cy="323850"/>
          </a:xfrm>
          <a:prstGeom prst="ellipse">
            <a:avLst/>
          </a:prstGeom>
          <a:solidFill>
            <a:srgbClr val="DCE3E6"/>
          </a:solidFill>
          <a:ln w="11430">
            <a:solidFill>
              <a:srgbClr val="26323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10FAA03F-3EA9-4F20-B0C9-11D4021E116D}"/>
              </a:ext>
            </a:extLst>
          </p:cNvPr>
          <p:cNvSpPr>
            <a:spLocks noGrp="1"/>
          </p:cNvSpPr>
          <p:nvPr/>
        </p:nvSpPr>
        <p:spPr>
          <a:xfrm rot="1683492">
            <a:off x="5587166" y="2585714"/>
            <a:ext cx="1047750" cy="171450"/>
          </a:xfrm>
          <a:prstGeom prst="roundRect">
            <a:avLst>
              <a:gd name="adj" fmla="val 33333"/>
            </a:avLst>
          </a:prstGeom>
          <a:solidFill>
            <a:srgbClr val="DCE3E6"/>
          </a:solidFill>
          <a:ln w="0">
            <a:solidFill>
              <a:srgbClr val="DCE3E6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BF360301-17D9-4C5B-A512-DC0A8F672356}"/>
              </a:ext>
            </a:extLst>
          </p:cNvPr>
          <p:cNvSpPr>
            <a:spLocks noGrp="1"/>
          </p:cNvSpPr>
          <p:nvPr/>
        </p:nvSpPr>
        <p:spPr>
          <a:xfrm>
            <a:off x="6353175" y="2724150"/>
            <a:ext cx="304800" cy="304800"/>
          </a:xfrm>
          <a:prstGeom prst="ellipse">
            <a:avLst/>
          </a:prstGeom>
          <a:solidFill>
            <a:srgbClr val="DCE3E6"/>
          </a:solidFill>
          <a:ln w="11430">
            <a:solidFill>
              <a:srgbClr val="263238"/>
            </a:solidFill>
            <a:prstDash val="solid"/>
          </a:ln>
        </p:spPr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135E9623-66B0-4C98-BC19-942F733CA1EC}"/>
              </a:ext>
            </a:extLst>
          </p:cNvPr>
          <p:cNvSpPr>
            <a:spLocks noGrp="1"/>
          </p:cNvSpPr>
          <p:nvPr/>
        </p:nvSpPr>
        <p:spPr>
          <a:xfrm>
            <a:off x="1952625" y="46101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63158"/>
          </a:bodyPr>
          <a:lstStyle/>
          <a:p>
            <a:pPr>
              <a:defRPr sz="1425" b="1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63238"/>
                </a:solidFill>
                <a:latin typeface="Arial"/>
                <a:ea typeface="Arial"/>
                <a:cs typeface="Arial"/>
              </a:rPr>
              <a:t>UR10e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C87284D-77F4-4DBC-B33F-AECF4C840C2A}"/>
              </a:ext>
            </a:extLst>
          </p:cNvPr>
          <p:cNvSpPr>
            <a:spLocks noGrp="1"/>
          </p:cNvSpPr>
          <p:nvPr/>
        </p:nvSpPr>
        <p:spPr>
          <a:xfrm>
            <a:off x="719549" y="4576217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defRPr sz="1200" b="0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Roboterbasis</a:t>
            </a:r>
            <a:endParaRPr sz="1200" b="0" dirty="0">
              <a:solidFill>
                <a:srgbClr val="5C67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E7AEB55-10E4-4F68-A0AC-D64924AF216D}"/>
              </a:ext>
            </a:extLst>
          </p:cNvPr>
          <p:cNvSpPr>
            <a:spLocks noGrp="1"/>
          </p:cNvSpPr>
          <p:nvPr/>
        </p:nvSpPr>
        <p:spPr>
          <a:xfrm>
            <a:off x="6448425" y="2800350"/>
            <a:ext cx="133350" cy="133350"/>
          </a:xfrm>
          <a:prstGeom prst="ellipse">
            <a:avLst/>
          </a:prstGeom>
          <a:solidFill>
            <a:srgbClr val="147EAE"/>
          </a:solidFill>
          <a:ln w="0">
            <a:solidFill>
              <a:srgbClr val="147EAE"/>
            </a:solidFill>
            <a:prstDash val="solid"/>
          </a:ln>
        </p:spPr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1AEAA85E-11E1-4A22-A1EA-8200054D1924}"/>
              </a:ext>
            </a:extLst>
          </p:cNvPr>
          <p:cNvSpPr>
            <a:spLocks noGrp="1"/>
          </p:cNvSpPr>
          <p:nvPr/>
        </p:nvSpPr>
        <p:spPr>
          <a:xfrm>
            <a:off x="6896100" y="2533650"/>
            <a:ext cx="1952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84259"/>
          </a:bodyPr>
          <a:lstStyle/>
          <a:p>
            <a:pPr>
              <a:defRPr sz="1350" b="1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238"/>
                </a:solidFill>
                <a:latin typeface="Arial"/>
                <a:ea typeface="Arial"/>
                <a:cs typeface="Arial"/>
              </a:rPr>
              <a:t>Ursprung `ur_tool0`</a:t>
            </a:r>
          </a:p>
          <a:p>
            <a:pPr>
              <a:defRPr sz="1350" b="1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63238"/>
                </a:solidFill>
                <a:latin typeface="Arial"/>
                <a:ea typeface="Arial"/>
                <a:cs typeface="Arial"/>
              </a:rPr>
              <a:t>Flansch</a:t>
            </a:r>
          </a:p>
        </p:txBody>
      </p:sp>
      <p:sp>
        <p:nvSpPr>
          <p:cNvPr id="18" name="Gerader Verbinder 17">
            <a:extLst>
              <a:ext uri="{FF2B5EF4-FFF2-40B4-BE49-F238E27FC236}">
                <a16:creationId xmlns:a16="http://schemas.microsoft.com/office/drawing/2014/main" id="{E54A5927-07D2-4C42-B939-3EBB9B48C681}"/>
              </a:ext>
            </a:extLst>
          </p:cNvPr>
          <p:cNvSpPr>
            <a:spLocks noGrp="1"/>
          </p:cNvSpPr>
          <p:nvPr/>
        </p:nvSpPr>
        <p:spPr>
          <a:xfrm>
            <a:off x="6515100" y="2933700"/>
            <a:ext cx="0" cy="495300"/>
          </a:xfrm>
          <a:prstGeom prst="line">
            <a:avLst/>
          </a:prstGeom>
          <a:noFill/>
          <a:ln w="11430">
            <a:solidFill>
              <a:srgbClr val="5C6770"/>
            </a:solidFill>
            <a:prstDash val="dash"/>
          </a:ln>
        </p:spPr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3E2B375A-3D1F-49EC-9736-73B4AD2088FD}"/>
              </a:ext>
            </a:extLst>
          </p:cNvPr>
          <p:cNvSpPr>
            <a:spLocks noGrp="1"/>
          </p:cNvSpPr>
          <p:nvPr/>
        </p:nvSpPr>
        <p:spPr>
          <a:xfrm>
            <a:off x="6229350" y="3429000"/>
            <a:ext cx="571500" cy="7239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335">
            <a:solidFill>
              <a:srgbClr val="263238"/>
            </a:solidFill>
            <a:prstDash val="solid"/>
          </a:ln>
        </p:spPr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31A33174-138D-4D9A-98B6-366125554841}"/>
              </a:ext>
            </a:extLst>
          </p:cNvPr>
          <p:cNvSpPr>
            <a:spLocks noGrp="1"/>
          </p:cNvSpPr>
          <p:nvPr/>
        </p:nvSpPr>
        <p:spPr>
          <a:xfrm>
            <a:off x="6115050" y="4095750"/>
            <a:ext cx="171450" cy="666750"/>
          </a:xfrm>
          <a:prstGeom prst="roundRect">
            <a:avLst>
              <a:gd name="adj" fmla="val 11111"/>
            </a:avLst>
          </a:prstGeom>
          <a:solidFill>
            <a:srgbClr val="DCE3E6"/>
          </a:solidFill>
          <a:ln w="11430">
            <a:solidFill>
              <a:srgbClr val="263238"/>
            </a:solidFill>
            <a:prstDash val="solid"/>
          </a:ln>
        </p:spPr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07C8EE4D-8B2B-453C-A039-98C67321CF14}"/>
              </a:ext>
            </a:extLst>
          </p:cNvPr>
          <p:cNvSpPr>
            <a:spLocks noGrp="1"/>
          </p:cNvSpPr>
          <p:nvPr/>
        </p:nvSpPr>
        <p:spPr>
          <a:xfrm>
            <a:off x="6743700" y="4095750"/>
            <a:ext cx="171450" cy="666750"/>
          </a:xfrm>
          <a:prstGeom prst="roundRect">
            <a:avLst>
              <a:gd name="adj" fmla="val 11111"/>
            </a:avLst>
          </a:prstGeom>
          <a:solidFill>
            <a:srgbClr val="DCE3E6"/>
          </a:solidFill>
          <a:ln w="11430">
            <a:solidFill>
              <a:srgbClr val="263238"/>
            </a:solidFill>
            <a:prstDash val="solid"/>
          </a:ln>
        </p:spPr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A579F97A-DBFC-4DEB-9BB7-FC5886EDEE85}"/>
              </a:ext>
            </a:extLst>
          </p:cNvPr>
          <p:cNvSpPr>
            <a:spLocks noGrp="1"/>
          </p:cNvSpPr>
          <p:nvPr/>
        </p:nvSpPr>
        <p:spPr>
          <a:xfrm>
            <a:off x="6953250" y="3695700"/>
            <a:ext cx="857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64583"/>
          </a:bodyPr>
          <a:lstStyle/>
          <a:p>
            <a:pPr>
              <a:defRPr sz="1200" b="0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770"/>
                </a:solidFill>
                <a:latin typeface="Arial"/>
                <a:ea typeface="Arial"/>
                <a:cs typeface="Arial"/>
              </a:rPr>
              <a:t>Greifer</a:t>
            </a:r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96A9037B-2EBE-423B-96D9-1B30682872B6}"/>
              </a:ext>
            </a:extLst>
          </p:cNvPr>
          <p:cNvSpPr>
            <a:spLocks noGrp="1"/>
          </p:cNvSpPr>
          <p:nvPr/>
        </p:nvSpPr>
        <p:spPr>
          <a:xfrm>
            <a:off x="6467475" y="4743450"/>
            <a:ext cx="114300" cy="114300"/>
          </a:xfrm>
          <a:prstGeom prst="ellipse">
            <a:avLst/>
          </a:prstGeom>
          <a:solidFill>
            <a:srgbClr val="147EAE"/>
          </a:solidFill>
          <a:ln w="0">
            <a:solidFill>
              <a:srgbClr val="147EAE"/>
            </a:solidFill>
            <a:prstDash val="solid"/>
          </a:ln>
        </p:spPr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BC38E78-3C26-4112-B37F-925446C5B61C}"/>
              </a:ext>
            </a:extLst>
          </p:cNvPr>
          <p:cNvSpPr>
            <a:spLocks noGrp="1"/>
          </p:cNvSpPr>
          <p:nvPr/>
        </p:nvSpPr>
        <p:spPr>
          <a:xfrm>
            <a:off x="6896100" y="462915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75000"/>
          </a:bodyPr>
          <a:lstStyle/>
          <a:p>
            <a:pPr>
              <a:defRPr sz="1200" b="1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63238"/>
                </a:solidFill>
                <a:latin typeface="Arial"/>
                <a:ea typeface="Arial"/>
                <a:cs typeface="Arial"/>
              </a:rPr>
              <a:t>Griffpunkt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B7F6BE5C-FCBB-4D57-8345-AB4146AFF4CB}"/>
              </a:ext>
            </a:extLst>
          </p:cNvPr>
          <p:cNvSpPr>
            <a:spLocks noGrp="1"/>
          </p:cNvSpPr>
          <p:nvPr/>
        </p:nvSpPr>
        <p:spPr>
          <a:xfrm>
            <a:off x="2398382" y="4870024"/>
            <a:ext cx="360000" cy="360000"/>
          </a:xfrm>
          <a:prstGeom prst="ellipse">
            <a:avLst/>
          </a:prstGeom>
          <a:solidFill>
            <a:srgbClr val="147EAE"/>
          </a:solidFill>
          <a:ln w="0">
            <a:solidFill>
              <a:srgbClr val="147EAE"/>
            </a:solidFill>
            <a:prstDash val="solid"/>
          </a:ln>
        </p:spPr>
      </p:sp>
      <p:sp>
        <p:nvSpPr>
          <p:cNvPr id="26" name="Pfeil: nach rechts 25">
            <a:extLst>
              <a:ext uri="{FF2B5EF4-FFF2-40B4-BE49-F238E27FC236}">
                <a16:creationId xmlns:a16="http://schemas.microsoft.com/office/drawing/2014/main" id="{AABAB4D6-9F08-4D1F-B004-EFD9388B8B1B}"/>
              </a:ext>
            </a:extLst>
          </p:cNvPr>
          <p:cNvSpPr>
            <a:spLocks noGrp="1"/>
          </p:cNvSpPr>
          <p:nvPr/>
        </p:nvSpPr>
        <p:spPr>
          <a:xfrm>
            <a:off x="2638425" y="4972050"/>
            <a:ext cx="1524000" cy="152400"/>
          </a:xfrm>
          <a:prstGeom prst="rightArrow">
            <a:avLst/>
          </a:prstGeom>
          <a:solidFill>
            <a:srgbClr val="147EAE"/>
          </a:solidFill>
          <a:ln w="4763">
            <a:solidFill>
              <a:srgbClr val="147EAE"/>
            </a:solidFill>
            <a:prstDash val="solid"/>
          </a:ln>
        </p:spPr>
      </p:sp>
      <p:sp>
        <p:nvSpPr>
          <p:cNvPr id="27" name="Pfeil: nach oben 26">
            <a:extLst>
              <a:ext uri="{FF2B5EF4-FFF2-40B4-BE49-F238E27FC236}">
                <a16:creationId xmlns:a16="http://schemas.microsoft.com/office/drawing/2014/main" id="{43A8F680-7DE3-490A-B567-FFF34137488C}"/>
              </a:ext>
            </a:extLst>
          </p:cNvPr>
          <p:cNvSpPr>
            <a:spLocks noGrp="1"/>
          </p:cNvSpPr>
          <p:nvPr/>
        </p:nvSpPr>
        <p:spPr>
          <a:xfrm>
            <a:off x="2505075" y="3457575"/>
            <a:ext cx="152400" cy="1476375"/>
          </a:xfrm>
          <a:prstGeom prst="upArrow">
            <a:avLst/>
          </a:prstGeom>
          <a:solidFill>
            <a:srgbClr val="147EAE"/>
          </a:solidFill>
          <a:ln w="4763">
            <a:solidFill>
              <a:srgbClr val="147EAE"/>
            </a:solidFill>
            <a:prstDash val="solid"/>
          </a:ln>
        </p:spPr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ED477B3-B996-40D1-8764-BAAA9CA1AA28}"/>
              </a:ext>
            </a:extLst>
          </p:cNvPr>
          <p:cNvSpPr>
            <a:spLocks noGrp="1"/>
          </p:cNvSpPr>
          <p:nvPr/>
        </p:nvSpPr>
        <p:spPr>
          <a:xfrm>
            <a:off x="3714750" y="4762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78088" lnSpcReduction="10000"/>
          </a:bodyPr>
          <a:lstStyle/>
          <a:p>
            <a:pPr>
              <a:defRPr sz="1275" b="1">
                <a:solidFill>
                  <a:srgbClr val="147EAE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world-</a:t>
            </a:r>
            <a:r>
              <a:rPr lang="de-DE" sz="1275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Y−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B2AC6D41-3D3E-4699-95AB-777A228A5463}"/>
              </a:ext>
            </a:extLst>
          </p:cNvPr>
          <p:cNvSpPr>
            <a:spLocks noGrp="1"/>
          </p:cNvSpPr>
          <p:nvPr/>
        </p:nvSpPr>
        <p:spPr>
          <a:xfrm>
            <a:off x="2114550" y="32385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78088" lnSpcReduction="10000"/>
          </a:bodyPr>
          <a:lstStyle/>
          <a:p>
            <a:pPr>
              <a:defRPr sz="1275" b="1">
                <a:solidFill>
                  <a:srgbClr val="147EAE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world-</a:t>
            </a:r>
            <a:r>
              <a:rPr lang="de-DE" sz="1275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 </a:t>
            </a:r>
            <a:r>
              <a:rPr sz="1275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Z+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EAD5ADE-51AA-4C3D-884A-43E24CCC6FB5}"/>
              </a:ext>
            </a:extLst>
          </p:cNvPr>
          <p:cNvSpPr>
            <a:spLocks noGrp="1"/>
          </p:cNvSpPr>
          <p:nvPr/>
        </p:nvSpPr>
        <p:spPr>
          <a:xfrm>
            <a:off x="2724150" y="5429250"/>
            <a:ext cx="666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72083" lnSpcReduction="20000"/>
          </a:bodyPr>
          <a:lstStyle/>
          <a:p>
            <a:pPr>
              <a:defRPr sz="1200" b="1">
                <a:solidFill>
                  <a:srgbClr val="147EAE"/>
                </a:solidFill>
                <a:latin typeface="Arial"/>
                <a:ea typeface="Arial"/>
                <a:cs typeface="Arial"/>
              </a:defRPr>
            </a:pPr>
            <a:r>
              <a:rPr lang="de-DE" sz="1200" b="1" dirty="0">
                <a:solidFill>
                  <a:srgbClr val="147EAE"/>
                </a:solidFill>
                <a:latin typeface="Arial"/>
                <a:ea typeface="Arial"/>
                <a:cs typeface="Arial"/>
              </a:rPr>
              <a:t>w</a:t>
            </a:r>
            <a:r>
              <a:rPr sz="1200" b="1" dirty="0" err="1">
                <a:solidFill>
                  <a:srgbClr val="147EAE"/>
                </a:solidFill>
                <a:latin typeface="Arial"/>
                <a:ea typeface="Arial"/>
                <a:cs typeface="Arial"/>
              </a:rPr>
              <a:t>orld</a:t>
            </a:r>
            <a:endParaRPr sz="1200" b="1" dirty="0">
              <a:solidFill>
                <a:srgbClr val="147EA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7A87BEA-EBC2-4DA8-9FD0-9D0DDCC4A053}"/>
              </a:ext>
            </a:extLst>
          </p:cNvPr>
          <p:cNvSpPr>
            <a:spLocks noGrp="1"/>
          </p:cNvSpPr>
          <p:nvPr/>
        </p:nvSpPr>
        <p:spPr>
          <a:xfrm>
            <a:off x="8429625" y="2686050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770"/>
                </a:solidFill>
                <a:latin typeface="Arial"/>
                <a:ea typeface="Arial"/>
                <a:cs typeface="Arial"/>
              </a:rPr>
              <a:t>Geregelte Pose: Flansch `ur_tool0`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838A484-4BA3-40BD-B393-EF72F5242589}"/>
              </a:ext>
            </a:extLst>
          </p:cNvPr>
          <p:cNvSpPr>
            <a:spLocks noGrp="1"/>
          </p:cNvSpPr>
          <p:nvPr/>
        </p:nvSpPr>
        <p:spPr>
          <a:xfrm>
            <a:off x="8429625" y="3714750"/>
            <a:ext cx="2571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Der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Greifer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ist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gegenüber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dem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Flansch</a:t>
            </a:r>
            <a:r>
              <a:rPr lang="de-DE" sz="120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mechanisch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angebaut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322598-55E3-4F1D-B987-E8C76E8A8F53}"/>
              </a:ext>
            </a:extLst>
          </p:cNvPr>
          <p:cNvSpPr>
            <a:spLocks noGrp="1"/>
          </p:cNvSpPr>
          <p:nvPr/>
        </p:nvSpPr>
        <p:spPr>
          <a:xfrm>
            <a:off x="1244642" y="6112537"/>
            <a:ext cx="8721703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rmAutofit fontScale="95392"/>
          </a:bodyPr>
          <a:lstStyle/>
          <a:p>
            <a:pPr algn="ctr">
              <a:defRPr sz="1275" b="0">
                <a:solidFill>
                  <a:srgbClr val="5C677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Die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Förderbewegung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folgt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der </a:t>
            </a:r>
            <a:r>
              <a:rPr lang="de-DE"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Y-</a:t>
            </a:r>
            <a:r>
              <a:rPr sz="1200" b="0" dirty="0" err="1">
                <a:solidFill>
                  <a:srgbClr val="5C6770"/>
                </a:solidFill>
                <a:latin typeface="Arial"/>
                <a:ea typeface="Arial"/>
                <a:cs typeface="Arial"/>
              </a:rPr>
              <a:t>Achse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 </a:t>
            </a:r>
            <a:r>
              <a:rPr lang="de-DE"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im 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world</a:t>
            </a:r>
            <a:r>
              <a:rPr lang="de-DE"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-System in negative Richtung</a:t>
            </a:r>
            <a:r>
              <a:rPr sz="1200" b="0" dirty="0">
                <a:solidFill>
                  <a:srgbClr val="5C677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0B769186-3993-514E-2AF1-9197AE28B97C}"/>
              </a:ext>
            </a:extLst>
          </p:cNvPr>
          <p:cNvCxnSpPr/>
          <p:nvPr/>
        </p:nvCxnSpPr>
        <p:spPr>
          <a:xfrm flipH="1">
            <a:off x="1301025" y="6045030"/>
            <a:ext cx="949380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5220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Microsoft Office PowerPoint</Application>
  <DocSecurity>0</DocSecurity>
  <PresentationFormat>Breitbild</PresentationFormat>
  <Paragraphs>15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Tobias Unger</cp:lastModifiedBy>
  <cp:revision>1</cp:revision>
  <dcterms:created xsi:type="dcterms:W3CDTF">2026-09-30T14:40:36Z</dcterms:created>
  <dcterms:modified xsi:type="dcterms:W3CDTF">2026-09-30T15:03:08Z</dcterms:modified>
</cp:coreProperties>
</file>