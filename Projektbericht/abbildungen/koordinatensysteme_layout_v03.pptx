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9c85fdb74c4391" /><Relationship Type="http://schemas.openxmlformats.org/officeDocument/2006/relationships/extended-properties" Target="/docProps/app.xml" Id="R1a7a39db91f24ec0" /><Relationship Type="http://schemas.openxmlformats.org/officeDocument/2006/relationships/officeDocument" Target="/ppt/presentation.xml" Id="R4778fd1fe7e2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3833dd3f54bf0"/>
  </p:sldMasterIdLst>
  <p:notesMasterIdLst>
    <p:notesMasterId xmlns:r="http://schemas.openxmlformats.org/officeDocument/2006/relationships" r:id="Rab4fd4f6048b48b5"/>
  </p:notesMasterIdLst>
  <p:sldIdLst>
    <p:sldId xmlns:r="http://schemas.openxmlformats.org/officeDocument/2006/relationships" id="256" r:id="Rdc974a6c0ef347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9d7e1fd2e458f" /><Relationship Type="http://schemas.openxmlformats.org/officeDocument/2006/relationships/slideMaster" Target="/ppt/slideMasters/slideMaster1.xml" Id="R42e3833dd3f54bf0" /><Relationship Type="http://schemas.openxmlformats.org/officeDocument/2006/relationships/notesMaster" Target="/ppt/notesMasters/notesMaster1.xml" Id="Rab4fd4f6048b48b5" /><Relationship Type="http://schemas.openxmlformats.org/officeDocument/2006/relationships/presProps" Target="/ppt/presProps.xml" Id="Ra9f6023ec4924530" /><Relationship Type="http://schemas.openxmlformats.org/officeDocument/2006/relationships/tableStyles" Target="/ppt/tableStyles.xml" Id="R78fd6c57dda24790" /><Relationship Type="http://schemas.openxmlformats.org/officeDocument/2006/relationships/slide" Target="/ppt/slides/slide1.xml" Id="Rdc974a6c0ef3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cef7641e1c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aca563b81140a9" /><Relationship Type="http://schemas.openxmlformats.org/officeDocument/2006/relationships/notesMaster" Target="/ppt/notesMasters/notesMaster1.xml" Id="Reb75829a3ab046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Projektgruppe Robotertetris, Systemgraph, Architekturentscheidungen und Dokumentation der Projektanwendung, Stand 28.09.2026; Arbeitsgespräch am 30.09.2026.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ba7d6025d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e27de36aed4fe5" /><Relationship Type="http://schemas.openxmlformats.org/officeDocument/2006/relationships/slideLayout" Target="/ppt/slideLayouts/slideLayout1.xml" Id="Rea28511385f8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8511385f8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9f3368a0140fb" /><Relationship Type="http://schemas.openxmlformats.org/officeDocument/2006/relationships/notesSlide" Target="/ppt/notesSlides/notesSlide1.xml" Id="R10d77c9a78e344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B783D-5201-4625-8915-7E25D7FC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Draufsicht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13A4B-6D63-40F9-B7E4-602A57A4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2381250" cy="3952875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5C67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285B7-9A3F-4703-907B-4C337084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23812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7D5E8-709F-4378-BF9F-B968B8B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23812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7057A-3462-482C-B5A3-0DD0434C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Bandanfang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4A47-0843-412B-9B08-36DAA41E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Bandende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B71E6-E9C7-4370-8ADD-66EFFAAE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81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Förderband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EBCC8-5E0B-4777-A1D1-1BD64FF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247650" cy="1028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54B8C-E26F-43EF-BB47-D2BD1324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91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Bandlaufrichtung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31447-8CFC-4010-9C07-B2C8231D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04900"/>
            <a:ext cx="5715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6961D-4B90-48CC-B8C4-97AB502A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5727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Basiskamera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72278-7FA8-4D0D-8419-A5B1CC8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CBF66-B84B-4B35-BBA3-2FC9B284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81150"/>
            <a:ext cx="66675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FA02B-E491-4FD5-841E-28B43CEB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685925"/>
            <a:ext cx="123825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60997-19A0-4428-9437-7372A036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00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B186C-E697-4D2F-AE8C-A1435A88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45445-38B2-42A2-9554-400B0B4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conveyor_frame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5774B-88F4-4BE6-B3AE-7A7FC00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1238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C8DF0-5809-49C5-92FC-0C741077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Ablagekiste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A5DA0-AEF9-47CB-949A-3FD76C77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Ablageposition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57431-64A2-49E0-861F-947E3BD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1428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14288">
            <a:solidFill>
              <a:srgbClr val="26323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UR10e</a:t>
            </a:r>
          </a:p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Roboterbasis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FA483-98D5-488E-833A-0759EFA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6768F-C884-4246-A445-70729684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666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EC94E-F582-40C8-A99A-A7C8805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142875" cy="742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196C6-494C-41B6-8DE6-E03A8599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910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6A636-EC68-42C1-A432-40C5B76E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57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B13E3-21F8-4DBD-868E-4E620CC7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52975"/>
            <a:ext cx="552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89BFC-994F-465A-AE50-24408B3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Förderbewegung: world-Y−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7C3E7-60EB-4671-8057-DEC419C4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0" cy="45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6C4D7-D25F-4CB8-A9AC-AFE1892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66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Vertikaler Bezug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9F30F9-5F00-475F-9A9A-6E4F2053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20478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DF7534-54E2-45E4-A639-8AE7C37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91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Bandebene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1FC8B-25DA-4C7D-AA45-ADECAF84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76500"/>
            <a:ext cx="1095375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15D1C-D57F-4B38-BDEE-918627B1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05075"/>
            <a:ext cx="1038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Flansch</a:t>
            </a:r>
          </a:p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`ur_tool0`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8B231D-81DA-49CD-B450-29023408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E35A47-0700-433F-B9FE-9C289BD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Griffpunkt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1C529C-459C-431C-B110-54C4EDBC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384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6770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7DCA71-2603-4EB0-A6B3-3B75A32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52400" cy="10001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66152-ABC2-450C-8B66-16D67F98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71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world-Z+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283B97-1139-4793-AC3E-B92215F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Geregelte Pose:</a:t>
            </a:r>
          </a:p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Flansch, nicht TCP</a:t>
            </a:r>
          </a:p>
        </p:txBody>
      </p:sp>
    </p:spTree>
    <p:extLst>
      <p:ext uri="{BB962C8B-B14F-4D97-AF65-F5344CB8AC3E}">
        <p14:creationId xmlns:p14="http://schemas.microsoft.com/office/powerpoint/2010/main" val="1079689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2026-09-30T13:59:38.4190000Z</dcterms:created>
  <dcterms:modified xsi:type="dcterms:W3CDTF">2026-09-30T13:59:38.4190000Z</dcterms:modified>
</coreProperties>
</file>