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03" r:id="rIdSingleSlide"/>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5" d="100"/>
          <a:sy n="105" d="100"/>
        </p:scale>
        <p:origin x="1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6/11/relationships/changesInfo" Target="changesInfos/changesInfo1.xml"/><Relationship Id="rIdSingleSlide"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custSel modSld">
      <pc:chgData name="Tobias Unger" userId="0a5458e38b5f4a0f" providerId="LiveId" clId="{5C6CAE59-BAC7-4E9C-B1A6-AA8C1CFC41BD}" dt="2026-09-30T14:36:30.613" v="1347" actId="1035"/>
      <pc:docMkLst>
        <pc:docMk/>
      </pc:docMkLst>
      <pc:sldChg chg="addSp delSp modSp mod">
        <pc:chgData name="Tobias Unger" userId="0a5458e38b5f4a0f" providerId="LiveId" clId="{5C6CAE59-BAC7-4E9C-B1A6-AA8C1CFC41BD}" dt="2026-09-30T14:14:46.296" v="1317" actId="1036"/>
        <pc:sldMkLst>
          <pc:docMk/>
          <pc:sldMk cId="1021586582" sldId="256"/>
        </pc:sldMkLst>
        <pc:spChg chg="mod">
          <ac:chgData name="Tobias Unger" userId="0a5458e38b5f4a0f" providerId="LiveId" clId="{5C6CAE59-BAC7-4E9C-B1A6-AA8C1CFC41BD}" dt="2026-09-30T14:00:48.786" v="1012" actId="27636"/>
          <ac:spMkLst>
            <pc:docMk/>
            <pc:sldMk cId="1021586582" sldId="256"/>
            <ac:spMk id="2" creationId="{D520012F-42E0-4875-86F1-0CB0A5068B79}"/>
          </ac:spMkLst>
        </pc:spChg>
        <pc:spChg chg="mod">
          <ac:chgData name="Tobias Unger" userId="0a5458e38b5f4a0f" providerId="LiveId" clId="{5C6CAE59-BAC7-4E9C-B1A6-AA8C1CFC41BD}" dt="2026-09-30T14:00:10.031" v="930" actId="1076"/>
          <ac:spMkLst>
            <pc:docMk/>
            <pc:sldMk cId="1021586582" sldId="256"/>
            <ac:spMk id="3" creationId="{9C899BA4-EC78-480D-9E8F-C2FA9CD9A07A}"/>
          </ac:spMkLst>
        </pc:spChg>
        <pc:spChg chg="mod">
          <ac:chgData name="Tobias Unger" userId="0a5458e38b5f4a0f" providerId="LiveId" clId="{5C6CAE59-BAC7-4E9C-B1A6-AA8C1CFC41BD}" dt="2026-09-30T14:14:40.620" v="1287" actId="1035"/>
          <ac:spMkLst>
            <pc:docMk/>
            <pc:sldMk cId="1021586582" sldId="256"/>
            <ac:spMk id="4" creationId="{A722486D-4E28-4D5D-BCA6-FDF7C1BCB7DB}"/>
          </ac:spMkLst>
        </pc:spChg>
        <pc:spChg chg="mod">
          <ac:chgData name="Tobias Unger" userId="0a5458e38b5f4a0f" providerId="LiveId" clId="{5C6CAE59-BAC7-4E9C-B1A6-AA8C1CFC41BD}" dt="2026-09-30T14:14:40.620" v="1287" actId="1035"/>
          <ac:spMkLst>
            <pc:docMk/>
            <pc:sldMk cId="1021586582" sldId="256"/>
            <ac:spMk id="6" creationId="{44052241-64B2-4ACD-B038-0D9BB87B9D97}"/>
          </ac:spMkLst>
        </pc:spChg>
        <pc:spChg chg="mod">
          <ac:chgData name="Tobias Unger" userId="0a5458e38b5f4a0f" providerId="LiveId" clId="{5C6CAE59-BAC7-4E9C-B1A6-AA8C1CFC41BD}" dt="2026-09-30T14:14:40.620" v="1287" actId="1035"/>
          <ac:spMkLst>
            <pc:docMk/>
            <pc:sldMk cId="1021586582" sldId="256"/>
            <ac:spMk id="7" creationId="{18C006F9-2211-4E46-A5A5-9B7842EA0FB2}"/>
          </ac:spMkLst>
        </pc:spChg>
        <pc:spChg chg="mod">
          <ac:chgData name="Tobias Unger" userId="0a5458e38b5f4a0f" providerId="LiveId" clId="{5C6CAE59-BAC7-4E9C-B1A6-AA8C1CFC41BD}" dt="2026-09-30T13:42:54.453" v="668" actId="1076"/>
          <ac:spMkLst>
            <pc:docMk/>
            <pc:sldMk cId="1021586582" sldId="256"/>
            <ac:spMk id="8" creationId="{9910BF13-8933-42F4-94EF-73AF0584D290}"/>
          </ac:spMkLst>
        </pc:spChg>
        <pc:spChg chg="del mod">
          <ac:chgData name="Tobias Unger" userId="0a5458e38b5f4a0f" providerId="LiveId" clId="{5C6CAE59-BAC7-4E9C-B1A6-AA8C1CFC41BD}" dt="2026-09-30T13:42:58.944" v="670" actId="478"/>
          <ac:spMkLst>
            <pc:docMk/>
            <pc:sldMk cId="1021586582" sldId="256"/>
            <ac:spMk id="9" creationId="{A4B5AB90-A8BF-4E36-AC6F-1FA54F2E7A11}"/>
          </ac:spMkLst>
        </pc:spChg>
        <pc:spChg chg="mod">
          <ac:chgData name="Tobias Unger" userId="0a5458e38b5f4a0f" providerId="LiveId" clId="{5C6CAE59-BAC7-4E9C-B1A6-AA8C1CFC41BD}" dt="2026-09-30T14:14:40.620" v="1287" actId="1035"/>
          <ac:spMkLst>
            <pc:docMk/>
            <pc:sldMk cId="1021586582" sldId="256"/>
            <ac:spMk id="10" creationId="{0481AB1A-865B-4612-B957-1F8C3204C392}"/>
          </ac:spMkLst>
        </pc:spChg>
        <pc:spChg chg="mod">
          <ac:chgData name="Tobias Unger" userId="0a5458e38b5f4a0f" providerId="LiveId" clId="{5C6CAE59-BAC7-4E9C-B1A6-AA8C1CFC41BD}" dt="2026-09-30T14:14:40.620" v="1287" actId="1035"/>
          <ac:spMkLst>
            <pc:docMk/>
            <pc:sldMk cId="1021586582" sldId="256"/>
            <ac:spMk id="11" creationId="{CBEF7EA2-0B71-4535-ADD3-82F6E9B85864}"/>
          </ac:spMkLst>
        </pc:spChg>
        <pc:spChg chg="mod">
          <ac:chgData name="Tobias Unger" userId="0a5458e38b5f4a0f" providerId="LiveId" clId="{5C6CAE59-BAC7-4E9C-B1A6-AA8C1CFC41BD}" dt="2026-09-30T14:14:40.620" v="1287" actId="1035"/>
          <ac:spMkLst>
            <pc:docMk/>
            <pc:sldMk cId="1021586582" sldId="256"/>
            <ac:spMk id="12" creationId="{A8EBAD4A-4B99-4A76-BBF3-153335586177}"/>
          </ac:spMkLst>
        </pc:spChg>
        <pc:spChg chg="mod">
          <ac:chgData name="Tobias Unger" userId="0a5458e38b5f4a0f" providerId="LiveId" clId="{5C6CAE59-BAC7-4E9C-B1A6-AA8C1CFC41BD}" dt="2026-09-30T14:14:40.620" v="1287" actId="1035"/>
          <ac:spMkLst>
            <pc:docMk/>
            <pc:sldMk cId="1021586582" sldId="256"/>
            <ac:spMk id="13" creationId="{4652F6FE-6131-4B29-92B9-D74019DBA6AF}"/>
          </ac:spMkLst>
        </pc:spChg>
        <pc:spChg chg="mod">
          <ac:chgData name="Tobias Unger" userId="0a5458e38b5f4a0f" providerId="LiveId" clId="{5C6CAE59-BAC7-4E9C-B1A6-AA8C1CFC41BD}" dt="2026-09-30T14:14:40.620" v="1287" actId="1035"/>
          <ac:spMkLst>
            <pc:docMk/>
            <pc:sldMk cId="1021586582" sldId="256"/>
            <ac:spMk id="14" creationId="{8E875ED1-4C7A-49F0-8291-C9A12C02D914}"/>
          </ac:spMkLst>
        </pc:spChg>
        <pc:spChg chg="mod">
          <ac:chgData name="Tobias Unger" userId="0a5458e38b5f4a0f" providerId="LiveId" clId="{5C6CAE59-BAC7-4E9C-B1A6-AA8C1CFC41BD}" dt="2026-09-30T14:14:40.620" v="1287" actId="1035"/>
          <ac:spMkLst>
            <pc:docMk/>
            <pc:sldMk cId="1021586582" sldId="256"/>
            <ac:spMk id="16" creationId="{D67288C0-99B2-4338-8094-369D38AA5210}"/>
          </ac:spMkLst>
        </pc:spChg>
        <pc:spChg chg="mod">
          <ac:chgData name="Tobias Unger" userId="0a5458e38b5f4a0f" providerId="LiveId" clId="{5C6CAE59-BAC7-4E9C-B1A6-AA8C1CFC41BD}" dt="2026-09-30T13:58:39.216" v="902" actId="1037"/>
          <ac:spMkLst>
            <pc:docMk/>
            <pc:sldMk cId="1021586582" sldId="256"/>
            <ac:spMk id="17" creationId="{16F09412-6B6B-4CEA-93FE-FF0B528F5D95}"/>
          </ac:spMkLst>
        </pc:spChg>
        <pc:spChg chg="mod">
          <ac:chgData name="Tobias Unger" userId="0a5458e38b5f4a0f" providerId="LiveId" clId="{5C6CAE59-BAC7-4E9C-B1A6-AA8C1CFC41BD}" dt="2026-09-30T13:59:01.783" v="907" actId="1076"/>
          <ac:spMkLst>
            <pc:docMk/>
            <pc:sldMk cId="1021586582" sldId="256"/>
            <ac:spMk id="18" creationId="{4EB80D1B-3B57-4BAA-B983-7F9B345D4181}"/>
          </ac:spMkLst>
        </pc:spChg>
        <pc:spChg chg="mod">
          <ac:chgData name="Tobias Unger" userId="0a5458e38b5f4a0f" providerId="LiveId" clId="{5C6CAE59-BAC7-4E9C-B1A6-AA8C1CFC41BD}" dt="2026-09-30T13:43:12.489" v="682" actId="1035"/>
          <ac:spMkLst>
            <pc:docMk/>
            <pc:sldMk cId="1021586582" sldId="256"/>
            <ac:spMk id="20" creationId="{5912AA45-AA4F-4C99-9175-4BD03851504B}"/>
          </ac:spMkLst>
        </pc:spChg>
        <pc:spChg chg="mod">
          <ac:chgData name="Tobias Unger" userId="0a5458e38b5f4a0f" providerId="LiveId" clId="{5C6CAE59-BAC7-4E9C-B1A6-AA8C1CFC41BD}" dt="2026-09-30T14:14:20.632" v="1260" actId="1076"/>
          <ac:spMkLst>
            <pc:docMk/>
            <pc:sldMk cId="1021586582" sldId="256"/>
            <ac:spMk id="21" creationId="{BACB867F-6734-4A87-8F8B-8E6BC22A9EB0}"/>
          </ac:spMkLst>
        </pc:spChg>
        <pc:spChg chg="mod">
          <ac:chgData name="Tobias Unger" userId="0a5458e38b5f4a0f" providerId="LiveId" clId="{5C6CAE59-BAC7-4E9C-B1A6-AA8C1CFC41BD}" dt="2026-09-30T14:14:20.632" v="1260" actId="1076"/>
          <ac:spMkLst>
            <pc:docMk/>
            <pc:sldMk cId="1021586582" sldId="256"/>
            <ac:spMk id="22" creationId="{A12DDF78-AA6B-4EB0-927E-89B8013E762B}"/>
          </ac:spMkLst>
        </pc:spChg>
        <pc:spChg chg="mod">
          <ac:chgData name="Tobias Unger" userId="0a5458e38b5f4a0f" providerId="LiveId" clId="{5C6CAE59-BAC7-4E9C-B1A6-AA8C1CFC41BD}" dt="2026-09-30T14:14:20.632" v="1260" actId="1076"/>
          <ac:spMkLst>
            <pc:docMk/>
            <pc:sldMk cId="1021586582" sldId="256"/>
            <ac:spMk id="23" creationId="{8CF864C3-9561-42E1-8B4D-098E607C8519}"/>
          </ac:spMkLst>
        </pc:spChg>
        <pc:spChg chg="mod">
          <ac:chgData name="Tobias Unger" userId="0a5458e38b5f4a0f" providerId="LiveId" clId="{5C6CAE59-BAC7-4E9C-B1A6-AA8C1CFC41BD}" dt="2026-09-30T14:14:20.632" v="1260" actId="1076"/>
          <ac:spMkLst>
            <pc:docMk/>
            <pc:sldMk cId="1021586582" sldId="256"/>
            <ac:spMk id="24" creationId="{6B31B82B-EB40-4094-914F-4E3E7A74AF0C}"/>
          </ac:spMkLst>
        </pc:spChg>
        <pc:spChg chg="mod">
          <ac:chgData name="Tobias Unger" userId="0a5458e38b5f4a0f" providerId="LiveId" clId="{5C6CAE59-BAC7-4E9C-B1A6-AA8C1CFC41BD}" dt="2026-09-30T14:14:20.632" v="1260" actId="1076"/>
          <ac:spMkLst>
            <pc:docMk/>
            <pc:sldMk cId="1021586582" sldId="256"/>
            <ac:spMk id="25" creationId="{FF714F3F-A5E0-489E-A3B9-8354E819E072}"/>
          </ac:spMkLst>
        </pc:spChg>
        <pc:spChg chg="mod">
          <ac:chgData name="Tobias Unger" userId="0a5458e38b5f4a0f" providerId="LiveId" clId="{5C6CAE59-BAC7-4E9C-B1A6-AA8C1CFC41BD}" dt="2026-09-30T14:14:20.632" v="1260" actId="1076"/>
          <ac:spMkLst>
            <pc:docMk/>
            <pc:sldMk cId="1021586582" sldId="256"/>
            <ac:spMk id="26" creationId="{6F7BEE2A-4B96-43D4-9E09-EA2D77AC7FFD}"/>
          </ac:spMkLst>
        </pc:spChg>
        <pc:spChg chg="mod">
          <ac:chgData name="Tobias Unger" userId="0a5458e38b5f4a0f" providerId="LiveId" clId="{5C6CAE59-BAC7-4E9C-B1A6-AA8C1CFC41BD}" dt="2026-09-30T14:14:20.632" v="1260" actId="1076"/>
          <ac:spMkLst>
            <pc:docMk/>
            <pc:sldMk cId="1021586582" sldId="256"/>
            <ac:spMk id="27" creationId="{1B6482C7-7CA6-456C-AED0-6485B63DA147}"/>
          </ac:spMkLst>
        </pc:spChg>
        <pc:spChg chg="mod">
          <ac:chgData name="Tobias Unger" userId="0a5458e38b5f4a0f" providerId="LiveId" clId="{5C6CAE59-BAC7-4E9C-B1A6-AA8C1CFC41BD}" dt="2026-09-30T14:14:20.632" v="1260" actId="1076"/>
          <ac:spMkLst>
            <pc:docMk/>
            <pc:sldMk cId="1021586582" sldId="256"/>
            <ac:spMk id="28" creationId="{DB93E5B2-31C5-44B6-8440-3041A2B9878F}"/>
          </ac:spMkLst>
        </pc:spChg>
        <pc:spChg chg="mod">
          <ac:chgData name="Tobias Unger" userId="0a5458e38b5f4a0f" providerId="LiveId" clId="{5C6CAE59-BAC7-4E9C-B1A6-AA8C1CFC41BD}" dt="2026-09-30T14:14:20.632" v="1260" actId="1076"/>
          <ac:spMkLst>
            <pc:docMk/>
            <pc:sldMk cId="1021586582" sldId="256"/>
            <ac:spMk id="29" creationId="{D71AD7FE-2842-4291-B282-F9E751C0C557}"/>
          </ac:spMkLst>
        </pc:spChg>
        <pc:spChg chg="mod">
          <ac:chgData name="Tobias Unger" userId="0a5458e38b5f4a0f" providerId="LiveId" clId="{5C6CAE59-BAC7-4E9C-B1A6-AA8C1CFC41BD}" dt="2026-09-30T14:09:31.976" v="1193" actId="27636"/>
          <ac:spMkLst>
            <pc:docMk/>
            <pc:sldMk cId="1021586582" sldId="256"/>
            <ac:spMk id="30" creationId="{2158BA86-6D41-4413-A97F-4E1B5B47E628}"/>
          </ac:spMkLst>
        </pc:spChg>
        <pc:spChg chg="mod">
          <ac:chgData name="Tobias Unger" userId="0a5458e38b5f4a0f" providerId="LiveId" clId="{5C6CAE59-BAC7-4E9C-B1A6-AA8C1CFC41BD}" dt="2026-09-30T14:09:31.976" v="1192" actId="27636"/>
          <ac:spMkLst>
            <pc:docMk/>
            <pc:sldMk cId="1021586582" sldId="256"/>
            <ac:spMk id="32" creationId="{25AEE7E9-C98F-4796-8B47-DFB914AA672A}"/>
          </ac:spMkLst>
        </pc:spChg>
        <pc:spChg chg="mod">
          <ac:chgData name="Tobias Unger" userId="0a5458e38b5f4a0f" providerId="LiveId" clId="{5C6CAE59-BAC7-4E9C-B1A6-AA8C1CFC41BD}" dt="2026-09-30T14:00:48.784" v="1010" actId="27636"/>
          <ac:spMkLst>
            <pc:docMk/>
            <pc:sldMk cId="1021586582" sldId="256"/>
            <ac:spMk id="33" creationId="{48A718B7-3FC2-4EDF-B60C-889F47865DD3}"/>
          </ac:spMkLst>
        </pc:spChg>
        <pc:spChg chg="mod">
          <ac:chgData name="Tobias Unger" userId="0a5458e38b5f4a0f" providerId="LiveId" clId="{5C6CAE59-BAC7-4E9C-B1A6-AA8C1CFC41BD}" dt="2026-09-30T14:09:03.180" v="1184" actId="1036"/>
          <ac:spMkLst>
            <pc:docMk/>
            <pc:sldMk cId="1021586582" sldId="256"/>
            <ac:spMk id="34" creationId="{8E0183DC-75D5-4B9B-8F90-E79B84AF5802}"/>
          </ac:spMkLst>
        </pc:spChg>
        <pc:spChg chg="mod">
          <ac:chgData name="Tobias Unger" userId="0a5458e38b5f4a0f" providerId="LiveId" clId="{5C6CAE59-BAC7-4E9C-B1A6-AA8C1CFC41BD}" dt="2026-09-30T14:14:46.296" v="1317" actId="1036"/>
          <ac:spMkLst>
            <pc:docMk/>
            <pc:sldMk cId="1021586582" sldId="256"/>
            <ac:spMk id="35" creationId="{06EB5812-A397-4106-87EB-3F5304E7707B}"/>
          </ac:spMkLst>
        </pc:spChg>
        <pc:spChg chg="mod">
          <ac:chgData name="Tobias Unger" userId="0a5458e38b5f4a0f" providerId="LiveId" clId="{5C6CAE59-BAC7-4E9C-B1A6-AA8C1CFC41BD}" dt="2026-09-30T14:09:31.974" v="1191" actId="27636"/>
          <ac:spMkLst>
            <pc:docMk/>
            <pc:sldMk cId="1021586582" sldId="256"/>
            <ac:spMk id="36" creationId="{7314FD1F-175D-4EE2-93ED-E56A658ECAA5}"/>
          </ac:spMkLst>
        </pc:spChg>
        <pc:spChg chg="mod">
          <ac:chgData name="Tobias Unger" userId="0a5458e38b5f4a0f" providerId="LiveId" clId="{5C6CAE59-BAC7-4E9C-B1A6-AA8C1CFC41BD}" dt="2026-09-30T14:00:48.786" v="1013" actId="27636"/>
          <ac:spMkLst>
            <pc:docMk/>
            <pc:sldMk cId="1021586582" sldId="256"/>
            <ac:spMk id="37" creationId="{515E71D7-71AF-44F9-98C0-FDBAADAE911E}"/>
          </ac:spMkLst>
        </pc:spChg>
        <pc:spChg chg="add mod">
          <ac:chgData name="Tobias Unger" userId="0a5458e38b5f4a0f" providerId="LiveId" clId="{5C6CAE59-BAC7-4E9C-B1A6-AA8C1CFC41BD}" dt="2026-09-30T14:14:40.620" v="1287" actId="1035"/>
          <ac:spMkLst>
            <pc:docMk/>
            <pc:sldMk cId="1021586582" sldId="256"/>
            <ac:spMk id="39" creationId="{B617B894-729D-4FC4-36D0-EA47523A7F62}"/>
          </ac:spMkLst>
        </pc:spChg>
        <pc:spChg chg="add mod">
          <ac:chgData name="Tobias Unger" userId="0a5458e38b5f4a0f" providerId="LiveId" clId="{5C6CAE59-BAC7-4E9C-B1A6-AA8C1CFC41BD}" dt="2026-09-30T14:00:48.751" v="1009" actId="571"/>
          <ac:spMkLst>
            <pc:docMk/>
            <pc:sldMk cId="1021586582" sldId="256"/>
            <ac:spMk id="40" creationId="{91954000-D110-FE86-E9E6-FCA937AA15D3}"/>
          </ac:spMkLst>
        </pc:spChg>
        <pc:spChg chg="add mod">
          <ac:chgData name="Tobias Unger" userId="0a5458e38b5f4a0f" providerId="LiveId" clId="{5C6CAE59-BAC7-4E9C-B1A6-AA8C1CFC41BD}" dt="2026-09-30T14:00:48.751" v="1009" actId="571"/>
          <ac:spMkLst>
            <pc:docMk/>
            <pc:sldMk cId="1021586582" sldId="256"/>
            <ac:spMk id="41" creationId="{6B0F0D7C-D400-39D6-BA31-1557C5D310D8}"/>
          </ac:spMkLst>
        </pc:spChg>
        <pc:spChg chg="add mod">
          <ac:chgData name="Tobias Unger" userId="0a5458e38b5f4a0f" providerId="LiveId" clId="{5C6CAE59-BAC7-4E9C-B1A6-AA8C1CFC41BD}" dt="2026-09-30T14:12:06.376" v="1259" actId="571"/>
          <ac:spMkLst>
            <pc:docMk/>
            <pc:sldMk cId="1021586582" sldId="256"/>
            <ac:spMk id="48" creationId="{289C5C27-F2F2-E589-714E-681BBF1AEBC0}"/>
          </ac:spMkLst>
        </pc:spChg>
        <pc:spChg chg="add mod">
          <ac:chgData name="Tobias Unger" userId="0a5458e38b5f4a0f" providerId="LiveId" clId="{5C6CAE59-BAC7-4E9C-B1A6-AA8C1CFC41BD}" dt="2026-09-30T14:12:06.376" v="1259" actId="571"/>
          <ac:spMkLst>
            <pc:docMk/>
            <pc:sldMk cId="1021586582" sldId="256"/>
            <ac:spMk id="49" creationId="{3AC4EC99-69DF-92CA-A0A9-197F65BA4292}"/>
          </ac:spMkLst>
        </pc:spChg>
        <pc:spChg chg="add mod">
          <ac:chgData name="Tobias Unger" userId="0a5458e38b5f4a0f" providerId="LiveId" clId="{5C6CAE59-BAC7-4E9C-B1A6-AA8C1CFC41BD}" dt="2026-09-30T14:12:06.376" v="1259" actId="571"/>
          <ac:spMkLst>
            <pc:docMk/>
            <pc:sldMk cId="1021586582" sldId="256"/>
            <ac:spMk id="50" creationId="{40B9BCFB-D33D-DFE4-5C07-2DB2954B5E5C}"/>
          </ac:spMkLst>
        </pc:spChg>
        <pc:spChg chg="add mod">
          <ac:chgData name="Tobias Unger" userId="0a5458e38b5f4a0f" providerId="LiveId" clId="{5C6CAE59-BAC7-4E9C-B1A6-AA8C1CFC41BD}" dt="2026-09-30T14:12:06.376" v="1259" actId="571"/>
          <ac:spMkLst>
            <pc:docMk/>
            <pc:sldMk cId="1021586582" sldId="256"/>
            <ac:spMk id="51" creationId="{03C7074D-34F5-5B33-C71D-AED93A3A9B9C}"/>
          </ac:spMkLst>
        </pc:spChg>
        <pc:spChg chg="add mod">
          <ac:chgData name="Tobias Unger" userId="0a5458e38b5f4a0f" providerId="LiveId" clId="{5C6CAE59-BAC7-4E9C-B1A6-AA8C1CFC41BD}" dt="2026-09-30T14:12:06.376" v="1259" actId="571"/>
          <ac:spMkLst>
            <pc:docMk/>
            <pc:sldMk cId="1021586582" sldId="256"/>
            <ac:spMk id="52" creationId="{39FC7933-C8E6-7F63-4D3A-40CC62376A5F}"/>
          </ac:spMkLst>
        </pc:spChg>
        <pc:spChg chg="add mod">
          <ac:chgData name="Tobias Unger" userId="0a5458e38b5f4a0f" providerId="LiveId" clId="{5C6CAE59-BAC7-4E9C-B1A6-AA8C1CFC41BD}" dt="2026-09-30T14:12:06.376" v="1259" actId="571"/>
          <ac:spMkLst>
            <pc:docMk/>
            <pc:sldMk cId="1021586582" sldId="256"/>
            <ac:spMk id="53" creationId="{01513159-9BBB-876D-710A-B19BE4E354DA}"/>
          </ac:spMkLst>
        </pc:spChg>
        <pc:spChg chg="add mod">
          <ac:chgData name="Tobias Unger" userId="0a5458e38b5f4a0f" providerId="LiveId" clId="{5C6CAE59-BAC7-4E9C-B1A6-AA8C1CFC41BD}" dt="2026-09-30T14:12:06.376" v="1259" actId="571"/>
          <ac:spMkLst>
            <pc:docMk/>
            <pc:sldMk cId="1021586582" sldId="256"/>
            <ac:spMk id="54" creationId="{966197A7-85B4-76E8-0A45-23F6B92C8CF7}"/>
          </ac:spMkLst>
        </pc:spChg>
        <pc:spChg chg="add mod">
          <ac:chgData name="Tobias Unger" userId="0a5458e38b5f4a0f" providerId="LiveId" clId="{5C6CAE59-BAC7-4E9C-B1A6-AA8C1CFC41BD}" dt="2026-09-30T14:12:06.376" v="1259" actId="571"/>
          <ac:spMkLst>
            <pc:docMk/>
            <pc:sldMk cId="1021586582" sldId="256"/>
            <ac:spMk id="55" creationId="{A2EE1E9A-EE76-2A24-0967-C2878E18E56A}"/>
          </ac:spMkLst>
        </pc:spChg>
        <pc:spChg chg="add mod">
          <ac:chgData name="Tobias Unger" userId="0a5458e38b5f4a0f" providerId="LiveId" clId="{5C6CAE59-BAC7-4E9C-B1A6-AA8C1CFC41BD}" dt="2026-09-30T14:12:06.376" v="1259" actId="571"/>
          <ac:spMkLst>
            <pc:docMk/>
            <pc:sldMk cId="1021586582" sldId="256"/>
            <ac:spMk id="56" creationId="{B621E871-427F-9FEE-248E-229B1C1298A7}"/>
          </ac:spMkLst>
        </pc:spChg>
        <pc:cxnChg chg="add mod">
          <ac:chgData name="Tobias Unger" userId="0a5458e38b5f4a0f" providerId="LiveId" clId="{5C6CAE59-BAC7-4E9C-B1A6-AA8C1CFC41BD}" dt="2026-09-30T14:09:03.180" v="1184" actId="1036"/>
          <ac:cxnSpMkLst>
            <pc:docMk/>
            <pc:sldMk cId="1021586582" sldId="256"/>
            <ac:cxnSpMk id="43" creationId="{D44319DE-026A-0AF5-763D-791BBB12E0A5}"/>
          </ac:cxnSpMkLst>
        </pc:cxnChg>
        <pc:cxnChg chg="add mod">
          <ac:chgData name="Tobias Unger" userId="0a5458e38b5f4a0f" providerId="LiveId" clId="{5C6CAE59-BAC7-4E9C-B1A6-AA8C1CFC41BD}" dt="2026-09-30T14:09:52.044" v="1206" actId="1038"/>
          <ac:cxnSpMkLst>
            <pc:docMk/>
            <pc:sldMk cId="1021586582" sldId="256"/>
            <ac:cxnSpMk id="45" creationId="{35035BCB-D284-A973-89D3-919B2AA561F3}"/>
          </ac:cxnSpMkLst>
        </pc:cxnChg>
      </pc:sldChg>
      <pc:sldChg chg="addSp delSp modSp mod">
        <pc:chgData name="Tobias Unger" userId="0a5458e38b5f4a0f" providerId="LiveId" clId="{5C6CAE59-BAC7-4E9C-B1A6-AA8C1CFC41BD}" dt="2026-09-30T14:36:30.613" v="1347" actId="1035"/>
        <pc:sldMkLst>
          <pc:docMk/>
          <pc:sldMk cId="936990828" sldId="257"/>
        </pc:sldMkLst>
        <pc:spChg chg="mod">
          <ac:chgData name="Tobias Unger" userId="0a5458e38b5f4a0f" providerId="LiveId" clId="{5C6CAE59-BAC7-4E9C-B1A6-AA8C1CFC41BD}" dt="2026-09-30T14:00:48.836" v="1020" actId="27636"/>
          <ac:spMkLst>
            <pc:docMk/>
            <pc:sldMk cId="936990828" sldId="257"/>
            <ac:spMk id="2" creationId="{EB33F4EE-FB8E-4940-8DD7-BC14E093999F}"/>
          </ac:spMkLst>
        </pc:spChg>
        <pc:spChg chg="mod">
          <ac:chgData name="Tobias Unger" userId="0a5458e38b5f4a0f" providerId="LiveId" clId="{5C6CAE59-BAC7-4E9C-B1A6-AA8C1CFC41BD}" dt="2026-09-30T13:05:58.077" v="361" actId="1038"/>
          <ac:spMkLst>
            <pc:docMk/>
            <pc:sldMk cId="936990828" sldId="257"/>
            <ac:spMk id="7" creationId="{4BF53E3B-4A54-4C19-82B5-82A48AC21286}"/>
          </ac:spMkLst>
        </pc:spChg>
        <pc:spChg chg="mod">
          <ac:chgData name="Tobias Unger" userId="0a5458e38b5f4a0f" providerId="LiveId" clId="{5C6CAE59-BAC7-4E9C-B1A6-AA8C1CFC41BD}" dt="2026-09-30T13:05:58.077" v="361" actId="1038"/>
          <ac:spMkLst>
            <pc:docMk/>
            <pc:sldMk cId="936990828" sldId="257"/>
            <ac:spMk id="8" creationId="{E0F41E24-7ABB-417C-B704-AF55FA6F1924}"/>
          </ac:spMkLst>
        </pc:spChg>
        <pc:spChg chg="mod">
          <ac:chgData name="Tobias Unger" userId="0a5458e38b5f4a0f" providerId="LiveId" clId="{5C6CAE59-BAC7-4E9C-B1A6-AA8C1CFC41BD}" dt="2026-09-30T14:09:31.988" v="1195" actId="27636"/>
          <ac:spMkLst>
            <pc:docMk/>
            <pc:sldMk cId="936990828" sldId="257"/>
            <ac:spMk id="10" creationId="{B459B8CD-9C7A-4679-9427-04FAE8980F04}"/>
          </ac:spMkLst>
        </pc:spChg>
        <pc:spChg chg="del mod">
          <ac:chgData name="Tobias Unger" userId="0a5458e38b5f4a0f" providerId="LiveId" clId="{5C6CAE59-BAC7-4E9C-B1A6-AA8C1CFC41BD}" dt="2026-09-30T13:03:17.623" v="1" actId="478"/>
          <ac:spMkLst>
            <pc:docMk/>
            <pc:sldMk cId="936990828" sldId="257"/>
            <ac:spMk id="12" creationId="{6A9D4F8E-A43D-40E4-BF37-BF12535386FE}"/>
          </ac:spMkLst>
        </pc:spChg>
        <pc:spChg chg="mod">
          <ac:chgData name="Tobias Unger" userId="0a5458e38b5f4a0f" providerId="LiveId" clId="{5C6CAE59-BAC7-4E9C-B1A6-AA8C1CFC41BD}" dt="2026-09-30T13:03:45.899" v="90" actId="20577"/>
          <ac:spMkLst>
            <pc:docMk/>
            <pc:sldMk cId="936990828" sldId="257"/>
            <ac:spMk id="13" creationId="{817BF8DD-BADF-4A2E-89C0-906F0D6E8191}"/>
          </ac:spMkLst>
        </pc:spChg>
        <pc:spChg chg="del mod">
          <ac:chgData name="Tobias Unger" userId="0a5458e38b5f4a0f" providerId="LiveId" clId="{5C6CAE59-BAC7-4E9C-B1A6-AA8C1CFC41BD}" dt="2026-09-30T13:03:20.285" v="3" actId="478"/>
          <ac:spMkLst>
            <pc:docMk/>
            <pc:sldMk cId="936990828" sldId="257"/>
            <ac:spMk id="15" creationId="{6FF79EEF-940D-48B7-903A-6F3C7DC19FAF}"/>
          </ac:spMkLst>
        </pc:spChg>
        <pc:spChg chg="mod">
          <ac:chgData name="Tobias Unger" userId="0a5458e38b5f4a0f" providerId="LiveId" clId="{5C6CAE59-BAC7-4E9C-B1A6-AA8C1CFC41BD}" dt="2026-09-30T13:03:51.912" v="127" actId="1036"/>
          <ac:spMkLst>
            <pc:docMk/>
            <pc:sldMk cId="936990828" sldId="257"/>
            <ac:spMk id="16" creationId="{0037541A-B162-4B5C-84B0-C45C3C256146}"/>
          </ac:spMkLst>
        </pc:spChg>
        <pc:spChg chg="del mod">
          <ac:chgData name="Tobias Unger" userId="0a5458e38b5f4a0f" providerId="LiveId" clId="{5C6CAE59-BAC7-4E9C-B1A6-AA8C1CFC41BD}" dt="2026-09-30T13:03:22.476" v="5" actId="478"/>
          <ac:spMkLst>
            <pc:docMk/>
            <pc:sldMk cId="936990828" sldId="257"/>
            <ac:spMk id="18" creationId="{976271C7-F592-4FE3-8B03-3EF33A8BD074}"/>
          </ac:spMkLst>
        </pc:spChg>
        <pc:spChg chg="mod">
          <ac:chgData name="Tobias Unger" userId="0a5458e38b5f4a0f" providerId="LiveId" clId="{5C6CAE59-BAC7-4E9C-B1A6-AA8C1CFC41BD}" dt="2026-09-30T13:04:00.591" v="176" actId="1036"/>
          <ac:spMkLst>
            <pc:docMk/>
            <pc:sldMk cId="936990828" sldId="257"/>
            <ac:spMk id="19" creationId="{AD0CAAF7-BF25-4B98-BCAB-23046341A448}"/>
          </ac:spMkLst>
        </pc:spChg>
        <pc:spChg chg="del mod">
          <ac:chgData name="Tobias Unger" userId="0a5458e38b5f4a0f" providerId="LiveId" clId="{5C6CAE59-BAC7-4E9C-B1A6-AA8C1CFC41BD}" dt="2026-09-30T13:03:24.303" v="7" actId="478"/>
          <ac:spMkLst>
            <pc:docMk/>
            <pc:sldMk cId="936990828" sldId="257"/>
            <ac:spMk id="21" creationId="{2516CD48-6B7E-4C13-A430-88D4F42D841C}"/>
          </ac:spMkLst>
        </pc:spChg>
        <pc:spChg chg="mod">
          <ac:chgData name="Tobias Unger" userId="0a5458e38b5f4a0f" providerId="LiveId" clId="{5C6CAE59-BAC7-4E9C-B1A6-AA8C1CFC41BD}" dt="2026-09-30T13:03:32.821" v="45" actId="1035"/>
          <ac:spMkLst>
            <pc:docMk/>
            <pc:sldMk cId="936990828" sldId="257"/>
            <ac:spMk id="22" creationId="{C74D48C3-F3D5-4C8F-B369-AE5D5AE641C3}"/>
          </ac:spMkLst>
        </pc:spChg>
        <pc:spChg chg="mod">
          <ac:chgData name="Tobias Unger" userId="0a5458e38b5f4a0f" providerId="LiveId" clId="{5C6CAE59-BAC7-4E9C-B1A6-AA8C1CFC41BD}" dt="2026-09-30T13:04:31.558" v="256" actId="1038"/>
          <ac:spMkLst>
            <pc:docMk/>
            <pc:sldMk cId="936990828" sldId="257"/>
            <ac:spMk id="25" creationId="{38FFD128-D896-4908-9A9D-4225A26CA03D}"/>
          </ac:spMkLst>
        </pc:spChg>
        <pc:spChg chg="mod">
          <ac:chgData name="Tobias Unger" userId="0a5458e38b5f4a0f" providerId="LiveId" clId="{5C6CAE59-BAC7-4E9C-B1A6-AA8C1CFC41BD}" dt="2026-09-30T13:18:36.189" v="373" actId="255"/>
          <ac:spMkLst>
            <pc:docMk/>
            <pc:sldMk cId="936990828" sldId="257"/>
            <ac:spMk id="28" creationId="{0B49EECF-B2B3-40B4-8455-3F055A5EEB06}"/>
          </ac:spMkLst>
        </pc:spChg>
        <pc:spChg chg="del mod">
          <ac:chgData name="Tobias Unger" userId="0a5458e38b5f4a0f" providerId="LiveId" clId="{5C6CAE59-BAC7-4E9C-B1A6-AA8C1CFC41BD}" dt="2026-09-30T13:05:40.674" v="332" actId="478"/>
          <ac:spMkLst>
            <pc:docMk/>
            <pc:sldMk cId="936990828" sldId="257"/>
            <ac:spMk id="29" creationId="{AEF258EC-5E44-41BA-9936-B4ACFCC590F7}"/>
          </ac:spMkLst>
        </pc:spChg>
        <pc:spChg chg="mod">
          <ac:chgData name="Tobias Unger" userId="0a5458e38b5f4a0f" providerId="LiveId" clId="{5C6CAE59-BAC7-4E9C-B1A6-AA8C1CFC41BD}" dt="2026-09-30T14:36:30.613" v="1347" actId="1035"/>
          <ac:spMkLst>
            <pc:docMk/>
            <pc:sldMk cId="936990828" sldId="257"/>
            <ac:spMk id="30" creationId="{AD6285BD-05BD-4066-9D26-23158FC70C2A}"/>
          </ac:spMkLst>
        </pc:spChg>
        <pc:spChg chg="mod">
          <ac:chgData name="Tobias Unger" userId="0a5458e38b5f4a0f" providerId="LiveId" clId="{5C6CAE59-BAC7-4E9C-B1A6-AA8C1CFC41BD}" dt="2026-09-30T14:00:48.836" v="1019" actId="27636"/>
          <ac:spMkLst>
            <pc:docMk/>
            <pc:sldMk cId="936990828" sldId="257"/>
            <ac:spMk id="31" creationId="{8596D9F5-1F43-4459-B0E2-AD8BC5A93947}"/>
          </ac:spMkLst>
        </pc:spChg>
        <pc:spChg chg="add mod">
          <ac:chgData name="Tobias Unger" userId="0a5458e38b5f4a0f" providerId="LiveId" clId="{5C6CAE59-BAC7-4E9C-B1A6-AA8C1CFC41BD}" dt="2026-09-30T13:18:42.210" v="374" actId="255"/>
          <ac:spMkLst>
            <pc:docMk/>
            <pc:sldMk cId="936990828" sldId="257"/>
            <ac:spMk id="33" creationId="{10BA30C3-6582-480D-441E-159B17C6B8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Draufsicht des Versuchsaufbaus</a:t>
            </a:r>
          </a:p>
          <a:p xmlns:a="http://schemas.openxmlformats.org/drawingml/2006/main">
            <a:r>
              <a:t/>
            </a:r>
          </a:p>
          <a:p xmlns:a="http://schemas.openxmlformats.org/drawingml/2006/main">
            <a:r>
              <a:t>Die Bandlaufrichtung zeigt nach unten. Roboter und Ablagekiste stehen auf der in Laufrichtung linken Bandseite, in dieser Ansicht also rechts vom Band. Die Kiste liegt in Laufrichtung vor dem Roboter. Die Basiskamera steht mittig über dem Bandanfang. Die Roboterkamera ist in dieser Aufbauzeichnung nicht eingezeichnet.</a:t>
            </a:r>
          </a:p>
          <a:p xmlns:a="http://schemas.openxmlformats.org/drawingml/2006/main">
            <a:r>
              <a:t/>
            </a:r>
          </a:p>
          <a:p xmlns:a="http://schemas.openxmlformats.org/drawingml/2006/main">
            <a:r>
              <a:t>Die Zahlen entsprechen Projektbericht/entwuerfe/berichtstext.md, Abschnitte 2.1.1 und 2.2.3, gelesen am 04.10.2026. Nutzbare gerade Strecke ungefähr 1,50 m, Bandbreite ungefähr 0,80 m. Die hinterlegten Bandkanten −1,275 m und −0,480 m ergeben 0,795 m. Diese Koordinatendifferenz bestimmt die maßstäbliche Breite. Die maßstäbliche Länge verwendet die berichtete Näherung 1,500 m. Die Rollen liegen außerhalb dieses geraden Abschnitts. Kamera-, Roboter- und Kistensymbole haben keine vermessenen Abmessungen und bleiben schematisch.</a:t>
            </a:r>
          </a:p>
          <a:p xmlns:a="http://schemas.openxmlformats.org/drawingml/2006/main">
            <a:r>
              <a:t/>
            </a:r>
          </a:p>
          <a:p xmlns:a="http://schemas.openxmlformats.org/drawingml/2006/main">
            <a:r>
              <a:t>Die Greifzone reicht in world von x = −1,000 bis −0,530 m und y = −0,320 bis +0,445 m. Daraus folgen 0,470 m quer und 0,765 m längs. Sie ist nicht der Bild-ROI und nicht der gesamte zulässige Flansch-Arbeitsraum. Der Abstand Bandanfang bis Beginn der Greifzone beträgt ungefähr 0,695 m. Grundlage ist der früher grob vermessene Bandanfang bei world-y = +1,140 m und die berichtete Zonenbegrenzung bei +0,445 m. Dieser Abstand ist keine neue Messung.</a:t>
            </a:r>
          </a:p>
          <a:p xmlns:a="http://schemas.openxmlformats.org/drawingml/2006/main">
            <a:r>
              <a:t/>
            </a:r>
          </a:p>
          <a:p xmlns:a="http://schemas.openxmlformats.org/drawingml/2006/main">
            <a:r>
              <a:t>W bezeichnet die Warte- und Beobachtungsposition des Flansches: x = −0,816 m, y = +0,350 m, z = +0,450 m. Ohne ausgewähltes Ziel wartet der Roboter dort. Die Grundstellung besitzt eine Gier von 90°. Die gezeichnete Position folgt den Koordinaten. Sie ist trotz der vereinfachenden Bezeichnung Bandmitte im Bericht nicht exakt auf der geometrischen Bandmittellinie. A bezeichnet die Ablagepose des Flansches über der Kiste: x = −0,316 m, y = +0,476 m, z = +0,420 m. W und A sind horizontale Projektionen von Flanschpositionen, keine Punkte auf der Bandoberfläche.</a:t>
            </a:r>
          </a:p>
          <a:p xmlns:a="http://schemas.openxmlformats.org/drawingml/2006/main">
            <a:r>
              <a:t/>
            </a:r>
          </a:p>
          <a:p xmlns:a="http://schemas.openxmlformats.org/drawingml/2006/main">
            <a:r>
              <a:t>Das historische conveyor_frame beginnt mittig am Bandanfang. X+ zeigt in Laufrichtung nach rechts, in der Zeichnung nach links. Y+ zeigt in Bandrichtung, in der Zeichnung nach unten. world beginnt an der Roboterbasis. world-X+ zeigt nach rechts und world-Y+ entgegen der Bandrichtung nach oben. In der Anwendung werden die world-Koordinaten verwendet. Z+ zeigt nach oben aus der Bandebene. Eine Gleichsetzung von world mit dem technisch um 180° gedrehten UR-base-Rahmen ist nicht beabsichtigt.</a:t>
            </a:r>
          </a:p>
          <a:p xmlns:a="http://schemas.openxmlformats.org/drawingml/2006/main">
            <a:r>
              <a:t/>
            </a:r>
          </a:p>
          <a:p xmlns:a="http://schemas.openxmlformats.org/drawingml/2006/main">
            <a:r>
              <a:t>Quellen: Projektbericht/entwuerfe/berichtstext.md, Abschnitte 2.1.1 und 2.2.3. Vorherige Aufbauvermessung und Nutzervorgaben in Projektbericht/abbildungen/briefing_systemskizzen.md für den groben Bandanfang. Gestaltungsquelle: Projektbericht/abbildungen/systemskizzen_layout_v02.pptx, erste Folie.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NotesNew"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3" name="belt-surface">
            <a:extLst>
              <a:ext uri="{FF2B5EF4-FFF2-40B4-BE49-F238E27FC236}">
                <a16:creationId xmlns:a16="http://schemas.microsoft.com/office/drawing/2014/main" id="{D58D17F3-0311-4B4F-B183-278E4BBBD64F}"/>
              </a:ext>
            </a:extLst>
          </p:cNvPr>
          <p:cNvSpPr>
            <a:spLocks noGrp="1"/>
          </p:cNvSpPr>
          <p:nvPr/>
        </p:nvSpPr>
        <p:spPr>
          <a:xfrm>
            <a:off x="3143250" y="1666875"/>
            <a:ext cx="2271712" cy="4286250"/>
          </a:xfrm>
          <a:prstGeom prst="rect">
            <a:avLst/>
          </a:prstGeom>
          <a:solidFill>
            <a:srgbClr val="E7EEF4"/>
          </a:solidFill>
          <a:ln w="19050">
            <a:solidFill>
              <a:srgbClr val="305B78"/>
            </a:solidFill>
            <a:prstDash val="solid"/>
          </a:ln>
        </p:spPr>
      </p:sp>
      <p:sp>
        <p:nvSpPr>
          <p:cNvPr id="2002" name="upstream-roller">
            <a:extLst>
              <a:ext uri="{FF2B5EF4-FFF2-40B4-BE49-F238E27FC236}">
                <a16:creationId xmlns:a16="http://schemas.microsoft.com/office/drawing/2014/main" id="{60E19211-7C6B-4F19-8BC1-1F5ECAA7A7D0}"/>
              </a:ext>
            </a:extLst>
          </p:cNvPr>
          <p:cNvSpPr>
            <a:spLocks noGrp="1"/>
          </p:cNvSpPr>
          <p:nvPr/>
        </p:nvSpPr>
        <p:spPr>
          <a:xfrm>
            <a:off x="3143250" y="1590675"/>
            <a:ext cx="2271712" cy="76200"/>
          </a:xfrm>
          <a:prstGeom prst="roundRect">
            <a:avLst>
              <a:gd name="adj" fmla="val 50000"/>
            </a:avLst>
          </a:prstGeom>
          <a:solidFill>
            <a:srgbClr val="D6DCE1"/>
          </a:solidFill>
          <a:ln w="7620">
            <a:solidFill>
              <a:srgbClr val="4B5563"/>
            </a:solidFill>
            <a:prstDash val="solid"/>
          </a:ln>
        </p:spPr>
      </p:sp>
      <p:sp>
        <p:nvSpPr>
          <p:cNvPr id="2003" name="downstream-roller">
            <a:extLst>
              <a:ext uri="{FF2B5EF4-FFF2-40B4-BE49-F238E27FC236}">
                <a16:creationId xmlns:a16="http://schemas.microsoft.com/office/drawing/2014/main" id="{BE10B9B5-635B-4E77-8AD5-D794741886A0}"/>
              </a:ext>
            </a:extLst>
          </p:cNvPr>
          <p:cNvSpPr>
            <a:spLocks noGrp="1"/>
          </p:cNvSpPr>
          <p:nvPr/>
        </p:nvSpPr>
        <p:spPr>
          <a:xfrm>
            <a:off x="3143250" y="5953125"/>
            <a:ext cx="2271712" cy="76200"/>
          </a:xfrm>
          <a:prstGeom prst="roundRect">
            <a:avLst>
              <a:gd name="adj" fmla="val 50000"/>
            </a:avLst>
          </a:prstGeom>
          <a:solidFill>
            <a:srgbClr val="D6DCE1"/>
          </a:solidFill>
          <a:ln w="7620">
            <a:solidFill>
              <a:srgbClr val="4B5563"/>
            </a:solidFill>
            <a:prstDash val="solid"/>
          </a:ln>
        </p:spPr>
      </p:sp>
      <p:sp>
        <p:nvSpPr>
          <p:cNvPr id="2004" name="grasp-zone">
            <a:extLst>
              <a:ext uri="{FF2B5EF4-FFF2-40B4-BE49-F238E27FC236}">
                <a16:creationId xmlns:a16="http://schemas.microsoft.com/office/drawing/2014/main" id="{B438DC57-03C6-4618-B74F-08F545CDB36C}"/>
              </a:ext>
            </a:extLst>
          </p:cNvPr>
          <p:cNvSpPr>
            <a:spLocks noGrp="1"/>
          </p:cNvSpPr>
          <p:nvPr/>
        </p:nvSpPr>
        <p:spPr>
          <a:xfrm>
            <a:off x="3929063" y="3652837"/>
            <a:ext cx="1343025" cy="2185988"/>
          </a:xfrm>
          <a:prstGeom prst="rect">
            <a:avLst/>
          </a:prstGeom>
          <a:solidFill>
            <a:srgbClr val="EEF5FA"/>
          </a:solidFill>
          <a:ln w="17145">
            <a:solidFill>
              <a:srgbClr val="1D70B8"/>
            </a:solidFill>
            <a:prstDash val="dash"/>
          </a:ln>
        </p:spPr>
      </p:sp>
      <p:sp>
        <p:nvSpPr>
          <p:cNvPr id="2005" name="belt-label">
            <a:extLst>
              <a:ext uri="{FF2B5EF4-FFF2-40B4-BE49-F238E27FC236}">
                <a16:creationId xmlns:a16="http://schemas.microsoft.com/office/drawing/2014/main" id="{D10F0381-63E4-4121-941A-774A8C7A85D5}"/>
              </a:ext>
            </a:extLst>
          </p:cNvPr>
          <p:cNvSpPr>
            <a:spLocks noGrp="1"/>
          </p:cNvSpPr>
          <p:nvPr/>
        </p:nvSpPr>
        <p:spPr>
          <a:xfrm>
            <a:off x="3371850" y="2571750"/>
            <a:ext cx="1571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Förderband</a:t>
            </a:r>
          </a:p>
        </p:txBody>
      </p:sp>
      <p:sp>
        <p:nvSpPr>
          <p:cNvPr id="2006" name="direction-label">
            <a:extLst>
              <a:ext uri="{FF2B5EF4-FFF2-40B4-BE49-F238E27FC236}">
                <a16:creationId xmlns:a16="http://schemas.microsoft.com/office/drawing/2014/main" id="{1E6B5DC8-372B-475B-B057-73C826B77A9D}"/>
              </a:ext>
            </a:extLst>
          </p:cNvPr>
          <p:cNvSpPr>
            <a:spLocks noGrp="1"/>
          </p:cNvSpPr>
          <p:nvPr/>
        </p:nvSpPr>
        <p:spPr>
          <a:xfrm>
            <a:off x="3371850" y="2924175"/>
            <a:ext cx="1571625" cy="266700"/>
          </a:xfrm>
          <a:prstGeom prst="rect">
            <a:avLst/>
          </a:prstGeom>
          <a:noFill/>
          <a:ln w="0">
            <a:noFill/>
          </a:ln>
        </p:spPr>
        <p:txBody>
          <a:bodyPr wrap="none" lIns="0" tIns="0" rIns="0" bIns="0" anchor="t">
            <a:noAutofit/>
          </a:bodyPr>
          <a:lstStyle/>
          <a:p>
            <a:pPr algn="l">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Bandrichtung</a:t>
            </a:r>
          </a:p>
        </p:txBody>
      </p:sp>
      <p:sp>
        <p:nvSpPr>
          <p:cNvPr id="2007" name="belt-direction-shaft">
            <a:extLst>
              <a:ext uri="{FF2B5EF4-FFF2-40B4-BE49-F238E27FC236}">
                <a16:creationId xmlns:a16="http://schemas.microsoft.com/office/drawing/2014/main" id="{1A6D3BF0-B487-448B-8B61-7BF5DEB9FCEE}"/>
              </a:ext>
            </a:extLst>
          </p:cNvPr>
          <p:cNvSpPr>
            <a:spLocks noGrp="1"/>
          </p:cNvSpPr>
          <p:nvPr/>
        </p:nvSpPr>
        <p:spPr>
          <a:xfrm>
            <a:off x="5162550" y="2495550"/>
            <a:ext cx="953" cy="866775"/>
          </a:xfrm>
          <a:custGeom>
            <a:pathLst>
              <a:path w="953" h="866775">
                <a:moveTo>
                  <a:pt x="0" y="0"/>
                </a:moveTo>
                <a:lnTo>
                  <a:pt x="0" y="866775"/>
                </a:lnTo>
              </a:path>
            </a:pathLst>
          </a:custGeom>
          <a:noFill/>
          <a:ln w="36195">
            <a:solidFill>
              <a:srgbClr val="E87520"/>
            </a:solidFill>
            <a:prstDash val="solid"/>
          </a:ln>
        </p:spPr>
      </p:sp>
      <p:sp>
        <p:nvSpPr>
          <p:cNvPr id="2008" name="belt-direction-tip">
            <a:extLst>
              <a:ext uri="{FF2B5EF4-FFF2-40B4-BE49-F238E27FC236}">
                <a16:creationId xmlns:a16="http://schemas.microsoft.com/office/drawing/2014/main" id="{A113DC17-F842-46B2-B4F6-685171C4748D}"/>
              </a:ext>
            </a:extLst>
          </p:cNvPr>
          <p:cNvSpPr>
            <a:spLocks noGrp="1"/>
          </p:cNvSpPr>
          <p:nvPr/>
        </p:nvSpPr>
        <p:spPr>
          <a:xfrm>
            <a:off x="5098542" y="3209925"/>
            <a:ext cx="128016" cy="152400"/>
          </a:xfrm>
          <a:custGeom>
            <a:pathLst>
              <a:path w="128016" h="152400">
                <a:moveTo>
                  <a:pt x="64008" y="152400"/>
                </a:moveTo>
                <a:lnTo>
                  <a:pt x="0" y="0"/>
                </a:lnTo>
                <a:lnTo>
                  <a:pt x="128016" y="0"/>
                </a:lnTo>
                <a:close/>
              </a:path>
            </a:pathLst>
          </a:custGeom>
          <a:solidFill>
            <a:srgbClr val="E87520"/>
          </a:solidFill>
          <a:ln w="0">
            <a:noFill/>
          </a:ln>
        </p:spPr>
      </p:sp>
      <p:sp>
        <p:nvSpPr>
          <p:cNvPr id="2009" name="zone-label">
            <a:extLst>
              <a:ext uri="{FF2B5EF4-FFF2-40B4-BE49-F238E27FC236}">
                <a16:creationId xmlns:a16="http://schemas.microsoft.com/office/drawing/2014/main" id="{E91F0A9C-963F-48AE-AF47-98E7BEE6179A}"/>
              </a:ext>
            </a:extLst>
          </p:cNvPr>
          <p:cNvSpPr>
            <a:spLocks noGrp="1"/>
          </p:cNvSpPr>
          <p:nvPr/>
        </p:nvSpPr>
        <p:spPr>
          <a:xfrm>
            <a:off x="4081463" y="4638675"/>
            <a:ext cx="1057275" cy="285750"/>
          </a:xfrm>
          <a:prstGeom prst="rect">
            <a:avLst/>
          </a:prstGeom>
          <a:noFill/>
          <a:ln w="0">
            <a:noFill/>
          </a:ln>
        </p:spPr>
        <p:txBody>
          <a:bodyPr wrap="none" lIns="0" tIns="0" rIns="0" bIns="0" anchor="t">
            <a:noAutofit/>
          </a:bodyPr>
          <a:lstStyle/>
          <a:p>
            <a:pPr algn="l">
              <a:spcBef>
                <a:spcPts val="0"/>
              </a:spcBef>
              <a:spcAft>
                <a:spcPts val="0"/>
              </a:spcAft>
              <a:defRPr sz="1550" b="1">
                <a:solidFill>
                  <a:srgbClr val="1D70B8"/>
                </a:solidFill>
                <a:latin typeface="Arial"/>
                <a:ea typeface="Arial"/>
                <a:cs typeface="Arial"/>
              </a:defRPr>
            </a:pPr>
            <a:r>
              <a:rPr sz="1550" b="1">
                <a:solidFill>
                  <a:srgbClr val="1D70B8"/>
                </a:solidFill>
                <a:latin typeface="Arial"/>
                <a:ea typeface="Arial"/>
                <a:cs typeface="Arial"/>
              </a:rPr>
              <a:t>Greifzone</a:t>
            </a:r>
          </a:p>
        </p:txBody>
      </p:sp>
      <p:sp>
        <p:nvSpPr>
          <p:cNvPr id="2010" name="base-camera">
            <a:extLst>
              <a:ext uri="{FF2B5EF4-FFF2-40B4-BE49-F238E27FC236}">
                <a16:creationId xmlns:a16="http://schemas.microsoft.com/office/drawing/2014/main" id="{14DFED24-40DC-4306-B4D1-2EBFF2B606DC}"/>
              </a:ext>
            </a:extLst>
          </p:cNvPr>
          <p:cNvSpPr>
            <a:spLocks noGrp="1"/>
          </p:cNvSpPr>
          <p:nvPr/>
        </p:nvSpPr>
        <p:spPr>
          <a:xfrm>
            <a:off x="3993356" y="1381125"/>
            <a:ext cx="571500" cy="171450"/>
          </a:xfrm>
          <a:prstGeom prst="roundRect">
            <a:avLst>
              <a:gd name="adj" fmla="val 44444"/>
            </a:avLst>
          </a:prstGeom>
          <a:solidFill>
            <a:srgbClr val="D6DCE1"/>
          </a:solidFill>
          <a:ln w="13335">
            <a:solidFill>
              <a:srgbClr val="4B5563"/>
            </a:solidFill>
            <a:prstDash val="solid"/>
          </a:ln>
        </p:spPr>
      </p:sp>
      <p:sp>
        <p:nvSpPr>
          <p:cNvPr id="2011" name="camera-projection">
            <a:extLst>
              <a:ext uri="{FF2B5EF4-FFF2-40B4-BE49-F238E27FC236}">
                <a16:creationId xmlns:a16="http://schemas.microsoft.com/office/drawing/2014/main" id="{91A1EAD8-BE9B-492B-BE8F-C4CA6F9FC1EE}"/>
              </a:ext>
            </a:extLst>
          </p:cNvPr>
          <p:cNvSpPr>
            <a:spLocks noGrp="1"/>
          </p:cNvSpPr>
          <p:nvPr/>
        </p:nvSpPr>
        <p:spPr>
          <a:xfrm>
            <a:off x="4279106" y="1552575"/>
            <a:ext cx="953" cy="114300"/>
          </a:xfrm>
          <a:custGeom>
            <a:pathLst>
              <a:path w="953" h="114300">
                <a:moveTo>
                  <a:pt x="0" y="0"/>
                </a:moveTo>
                <a:lnTo>
                  <a:pt x="0" y="114300"/>
                </a:lnTo>
              </a:path>
            </a:pathLst>
          </a:custGeom>
          <a:noFill/>
          <a:ln w="9525">
            <a:solidFill>
              <a:srgbClr val="4B5563"/>
            </a:solidFill>
            <a:prstDash val="solid"/>
          </a:ln>
        </p:spPr>
      </p:sp>
      <p:sp>
        <p:nvSpPr>
          <p:cNvPr id="2012" name="camera-label">
            <a:extLst>
              <a:ext uri="{FF2B5EF4-FFF2-40B4-BE49-F238E27FC236}">
                <a16:creationId xmlns:a16="http://schemas.microsoft.com/office/drawing/2014/main" id="{7D803F9F-5898-4437-82D5-53B8D2C71347}"/>
              </a:ext>
            </a:extLst>
          </p:cNvPr>
          <p:cNvSpPr>
            <a:spLocks noGrp="1"/>
          </p:cNvSpPr>
          <p:nvPr/>
        </p:nvSpPr>
        <p:spPr>
          <a:xfrm>
            <a:off x="5715000" y="1219200"/>
            <a:ext cx="3048000"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Basiskamera L515</a:t>
            </a:r>
          </a:p>
        </p:txBody>
      </p:sp>
      <p:sp>
        <p:nvSpPr>
          <p:cNvPr id="2013" name="camera-height">
            <a:extLst>
              <a:ext uri="{FF2B5EF4-FFF2-40B4-BE49-F238E27FC236}">
                <a16:creationId xmlns:a16="http://schemas.microsoft.com/office/drawing/2014/main" id="{A7255FFC-22BF-4B59-BC49-B489F81C8717}"/>
              </a:ext>
            </a:extLst>
          </p:cNvPr>
          <p:cNvSpPr>
            <a:spLocks noGrp="1"/>
          </p:cNvSpPr>
          <p:nvPr/>
        </p:nvSpPr>
        <p:spPr>
          <a:xfrm>
            <a:off x="5715000" y="1514475"/>
            <a:ext cx="3048000" cy="238125"/>
          </a:xfrm>
          <a:prstGeom prst="rect">
            <a:avLst/>
          </a:prstGeom>
          <a:noFill/>
          <a:ln w="0">
            <a:noFill/>
          </a:ln>
        </p:spPr>
        <p:txBody>
          <a:bodyPr wrap="none" lIns="0" tIns="0" rIns="0" bIns="0" anchor="t">
            <a:noAutofit/>
          </a:bodyPr>
          <a:lstStyle/>
          <a:p>
            <a:pPr algn="l">
              <a:spcBef>
                <a:spcPts val="0"/>
              </a:spcBef>
              <a:spcAft>
                <a:spcPts val="0"/>
              </a:spcAft>
              <a:defRPr sz="1300" b="0">
                <a:solidFill>
                  <a:srgbClr val="4B5563"/>
                </a:solidFill>
                <a:latin typeface="Arial"/>
                <a:ea typeface="Arial"/>
                <a:cs typeface="Arial"/>
              </a:defRPr>
            </a:pPr>
            <a:r>
              <a:rPr sz="1300" b="0">
                <a:solidFill>
                  <a:srgbClr val="4B5563"/>
                </a:solidFill>
                <a:latin typeface="Arial"/>
                <a:ea typeface="Arial"/>
                <a:cs typeface="Arial"/>
              </a:rPr>
              <a:t>ca. 0,85 m über dem Band</a:t>
            </a:r>
          </a:p>
        </p:txBody>
      </p:sp>
      <p:sp>
        <p:nvSpPr>
          <p:cNvPr id="2014" name="camera-leader">
            <a:extLst>
              <a:ext uri="{FF2B5EF4-FFF2-40B4-BE49-F238E27FC236}">
                <a16:creationId xmlns:a16="http://schemas.microsoft.com/office/drawing/2014/main" id="{8EA1ADC0-5F08-4B9C-ACD1-105745F3E2C7}"/>
              </a:ext>
            </a:extLst>
          </p:cNvPr>
          <p:cNvSpPr>
            <a:spLocks noGrp="1"/>
          </p:cNvSpPr>
          <p:nvPr/>
        </p:nvSpPr>
        <p:spPr>
          <a:xfrm>
            <a:off x="4583906" y="1457325"/>
            <a:ext cx="997744" cy="953"/>
          </a:xfrm>
          <a:custGeom>
            <a:pathLst>
              <a:path w="997744" h="953">
                <a:moveTo>
                  <a:pt x="0" y="0"/>
                </a:moveTo>
                <a:lnTo>
                  <a:pt x="997744" y="0"/>
                </a:lnTo>
              </a:path>
            </a:pathLst>
          </a:custGeom>
          <a:noFill/>
          <a:ln w="9525">
            <a:solidFill>
              <a:srgbClr val="4B5563"/>
            </a:solidFill>
            <a:prstDash val="solid"/>
          </a:ln>
        </p:spPr>
      </p:sp>
      <p:sp>
        <p:nvSpPr>
          <p:cNvPr id="2015" name="conveyor-x-shaft">
            <a:extLst>
              <a:ext uri="{FF2B5EF4-FFF2-40B4-BE49-F238E27FC236}">
                <a16:creationId xmlns:a16="http://schemas.microsoft.com/office/drawing/2014/main" id="{B5BC95E8-7F97-4447-893E-C82912CBE381}"/>
              </a:ext>
            </a:extLst>
          </p:cNvPr>
          <p:cNvSpPr>
            <a:spLocks noGrp="1"/>
          </p:cNvSpPr>
          <p:nvPr/>
        </p:nvSpPr>
        <p:spPr>
          <a:xfrm>
            <a:off x="3650456" y="1666875"/>
            <a:ext cx="628650" cy="953"/>
          </a:xfrm>
          <a:custGeom>
            <a:pathLst>
              <a:path w="628650" h="953">
                <a:moveTo>
                  <a:pt x="628650" y="0"/>
                </a:moveTo>
                <a:lnTo>
                  <a:pt x="0" y="0"/>
                </a:lnTo>
              </a:path>
            </a:pathLst>
          </a:custGeom>
          <a:noFill/>
          <a:ln w="17145">
            <a:solidFill>
              <a:srgbClr val="1D70B8"/>
            </a:solidFill>
            <a:prstDash val="solid"/>
          </a:ln>
        </p:spPr>
      </p:sp>
      <p:sp>
        <p:nvSpPr>
          <p:cNvPr id="2016" name="conveyor-x-tip">
            <a:extLst>
              <a:ext uri="{FF2B5EF4-FFF2-40B4-BE49-F238E27FC236}">
                <a16:creationId xmlns:a16="http://schemas.microsoft.com/office/drawing/2014/main" id="{ACF61AD1-603D-4CCC-A5CD-C2A267593D28}"/>
              </a:ext>
            </a:extLst>
          </p:cNvPr>
          <p:cNvSpPr>
            <a:spLocks noGrp="1"/>
          </p:cNvSpPr>
          <p:nvPr/>
        </p:nvSpPr>
        <p:spPr>
          <a:xfrm>
            <a:off x="3650456" y="1626870"/>
            <a:ext cx="95250" cy="80010"/>
          </a:xfrm>
          <a:custGeom>
            <a:pathLst>
              <a:path w="95250" h="80010">
                <a:moveTo>
                  <a:pt x="0" y="40005"/>
                </a:moveTo>
                <a:lnTo>
                  <a:pt x="95250" y="0"/>
                </a:lnTo>
                <a:lnTo>
                  <a:pt x="95250" y="80010"/>
                </a:lnTo>
                <a:close/>
              </a:path>
            </a:pathLst>
          </a:custGeom>
          <a:solidFill>
            <a:srgbClr val="1D70B8"/>
          </a:solidFill>
          <a:ln w="0">
            <a:noFill/>
          </a:ln>
        </p:spPr>
      </p:sp>
      <p:sp>
        <p:nvSpPr>
          <p:cNvPr id="2017" name="conveyor-y-shaft">
            <a:extLst>
              <a:ext uri="{FF2B5EF4-FFF2-40B4-BE49-F238E27FC236}">
                <a16:creationId xmlns:a16="http://schemas.microsoft.com/office/drawing/2014/main" id="{F9BFCA3B-6138-4DFD-9853-5355408A9306}"/>
              </a:ext>
            </a:extLst>
          </p:cNvPr>
          <p:cNvSpPr>
            <a:spLocks noGrp="1"/>
          </p:cNvSpPr>
          <p:nvPr/>
        </p:nvSpPr>
        <p:spPr>
          <a:xfrm>
            <a:off x="4279106" y="1666875"/>
            <a:ext cx="953" cy="647700"/>
          </a:xfrm>
          <a:custGeom>
            <a:pathLst>
              <a:path w="953" h="647700">
                <a:moveTo>
                  <a:pt x="0" y="0"/>
                </a:moveTo>
                <a:lnTo>
                  <a:pt x="0" y="647700"/>
                </a:lnTo>
              </a:path>
            </a:pathLst>
          </a:custGeom>
          <a:noFill/>
          <a:ln w="17145">
            <a:solidFill>
              <a:srgbClr val="1D70B8"/>
            </a:solidFill>
            <a:prstDash val="solid"/>
          </a:ln>
        </p:spPr>
      </p:sp>
      <p:sp>
        <p:nvSpPr>
          <p:cNvPr id="2018" name="conveyor-y-tip">
            <a:extLst>
              <a:ext uri="{FF2B5EF4-FFF2-40B4-BE49-F238E27FC236}">
                <a16:creationId xmlns:a16="http://schemas.microsoft.com/office/drawing/2014/main" id="{7478A6E9-4B1F-478E-8CA1-89068BFBB4C3}"/>
              </a:ext>
            </a:extLst>
          </p:cNvPr>
          <p:cNvSpPr>
            <a:spLocks noGrp="1"/>
          </p:cNvSpPr>
          <p:nvPr/>
        </p:nvSpPr>
        <p:spPr>
          <a:xfrm>
            <a:off x="4239101" y="2219325"/>
            <a:ext cx="80010" cy="95250"/>
          </a:xfrm>
          <a:custGeom>
            <a:pathLst>
              <a:path w="80010" h="95250">
                <a:moveTo>
                  <a:pt x="40005" y="95250"/>
                </a:moveTo>
                <a:lnTo>
                  <a:pt x="0" y="0"/>
                </a:lnTo>
                <a:lnTo>
                  <a:pt x="80010" y="0"/>
                </a:lnTo>
                <a:close/>
              </a:path>
            </a:pathLst>
          </a:custGeom>
          <a:solidFill>
            <a:srgbClr val="1D70B8"/>
          </a:solidFill>
          <a:ln w="0">
            <a:noFill/>
          </a:ln>
        </p:spPr>
      </p:sp>
      <p:sp>
        <p:nvSpPr>
          <p:cNvPr id="2019" name="conveyor-x-label">
            <a:extLst>
              <a:ext uri="{FF2B5EF4-FFF2-40B4-BE49-F238E27FC236}">
                <a16:creationId xmlns:a16="http://schemas.microsoft.com/office/drawing/2014/main" id="{9DEC428C-2D64-4223-9443-083FB392613D}"/>
              </a:ext>
            </a:extLst>
          </p:cNvPr>
          <p:cNvSpPr>
            <a:spLocks noGrp="1"/>
          </p:cNvSpPr>
          <p:nvPr/>
        </p:nvSpPr>
        <p:spPr>
          <a:xfrm>
            <a:off x="3488531" y="1343025"/>
            <a:ext cx="4191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20" name="conveyor-y-label">
            <a:extLst>
              <a:ext uri="{FF2B5EF4-FFF2-40B4-BE49-F238E27FC236}">
                <a16:creationId xmlns:a16="http://schemas.microsoft.com/office/drawing/2014/main" id="{1219C61A-1195-4FE4-B46A-9ACFA167D638}"/>
              </a:ext>
            </a:extLst>
          </p:cNvPr>
          <p:cNvSpPr>
            <a:spLocks noGrp="1"/>
          </p:cNvSpPr>
          <p:nvPr/>
        </p:nvSpPr>
        <p:spPr>
          <a:xfrm>
            <a:off x="4393406" y="2133600"/>
            <a:ext cx="4572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a:t>
            </a:r>
          </a:p>
        </p:txBody>
      </p:sp>
      <p:sp>
        <p:nvSpPr>
          <p:cNvPr id="2021" name="conveyor-frame-label">
            <a:extLst>
              <a:ext uri="{FF2B5EF4-FFF2-40B4-BE49-F238E27FC236}">
                <a16:creationId xmlns:a16="http://schemas.microsoft.com/office/drawing/2014/main" id="{519A44DB-B549-4055-8705-073C80A1EAC4}"/>
              </a:ext>
            </a:extLst>
          </p:cNvPr>
          <p:cNvSpPr>
            <a:spLocks noGrp="1"/>
          </p:cNvSpPr>
          <p:nvPr/>
        </p:nvSpPr>
        <p:spPr>
          <a:xfrm>
            <a:off x="5715000" y="2000250"/>
            <a:ext cx="25717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conveyor_frame</a:t>
            </a:r>
          </a:p>
        </p:txBody>
      </p:sp>
      <p:sp>
        <p:nvSpPr>
          <p:cNvPr id="2022" name="drop-box">
            <a:extLst>
              <a:ext uri="{FF2B5EF4-FFF2-40B4-BE49-F238E27FC236}">
                <a16:creationId xmlns:a16="http://schemas.microsoft.com/office/drawing/2014/main" id="{A86A593B-69AB-46EB-B4DA-636357F58BCA}"/>
              </a:ext>
            </a:extLst>
          </p:cNvPr>
          <p:cNvSpPr>
            <a:spLocks noGrp="1"/>
          </p:cNvSpPr>
          <p:nvPr/>
        </p:nvSpPr>
        <p:spPr>
          <a:xfrm>
            <a:off x="5502592" y="3297555"/>
            <a:ext cx="762000" cy="533400"/>
          </a:xfrm>
          <a:prstGeom prst="roundRect">
            <a:avLst>
              <a:gd name="adj" fmla="val 14286"/>
            </a:avLst>
          </a:prstGeom>
          <a:solidFill>
            <a:srgbClr val="F5DFBD"/>
          </a:solidFill>
          <a:ln w="14288">
            <a:solidFill>
              <a:srgbClr val="9B6622"/>
            </a:solidFill>
            <a:prstDash val="solid"/>
          </a:ln>
        </p:spPr>
      </p:sp>
      <p:sp>
        <p:nvSpPr>
          <p:cNvPr id="2023" name="drop-box-label">
            <a:extLst>
              <a:ext uri="{FF2B5EF4-FFF2-40B4-BE49-F238E27FC236}">
                <a16:creationId xmlns:a16="http://schemas.microsoft.com/office/drawing/2014/main" id="{693654C8-3FEE-44D6-A4DB-63854325249C}"/>
              </a:ext>
            </a:extLst>
          </p:cNvPr>
          <p:cNvSpPr>
            <a:spLocks noGrp="1"/>
          </p:cNvSpPr>
          <p:nvPr/>
        </p:nvSpPr>
        <p:spPr>
          <a:xfrm>
            <a:off x="5569267" y="2945130"/>
            <a:ext cx="1952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Ablagekiste</a:t>
            </a:r>
          </a:p>
        </p:txBody>
      </p:sp>
      <p:sp>
        <p:nvSpPr>
          <p:cNvPr id="2024" name="drop-position">
            <a:extLst>
              <a:ext uri="{FF2B5EF4-FFF2-40B4-BE49-F238E27FC236}">
                <a16:creationId xmlns:a16="http://schemas.microsoft.com/office/drawing/2014/main" id="{A25470CA-365F-470F-A616-D8D69B03E983}"/>
              </a:ext>
            </a:extLst>
          </p:cNvPr>
          <p:cNvSpPr>
            <a:spLocks noGrp="1"/>
          </p:cNvSpPr>
          <p:nvPr/>
        </p:nvSpPr>
        <p:spPr>
          <a:xfrm>
            <a:off x="5826442" y="3507105"/>
            <a:ext cx="114300" cy="114300"/>
          </a:xfrm>
          <a:prstGeom prst="ellipse">
            <a:avLst/>
          </a:prstGeom>
          <a:solidFill>
            <a:srgbClr val="9B6622"/>
          </a:solidFill>
          <a:ln w="12383">
            <a:solidFill>
              <a:srgbClr val="FFFFFF"/>
            </a:solidFill>
          </a:ln>
        </p:spPr>
      </p:sp>
      <p:sp>
        <p:nvSpPr>
          <p:cNvPr id="2025" name="drop-position-leader">
            <a:extLst>
              <a:ext uri="{FF2B5EF4-FFF2-40B4-BE49-F238E27FC236}">
                <a16:creationId xmlns:a16="http://schemas.microsoft.com/office/drawing/2014/main" id="{32015599-7A0B-4655-9E69-F929EFB599EB}"/>
              </a:ext>
            </a:extLst>
          </p:cNvPr>
          <p:cNvSpPr>
            <a:spLocks noGrp="1"/>
          </p:cNvSpPr>
          <p:nvPr/>
        </p:nvSpPr>
        <p:spPr>
          <a:xfrm>
            <a:off x="5969317" y="3564255"/>
            <a:ext cx="447675" cy="953"/>
          </a:xfrm>
          <a:custGeom>
            <a:pathLst>
              <a:path w="447675" h="953">
                <a:moveTo>
                  <a:pt x="0" y="0"/>
                </a:moveTo>
                <a:lnTo>
                  <a:pt x="447675" y="0"/>
                </a:lnTo>
              </a:path>
            </a:pathLst>
          </a:custGeom>
          <a:noFill/>
          <a:ln w="11430">
            <a:solidFill>
              <a:srgbClr val="9B6622"/>
            </a:solidFill>
            <a:prstDash val="solid"/>
          </a:ln>
        </p:spPr>
      </p:sp>
      <p:sp>
        <p:nvSpPr>
          <p:cNvPr id="2026" name="drop-position-id">
            <a:extLst>
              <a:ext uri="{FF2B5EF4-FFF2-40B4-BE49-F238E27FC236}">
                <a16:creationId xmlns:a16="http://schemas.microsoft.com/office/drawing/2014/main" id="{63B74C32-229E-4F15-A9F1-A0615C8D48B8}"/>
              </a:ext>
            </a:extLst>
          </p:cNvPr>
          <p:cNvSpPr>
            <a:spLocks noGrp="1"/>
          </p:cNvSpPr>
          <p:nvPr/>
        </p:nvSpPr>
        <p:spPr>
          <a:xfrm>
            <a:off x="6493192" y="3430905"/>
            <a:ext cx="36195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9B6622"/>
                </a:solidFill>
                <a:latin typeface="Arial"/>
                <a:ea typeface="Arial"/>
                <a:cs typeface="Arial"/>
              </a:defRPr>
            </a:pPr>
            <a:r>
              <a:rPr sz="1700" b="1">
                <a:solidFill>
                  <a:srgbClr val="9B6622"/>
                </a:solidFill>
                <a:latin typeface="Arial"/>
                <a:ea typeface="Arial"/>
                <a:cs typeface="Arial"/>
              </a:rPr>
              <a:t>A</a:t>
            </a:r>
          </a:p>
        </p:txBody>
      </p:sp>
      <p:sp>
        <p:nvSpPr>
          <p:cNvPr id="2027" name="robot-base">
            <a:extLst>
              <a:ext uri="{FF2B5EF4-FFF2-40B4-BE49-F238E27FC236}">
                <a16:creationId xmlns:a16="http://schemas.microsoft.com/office/drawing/2014/main" id="{55C61188-2BAF-4B46-BECA-05C8EA0867F0}"/>
              </a:ext>
            </a:extLst>
          </p:cNvPr>
          <p:cNvSpPr>
            <a:spLocks noGrp="1"/>
          </p:cNvSpPr>
          <p:nvPr/>
        </p:nvSpPr>
        <p:spPr>
          <a:xfrm>
            <a:off x="6357938" y="4495800"/>
            <a:ext cx="857250" cy="857250"/>
          </a:xfrm>
          <a:prstGeom prst="ellipse">
            <a:avLst/>
          </a:prstGeom>
          <a:solidFill>
            <a:srgbClr val="DBE7D4"/>
          </a:solidFill>
          <a:ln w="19050">
            <a:solidFill>
              <a:srgbClr val="47774A"/>
            </a:solidFill>
          </a:ln>
        </p:spPr>
      </p:sp>
      <p:sp>
        <p:nvSpPr>
          <p:cNvPr id="2028" name="world-x-shaft">
            <a:extLst>
              <a:ext uri="{FF2B5EF4-FFF2-40B4-BE49-F238E27FC236}">
                <a16:creationId xmlns:a16="http://schemas.microsoft.com/office/drawing/2014/main" id="{2A4AB25E-B14F-4F4B-8A55-A59943511C7C}"/>
              </a:ext>
            </a:extLst>
          </p:cNvPr>
          <p:cNvSpPr>
            <a:spLocks noGrp="1"/>
          </p:cNvSpPr>
          <p:nvPr/>
        </p:nvSpPr>
        <p:spPr>
          <a:xfrm>
            <a:off x="6786563" y="4924425"/>
            <a:ext cx="790575" cy="953"/>
          </a:xfrm>
          <a:custGeom>
            <a:pathLst>
              <a:path w="790575" h="953">
                <a:moveTo>
                  <a:pt x="0" y="0"/>
                </a:moveTo>
                <a:lnTo>
                  <a:pt x="790575" y="0"/>
                </a:lnTo>
              </a:path>
            </a:pathLst>
          </a:custGeom>
          <a:noFill/>
          <a:ln w="17145">
            <a:solidFill>
              <a:srgbClr val="1D70B8"/>
            </a:solidFill>
            <a:prstDash val="solid"/>
          </a:ln>
        </p:spPr>
      </p:sp>
      <p:sp>
        <p:nvSpPr>
          <p:cNvPr id="2029" name="world-x-tip">
            <a:extLst>
              <a:ext uri="{FF2B5EF4-FFF2-40B4-BE49-F238E27FC236}">
                <a16:creationId xmlns:a16="http://schemas.microsoft.com/office/drawing/2014/main" id="{F05F1DF8-28BB-460F-995F-859C5F7494D0}"/>
              </a:ext>
            </a:extLst>
          </p:cNvPr>
          <p:cNvSpPr>
            <a:spLocks noGrp="1"/>
          </p:cNvSpPr>
          <p:nvPr/>
        </p:nvSpPr>
        <p:spPr>
          <a:xfrm>
            <a:off x="7481888" y="4884420"/>
            <a:ext cx="95250" cy="80010"/>
          </a:xfrm>
          <a:custGeom>
            <a:pathLst>
              <a:path w="95250" h="80010">
                <a:moveTo>
                  <a:pt x="95250" y="40005"/>
                </a:moveTo>
                <a:lnTo>
                  <a:pt x="0" y="80010"/>
                </a:lnTo>
                <a:lnTo>
                  <a:pt x="0" y="0"/>
                </a:lnTo>
                <a:close/>
              </a:path>
            </a:pathLst>
          </a:custGeom>
          <a:solidFill>
            <a:srgbClr val="1D70B8"/>
          </a:solidFill>
          <a:ln w="0">
            <a:noFill/>
          </a:ln>
        </p:spPr>
      </p:sp>
      <p:sp>
        <p:nvSpPr>
          <p:cNvPr id="2030" name="world-y-shaft">
            <a:extLst>
              <a:ext uri="{FF2B5EF4-FFF2-40B4-BE49-F238E27FC236}">
                <a16:creationId xmlns:a16="http://schemas.microsoft.com/office/drawing/2014/main" id="{3894A5A2-C628-4097-8C2E-96DA614A76B6}"/>
              </a:ext>
            </a:extLst>
          </p:cNvPr>
          <p:cNvSpPr>
            <a:spLocks noGrp="1"/>
          </p:cNvSpPr>
          <p:nvPr/>
        </p:nvSpPr>
        <p:spPr>
          <a:xfrm>
            <a:off x="6786563" y="4181475"/>
            <a:ext cx="953" cy="742950"/>
          </a:xfrm>
          <a:custGeom>
            <a:pathLst>
              <a:path w="953" h="742950">
                <a:moveTo>
                  <a:pt x="0" y="742950"/>
                </a:moveTo>
                <a:lnTo>
                  <a:pt x="0" y="0"/>
                </a:lnTo>
              </a:path>
            </a:pathLst>
          </a:custGeom>
          <a:noFill/>
          <a:ln w="17145">
            <a:solidFill>
              <a:srgbClr val="1D70B8"/>
            </a:solidFill>
            <a:prstDash val="solid"/>
          </a:ln>
        </p:spPr>
      </p:sp>
      <p:sp>
        <p:nvSpPr>
          <p:cNvPr id="2031" name="world-y-tip">
            <a:extLst>
              <a:ext uri="{FF2B5EF4-FFF2-40B4-BE49-F238E27FC236}">
                <a16:creationId xmlns:a16="http://schemas.microsoft.com/office/drawing/2014/main" id="{FC8D275A-6C7B-4EFC-8F79-2B31427F087C}"/>
              </a:ext>
            </a:extLst>
          </p:cNvPr>
          <p:cNvSpPr>
            <a:spLocks noGrp="1"/>
          </p:cNvSpPr>
          <p:nvPr/>
        </p:nvSpPr>
        <p:spPr>
          <a:xfrm>
            <a:off x="6746558" y="4181475"/>
            <a:ext cx="80010" cy="95250"/>
          </a:xfrm>
          <a:custGeom>
            <a:pathLst>
              <a:path w="80010" h="95250">
                <a:moveTo>
                  <a:pt x="40005" y="0"/>
                </a:moveTo>
                <a:lnTo>
                  <a:pt x="80010" y="95250"/>
                </a:lnTo>
                <a:lnTo>
                  <a:pt x="0" y="95250"/>
                </a:lnTo>
                <a:close/>
              </a:path>
            </a:pathLst>
          </a:custGeom>
          <a:solidFill>
            <a:srgbClr val="1D70B8"/>
          </a:solidFill>
          <a:ln w="0">
            <a:noFill/>
          </a:ln>
        </p:spPr>
      </p:sp>
      <p:sp>
        <p:nvSpPr>
          <p:cNvPr id="2032" name="world-origin">
            <a:extLst>
              <a:ext uri="{FF2B5EF4-FFF2-40B4-BE49-F238E27FC236}">
                <a16:creationId xmlns:a16="http://schemas.microsoft.com/office/drawing/2014/main" id="{3AF878DC-3E98-4959-93FB-76FB884E0056}"/>
              </a:ext>
            </a:extLst>
          </p:cNvPr>
          <p:cNvSpPr>
            <a:spLocks noGrp="1"/>
          </p:cNvSpPr>
          <p:nvPr/>
        </p:nvSpPr>
        <p:spPr>
          <a:xfrm>
            <a:off x="6757988" y="4895850"/>
            <a:ext cx="57150" cy="57150"/>
          </a:xfrm>
          <a:prstGeom prst="ellipse">
            <a:avLst/>
          </a:prstGeom>
          <a:solidFill>
            <a:srgbClr val="1D70B8"/>
          </a:solidFill>
          <a:ln w="12383">
            <a:solidFill>
              <a:srgbClr val="FFFFFF"/>
            </a:solidFill>
          </a:ln>
        </p:spPr>
      </p:sp>
      <p:sp>
        <p:nvSpPr>
          <p:cNvPr id="2033" name="world-x-label">
            <a:extLst>
              <a:ext uri="{FF2B5EF4-FFF2-40B4-BE49-F238E27FC236}">
                <a16:creationId xmlns:a16="http://schemas.microsoft.com/office/drawing/2014/main" id="{E308BF95-BEB0-4416-BD37-97085B94559D}"/>
              </a:ext>
            </a:extLst>
          </p:cNvPr>
          <p:cNvSpPr>
            <a:spLocks noGrp="1"/>
          </p:cNvSpPr>
          <p:nvPr/>
        </p:nvSpPr>
        <p:spPr>
          <a:xfrm>
            <a:off x="7681913" y="4772025"/>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34" name="world-y-label">
            <a:extLst>
              <a:ext uri="{FF2B5EF4-FFF2-40B4-BE49-F238E27FC236}">
                <a16:creationId xmlns:a16="http://schemas.microsoft.com/office/drawing/2014/main" id="{18AFD7E0-39FC-4170-A06C-177AAED5F9E5}"/>
              </a:ext>
            </a:extLst>
          </p:cNvPr>
          <p:cNvSpPr>
            <a:spLocks noGrp="1"/>
          </p:cNvSpPr>
          <p:nvPr/>
        </p:nvSpPr>
        <p:spPr>
          <a:xfrm>
            <a:off x="6986588" y="3981450"/>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a:t>
            </a:r>
          </a:p>
        </p:txBody>
      </p:sp>
      <p:sp>
        <p:nvSpPr>
          <p:cNvPr id="2035" name="world-label">
            <a:extLst>
              <a:ext uri="{FF2B5EF4-FFF2-40B4-BE49-F238E27FC236}">
                <a16:creationId xmlns:a16="http://schemas.microsoft.com/office/drawing/2014/main" id="{789B88B3-3B4D-40E3-981F-249E0E69005B}"/>
              </a:ext>
            </a:extLst>
          </p:cNvPr>
          <p:cNvSpPr>
            <a:spLocks noGrp="1"/>
          </p:cNvSpPr>
          <p:nvPr/>
        </p:nvSpPr>
        <p:spPr>
          <a:xfrm>
            <a:off x="7548563" y="5210175"/>
            <a:ext cx="12382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world</a:t>
            </a:r>
          </a:p>
        </p:txBody>
      </p:sp>
      <p:sp>
        <p:nvSpPr>
          <p:cNvPr id="2036" name="robot-label">
            <a:extLst>
              <a:ext uri="{FF2B5EF4-FFF2-40B4-BE49-F238E27FC236}">
                <a16:creationId xmlns:a16="http://schemas.microsoft.com/office/drawing/2014/main" id="{44E02571-BAFB-4ED7-9DE4-575B9146A5B3}"/>
              </a:ext>
            </a:extLst>
          </p:cNvPr>
          <p:cNvSpPr>
            <a:spLocks noGrp="1"/>
          </p:cNvSpPr>
          <p:nvPr/>
        </p:nvSpPr>
        <p:spPr>
          <a:xfrm>
            <a:off x="6348413" y="5476875"/>
            <a:ext cx="1047750" cy="304800"/>
          </a:xfrm>
          <a:prstGeom prst="rect">
            <a:avLst/>
          </a:prstGeom>
          <a:noFill/>
          <a:ln w="0">
            <a:noFill/>
          </a:ln>
        </p:spPr>
        <p:txBody>
          <a:bodyPr wrap="none" lIns="0" tIns="0" rIns="0" bIns="0" anchor="t">
            <a:noAutofit/>
          </a:bodyPr>
          <a:lstStyle/>
          <a:p>
            <a:pPr algn="l">
              <a:spcBef>
                <a:spcPts val="0"/>
              </a:spcBef>
              <a:spcAft>
                <a:spcPts val="0"/>
              </a:spcAft>
              <a:defRPr sz="1700" b="1">
                <a:solidFill>
                  <a:srgbClr val="17212B"/>
                </a:solidFill>
                <a:latin typeface="Arial"/>
                <a:ea typeface="Arial"/>
                <a:cs typeface="Arial"/>
              </a:defRPr>
            </a:pPr>
            <a:r>
              <a:rPr sz="1700" b="1">
                <a:solidFill>
                  <a:srgbClr val="17212B"/>
                </a:solidFill>
                <a:latin typeface="Arial"/>
                <a:ea typeface="Arial"/>
                <a:cs typeface="Arial"/>
              </a:rPr>
              <a:t>UR10e</a:t>
            </a:r>
          </a:p>
        </p:txBody>
      </p:sp>
      <p:sp>
        <p:nvSpPr>
          <p:cNvPr id="2037" name="wait-position">
            <a:extLst>
              <a:ext uri="{FF2B5EF4-FFF2-40B4-BE49-F238E27FC236}">
                <a16:creationId xmlns:a16="http://schemas.microsoft.com/office/drawing/2014/main" id="{3A033156-5AB9-4A92-8AEE-943BF6B112F0}"/>
              </a:ext>
            </a:extLst>
          </p:cNvPr>
          <p:cNvSpPr>
            <a:spLocks noGrp="1"/>
          </p:cNvSpPr>
          <p:nvPr/>
        </p:nvSpPr>
        <p:spPr>
          <a:xfrm>
            <a:off x="4397693" y="3867150"/>
            <a:ext cx="114300" cy="114300"/>
          </a:xfrm>
          <a:prstGeom prst="ellipse">
            <a:avLst/>
          </a:prstGeom>
          <a:solidFill>
            <a:srgbClr val="1D70B8"/>
          </a:solidFill>
          <a:ln w="12383">
            <a:solidFill>
              <a:srgbClr val="FFFFFF"/>
            </a:solidFill>
          </a:ln>
        </p:spPr>
      </p:sp>
      <p:sp>
        <p:nvSpPr>
          <p:cNvPr id="2038" name="wait-position-id">
            <a:extLst>
              <a:ext uri="{FF2B5EF4-FFF2-40B4-BE49-F238E27FC236}">
                <a16:creationId xmlns:a16="http://schemas.microsoft.com/office/drawing/2014/main" id="{7D847214-1F8D-4182-BFDC-F8F8D3FCE193}"/>
              </a:ext>
            </a:extLst>
          </p:cNvPr>
          <p:cNvSpPr>
            <a:spLocks noGrp="1"/>
          </p:cNvSpPr>
          <p:nvPr/>
        </p:nvSpPr>
        <p:spPr>
          <a:xfrm>
            <a:off x="4607243" y="3781425"/>
            <a:ext cx="41910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1D70B8"/>
                </a:solidFill>
                <a:latin typeface="Arial"/>
                <a:ea typeface="Arial"/>
                <a:cs typeface="Arial"/>
              </a:defRPr>
            </a:pPr>
            <a:r>
              <a:rPr sz="1700" b="1">
                <a:solidFill>
                  <a:srgbClr val="1D70B8"/>
                </a:solidFill>
                <a:latin typeface="Arial"/>
                <a:ea typeface="Arial"/>
                <a:cs typeface="Arial"/>
              </a:rPr>
              <a:t>W</a:t>
            </a:r>
          </a:p>
        </p:txBody>
      </p:sp>
      <p:sp>
        <p:nvSpPr>
          <p:cNvPr id="2039" name="belt-length-top">
            <a:extLst>
              <a:ext uri="{FF2B5EF4-FFF2-40B4-BE49-F238E27FC236}">
                <a16:creationId xmlns:a16="http://schemas.microsoft.com/office/drawing/2014/main" id="{0498BF39-3180-42EF-92EA-4B7327CD280E}"/>
              </a:ext>
            </a:extLst>
          </p:cNvPr>
          <p:cNvSpPr>
            <a:spLocks noGrp="1"/>
          </p:cNvSpPr>
          <p:nvPr/>
        </p:nvSpPr>
        <p:spPr>
          <a:xfrm>
            <a:off x="1600200" y="1666875"/>
            <a:ext cx="1476375" cy="953"/>
          </a:xfrm>
          <a:custGeom>
            <a:pathLst>
              <a:path w="1476375" h="953">
                <a:moveTo>
                  <a:pt x="0" y="0"/>
                </a:moveTo>
                <a:lnTo>
                  <a:pt x="1476375" y="0"/>
                </a:lnTo>
              </a:path>
            </a:pathLst>
          </a:custGeom>
          <a:noFill/>
          <a:ln w="9525">
            <a:solidFill>
              <a:srgbClr val="305B78"/>
            </a:solidFill>
            <a:prstDash val="solid"/>
          </a:ln>
        </p:spPr>
      </p:sp>
      <p:sp>
        <p:nvSpPr>
          <p:cNvPr id="2040" name="belt-length-bottom">
            <a:extLst>
              <a:ext uri="{FF2B5EF4-FFF2-40B4-BE49-F238E27FC236}">
                <a16:creationId xmlns:a16="http://schemas.microsoft.com/office/drawing/2014/main" id="{EDF5B9DC-6F52-4438-BADB-1CA879AA568A}"/>
              </a:ext>
            </a:extLst>
          </p:cNvPr>
          <p:cNvSpPr>
            <a:spLocks noGrp="1"/>
          </p:cNvSpPr>
          <p:nvPr/>
        </p:nvSpPr>
        <p:spPr>
          <a:xfrm>
            <a:off x="1600200" y="5953125"/>
            <a:ext cx="1476375" cy="953"/>
          </a:xfrm>
          <a:custGeom>
            <a:pathLst>
              <a:path w="1476375" h="953">
                <a:moveTo>
                  <a:pt x="0" y="0"/>
                </a:moveTo>
                <a:lnTo>
                  <a:pt x="1476375" y="0"/>
                </a:lnTo>
              </a:path>
            </a:pathLst>
          </a:custGeom>
          <a:noFill/>
          <a:ln w="9525">
            <a:solidFill>
              <a:srgbClr val="305B78"/>
            </a:solidFill>
            <a:prstDash val="solid"/>
          </a:ln>
        </p:spPr>
      </p:sp>
      <p:sp>
        <p:nvSpPr>
          <p:cNvPr id="2041" name="belt-length-shaft">
            <a:extLst>
              <a:ext uri="{FF2B5EF4-FFF2-40B4-BE49-F238E27FC236}">
                <a16:creationId xmlns:a16="http://schemas.microsoft.com/office/drawing/2014/main" id="{FCCE29A6-2E4D-49AD-9FD3-773FCDFB29BD}"/>
              </a:ext>
            </a:extLst>
          </p:cNvPr>
          <p:cNvSpPr>
            <a:spLocks noGrp="1"/>
          </p:cNvSpPr>
          <p:nvPr/>
        </p:nvSpPr>
        <p:spPr>
          <a:xfrm>
            <a:off x="1600200" y="1666875"/>
            <a:ext cx="953" cy="4286250"/>
          </a:xfrm>
          <a:custGeom>
            <a:pathLst>
              <a:path w="953" h="4286250">
                <a:moveTo>
                  <a:pt x="0" y="0"/>
                </a:moveTo>
                <a:lnTo>
                  <a:pt x="0" y="4286250"/>
                </a:lnTo>
              </a:path>
            </a:pathLst>
          </a:custGeom>
          <a:noFill/>
          <a:ln w="11430">
            <a:solidFill>
              <a:srgbClr val="305B78"/>
            </a:solidFill>
            <a:prstDash val="solid"/>
          </a:ln>
        </p:spPr>
      </p:sp>
      <p:sp>
        <p:nvSpPr>
          <p:cNvPr id="2042" name="belt-length-tip">
            <a:extLst>
              <a:ext uri="{FF2B5EF4-FFF2-40B4-BE49-F238E27FC236}">
                <a16:creationId xmlns:a16="http://schemas.microsoft.com/office/drawing/2014/main" id="{137747BA-83F7-4F5D-ADCD-DCB9737B58E2}"/>
              </a:ext>
            </a:extLst>
          </p:cNvPr>
          <p:cNvSpPr>
            <a:spLocks noGrp="1"/>
          </p:cNvSpPr>
          <p:nvPr/>
        </p:nvSpPr>
        <p:spPr>
          <a:xfrm>
            <a:off x="1572197" y="5886450"/>
            <a:ext cx="56007" cy="66675"/>
          </a:xfrm>
          <a:custGeom>
            <a:pathLst>
              <a:path w="56007" h="66675">
                <a:moveTo>
                  <a:pt x="28003" y="66675"/>
                </a:moveTo>
                <a:lnTo>
                  <a:pt x="0" y="0"/>
                </a:lnTo>
                <a:lnTo>
                  <a:pt x="56007" y="0"/>
                </a:lnTo>
                <a:close/>
              </a:path>
            </a:pathLst>
          </a:custGeom>
          <a:solidFill>
            <a:srgbClr val="305B78"/>
          </a:solidFill>
          <a:ln w="0">
            <a:noFill/>
          </a:ln>
        </p:spPr>
      </p:sp>
      <p:sp>
        <p:nvSpPr>
          <p:cNvPr id="2043" name="belt-length-start">
            <a:extLst>
              <a:ext uri="{FF2B5EF4-FFF2-40B4-BE49-F238E27FC236}">
                <a16:creationId xmlns:a16="http://schemas.microsoft.com/office/drawing/2014/main" id="{E8BD2978-5A8A-4A8E-A668-9E986D3742CB}"/>
              </a:ext>
            </a:extLst>
          </p:cNvPr>
          <p:cNvSpPr>
            <a:spLocks noGrp="1"/>
          </p:cNvSpPr>
          <p:nvPr/>
        </p:nvSpPr>
        <p:spPr>
          <a:xfrm>
            <a:off x="1572197" y="1666875"/>
            <a:ext cx="56007" cy="66675"/>
          </a:xfrm>
          <a:custGeom>
            <a:pathLst>
              <a:path w="56007" h="66675">
                <a:moveTo>
                  <a:pt x="28003" y="0"/>
                </a:moveTo>
                <a:lnTo>
                  <a:pt x="0" y="66675"/>
                </a:lnTo>
                <a:lnTo>
                  <a:pt x="56007" y="66675"/>
                </a:lnTo>
                <a:close/>
              </a:path>
            </a:pathLst>
          </a:custGeom>
          <a:solidFill>
            <a:srgbClr val="305B78"/>
          </a:solidFill>
          <a:ln w="0">
            <a:noFill/>
          </a:ln>
        </p:spPr>
      </p:sp>
      <p:sp>
        <p:nvSpPr>
          <p:cNvPr id="2044" name="belt-length-label">
            <a:extLst>
              <a:ext uri="{FF2B5EF4-FFF2-40B4-BE49-F238E27FC236}">
                <a16:creationId xmlns:a16="http://schemas.microsoft.com/office/drawing/2014/main" id="{614A7CB1-AB66-4127-8CF7-B9059DAB52C9}"/>
              </a:ext>
            </a:extLst>
          </p:cNvPr>
          <p:cNvSpPr>
            <a:spLocks noGrp="1"/>
          </p:cNvSpPr>
          <p:nvPr/>
        </p:nvSpPr>
        <p:spPr>
          <a:xfrm>
            <a:off x="171450" y="4210050"/>
            <a:ext cx="1314450" cy="885825"/>
          </a:xfrm>
          <a:prstGeom prst="rect">
            <a:avLst/>
          </a:prstGeom>
          <a:noFill/>
          <a:ln w="0">
            <a:noFill/>
          </a:ln>
        </p:spPr>
        <p:txBody>
          <a:bodyPr wrap="none" lIns="0" tIns="0" rIns="0" bIns="0" anchor="t">
            <a:noAutofit/>
          </a:bodyPr>
          <a:lstStyle/>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Nutzbare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Förderstrecke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ca. 1,50 m</a:t>
            </a:r>
          </a:p>
        </p:txBody>
      </p:sp>
      <p:sp>
        <p:nvSpPr>
          <p:cNvPr id="2045" name="offset-top">
            <a:extLst>
              <a:ext uri="{FF2B5EF4-FFF2-40B4-BE49-F238E27FC236}">
                <a16:creationId xmlns:a16="http://schemas.microsoft.com/office/drawing/2014/main" id="{70141331-77A0-49A4-96DD-F35863B861BE}"/>
              </a:ext>
            </a:extLst>
          </p:cNvPr>
          <p:cNvSpPr>
            <a:spLocks noGrp="1"/>
          </p:cNvSpPr>
          <p:nvPr/>
        </p:nvSpPr>
        <p:spPr>
          <a:xfrm>
            <a:off x="2667000" y="1666875"/>
            <a:ext cx="409575" cy="953"/>
          </a:xfrm>
          <a:custGeom>
            <a:pathLst>
              <a:path w="409575" h="953">
                <a:moveTo>
                  <a:pt x="0" y="0"/>
                </a:moveTo>
                <a:lnTo>
                  <a:pt x="409575" y="0"/>
                </a:lnTo>
              </a:path>
            </a:pathLst>
          </a:custGeom>
          <a:noFill/>
          <a:ln w="9525">
            <a:solidFill>
              <a:srgbClr val="305B78"/>
            </a:solidFill>
            <a:prstDash val="solid"/>
          </a:ln>
        </p:spPr>
      </p:sp>
      <p:sp>
        <p:nvSpPr>
          <p:cNvPr id="2046" name="zone-top-extension">
            <a:extLst>
              <a:ext uri="{FF2B5EF4-FFF2-40B4-BE49-F238E27FC236}">
                <a16:creationId xmlns:a16="http://schemas.microsoft.com/office/drawing/2014/main" id="{7CC468C2-2DB1-449A-91D0-2EE51492E393}"/>
              </a:ext>
            </a:extLst>
          </p:cNvPr>
          <p:cNvSpPr>
            <a:spLocks noGrp="1"/>
          </p:cNvSpPr>
          <p:nvPr/>
        </p:nvSpPr>
        <p:spPr>
          <a:xfrm>
            <a:off x="2667000" y="3652837"/>
            <a:ext cx="1195388" cy="953"/>
          </a:xfrm>
          <a:custGeom>
            <a:pathLst>
              <a:path w="1195388" h="953">
                <a:moveTo>
                  <a:pt x="0" y="0"/>
                </a:moveTo>
                <a:lnTo>
                  <a:pt x="1195388" y="0"/>
                </a:lnTo>
              </a:path>
            </a:pathLst>
          </a:custGeom>
          <a:noFill/>
          <a:ln w="9525">
            <a:solidFill>
              <a:srgbClr val="1D70B8"/>
            </a:solidFill>
            <a:prstDash val="solid"/>
          </a:ln>
        </p:spPr>
      </p:sp>
      <p:sp>
        <p:nvSpPr>
          <p:cNvPr id="2047" name="zone-bottom-extension">
            <a:extLst>
              <a:ext uri="{FF2B5EF4-FFF2-40B4-BE49-F238E27FC236}">
                <a16:creationId xmlns:a16="http://schemas.microsoft.com/office/drawing/2014/main" id="{B6549447-899A-4E61-88BD-72D35DF65B2E}"/>
              </a:ext>
            </a:extLst>
          </p:cNvPr>
          <p:cNvSpPr>
            <a:spLocks noGrp="1"/>
          </p:cNvSpPr>
          <p:nvPr/>
        </p:nvSpPr>
        <p:spPr>
          <a:xfrm>
            <a:off x="2667000" y="5838825"/>
            <a:ext cx="1195388" cy="953"/>
          </a:xfrm>
          <a:custGeom>
            <a:pathLst>
              <a:path w="1195388" h="953">
                <a:moveTo>
                  <a:pt x="0" y="0"/>
                </a:moveTo>
                <a:lnTo>
                  <a:pt x="1195388" y="0"/>
                </a:lnTo>
              </a:path>
            </a:pathLst>
          </a:custGeom>
          <a:noFill/>
          <a:ln w="9525">
            <a:solidFill>
              <a:srgbClr val="1D70B8"/>
            </a:solidFill>
            <a:prstDash val="solid"/>
          </a:ln>
        </p:spPr>
      </p:sp>
      <p:sp>
        <p:nvSpPr>
          <p:cNvPr id="2048" name="zone-start-offset-shaft">
            <a:extLst>
              <a:ext uri="{FF2B5EF4-FFF2-40B4-BE49-F238E27FC236}">
                <a16:creationId xmlns:a16="http://schemas.microsoft.com/office/drawing/2014/main" id="{F871CF3B-C306-4FFD-B80C-D25ACF6571AD}"/>
              </a:ext>
            </a:extLst>
          </p:cNvPr>
          <p:cNvSpPr>
            <a:spLocks noGrp="1"/>
          </p:cNvSpPr>
          <p:nvPr/>
        </p:nvSpPr>
        <p:spPr>
          <a:xfrm>
            <a:off x="2667000" y="1666875"/>
            <a:ext cx="953" cy="1985962"/>
          </a:xfrm>
          <a:custGeom>
            <a:pathLst>
              <a:path w="953" h="1985962">
                <a:moveTo>
                  <a:pt x="0" y="0"/>
                </a:moveTo>
                <a:lnTo>
                  <a:pt x="0" y="1985962"/>
                </a:lnTo>
              </a:path>
            </a:pathLst>
          </a:custGeom>
          <a:noFill/>
          <a:ln w="11430">
            <a:solidFill>
              <a:srgbClr val="305B78"/>
            </a:solidFill>
            <a:prstDash val="solid"/>
          </a:ln>
        </p:spPr>
      </p:sp>
      <p:sp>
        <p:nvSpPr>
          <p:cNvPr id="2049" name="zone-start-offset-tip">
            <a:extLst>
              <a:ext uri="{FF2B5EF4-FFF2-40B4-BE49-F238E27FC236}">
                <a16:creationId xmlns:a16="http://schemas.microsoft.com/office/drawing/2014/main" id="{7AB2DE9B-D695-42E9-B6C6-282E332C98C2}"/>
              </a:ext>
            </a:extLst>
          </p:cNvPr>
          <p:cNvSpPr>
            <a:spLocks noGrp="1"/>
          </p:cNvSpPr>
          <p:nvPr/>
        </p:nvSpPr>
        <p:spPr>
          <a:xfrm>
            <a:off x="2638997" y="3586162"/>
            <a:ext cx="56007" cy="66675"/>
          </a:xfrm>
          <a:custGeom>
            <a:pathLst>
              <a:path w="56007" h="66675">
                <a:moveTo>
                  <a:pt x="28003" y="66675"/>
                </a:moveTo>
                <a:lnTo>
                  <a:pt x="0" y="0"/>
                </a:lnTo>
                <a:lnTo>
                  <a:pt x="56007" y="0"/>
                </a:lnTo>
                <a:close/>
              </a:path>
            </a:pathLst>
          </a:custGeom>
          <a:solidFill>
            <a:srgbClr val="305B78"/>
          </a:solidFill>
          <a:ln w="0">
            <a:noFill/>
          </a:ln>
        </p:spPr>
      </p:sp>
      <p:sp>
        <p:nvSpPr>
          <p:cNvPr id="2050" name="zone-start-offset-start">
            <a:extLst>
              <a:ext uri="{FF2B5EF4-FFF2-40B4-BE49-F238E27FC236}">
                <a16:creationId xmlns:a16="http://schemas.microsoft.com/office/drawing/2014/main" id="{3D703818-71CA-4EE2-8CE7-13EB00DD4AF1}"/>
              </a:ext>
            </a:extLst>
          </p:cNvPr>
          <p:cNvSpPr>
            <a:spLocks noGrp="1"/>
          </p:cNvSpPr>
          <p:nvPr/>
        </p:nvSpPr>
        <p:spPr>
          <a:xfrm>
            <a:off x="2638997" y="1666875"/>
            <a:ext cx="56007" cy="66675"/>
          </a:xfrm>
          <a:custGeom>
            <a:pathLst>
              <a:path w="56007" h="66675">
                <a:moveTo>
                  <a:pt x="28003" y="0"/>
                </a:moveTo>
                <a:lnTo>
                  <a:pt x="0" y="66675"/>
                </a:lnTo>
                <a:lnTo>
                  <a:pt x="56007" y="66675"/>
                </a:lnTo>
                <a:close/>
              </a:path>
            </a:pathLst>
          </a:custGeom>
          <a:solidFill>
            <a:srgbClr val="305B78"/>
          </a:solidFill>
          <a:ln w="0">
            <a:noFill/>
          </a:ln>
        </p:spPr>
      </p:sp>
      <p:sp>
        <p:nvSpPr>
          <p:cNvPr id="2051" name="zone-start-offset-label">
            <a:extLst>
              <a:ext uri="{FF2B5EF4-FFF2-40B4-BE49-F238E27FC236}">
                <a16:creationId xmlns:a16="http://schemas.microsoft.com/office/drawing/2014/main" id="{0D016B24-3C0C-4A30-8A3D-1A8DD4D46AF4}"/>
              </a:ext>
            </a:extLst>
          </p:cNvPr>
          <p:cNvSpPr>
            <a:spLocks noGrp="1"/>
          </p:cNvSpPr>
          <p:nvPr/>
        </p:nvSpPr>
        <p:spPr>
          <a:xfrm>
            <a:off x="1704975" y="2514600"/>
            <a:ext cx="885825" cy="285750"/>
          </a:xfrm>
          <a:prstGeom prst="rect">
            <a:avLst/>
          </a:prstGeom>
          <a:noFill/>
          <a:ln w="0">
            <a:noFill/>
          </a:ln>
        </p:spPr>
        <p:txBody>
          <a:bodyPr wrap="none" lIns="0" tIns="0" rIns="0" bIns="0" anchor="t">
            <a:noAutofit/>
          </a:bodyPr>
          <a:lstStyle/>
          <a:p>
            <a:pPr algn="l">
              <a:spcBef>
                <a:spcPts val="0"/>
              </a:spcBef>
              <a:spcAft>
                <a:spcPts val="0"/>
              </a:spcAft>
              <a:defRPr sz="1250" b="0">
                <a:solidFill>
                  <a:srgbClr val="4B5563"/>
                </a:solidFill>
                <a:latin typeface="Arial"/>
                <a:ea typeface="Arial"/>
                <a:cs typeface="Arial"/>
              </a:defRPr>
            </a:pPr>
            <a:r>
              <a:rPr sz="1250" b="0">
                <a:solidFill>
                  <a:srgbClr val="4B5563"/>
                </a:solidFill>
                <a:latin typeface="Arial"/>
                <a:ea typeface="Arial"/>
                <a:cs typeface="Arial"/>
              </a:rPr>
              <a:t>ca. 0,695 m</a:t>
            </a:r>
          </a:p>
        </p:txBody>
      </p:sp>
      <p:sp>
        <p:nvSpPr>
          <p:cNvPr id="2052" name="zone-length-shaft">
            <a:extLst>
              <a:ext uri="{FF2B5EF4-FFF2-40B4-BE49-F238E27FC236}">
                <a16:creationId xmlns:a16="http://schemas.microsoft.com/office/drawing/2014/main" id="{35A7A724-F905-4219-83F5-BEDBDAAF17AA}"/>
              </a:ext>
            </a:extLst>
          </p:cNvPr>
          <p:cNvSpPr>
            <a:spLocks noGrp="1"/>
          </p:cNvSpPr>
          <p:nvPr/>
        </p:nvSpPr>
        <p:spPr>
          <a:xfrm>
            <a:off x="2667000" y="3652837"/>
            <a:ext cx="953" cy="2185988"/>
          </a:xfrm>
          <a:custGeom>
            <a:pathLst>
              <a:path w="953" h="2185988">
                <a:moveTo>
                  <a:pt x="0" y="0"/>
                </a:moveTo>
                <a:lnTo>
                  <a:pt x="0" y="2185988"/>
                </a:lnTo>
              </a:path>
            </a:pathLst>
          </a:custGeom>
          <a:noFill/>
          <a:ln w="11430">
            <a:solidFill>
              <a:srgbClr val="1D70B8"/>
            </a:solidFill>
            <a:prstDash val="solid"/>
          </a:ln>
        </p:spPr>
      </p:sp>
      <p:sp>
        <p:nvSpPr>
          <p:cNvPr id="2053" name="zone-length-tip">
            <a:extLst>
              <a:ext uri="{FF2B5EF4-FFF2-40B4-BE49-F238E27FC236}">
                <a16:creationId xmlns:a16="http://schemas.microsoft.com/office/drawing/2014/main" id="{31BAE3DF-F004-44A9-BC88-8F16675A409D}"/>
              </a:ext>
            </a:extLst>
          </p:cNvPr>
          <p:cNvSpPr>
            <a:spLocks noGrp="1"/>
          </p:cNvSpPr>
          <p:nvPr/>
        </p:nvSpPr>
        <p:spPr>
          <a:xfrm>
            <a:off x="2638997" y="5772150"/>
            <a:ext cx="56007" cy="66675"/>
          </a:xfrm>
          <a:custGeom>
            <a:pathLst>
              <a:path w="56007" h="66675">
                <a:moveTo>
                  <a:pt x="28003" y="66675"/>
                </a:moveTo>
                <a:lnTo>
                  <a:pt x="0" y="0"/>
                </a:lnTo>
                <a:lnTo>
                  <a:pt x="56007" y="0"/>
                </a:lnTo>
                <a:close/>
              </a:path>
            </a:pathLst>
          </a:custGeom>
          <a:solidFill>
            <a:srgbClr val="1D70B8"/>
          </a:solidFill>
          <a:ln w="0">
            <a:noFill/>
          </a:ln>
        </p:spPr>
      </p:sp>
      <p:sp>
        <p:nvSpPr>
          <p:cNvPr id="2054" name="zone-length-start">
            <a:extLst>
              <a:ext uri="{FF2B5EF4-FFF2-40B4-BE49-F238E27FC236}">
                <a16:creationId xmlns:a16="http://schemas.microsoft.com/office/drawing/2014/main" id="{3389FC17-63E8-46EE-9773-CF5AAC29D243}"/>
              </a:ext>
            </a:extLst>
          </p:cNvPr>
          <p:cNvSpPr>
            <a:spLocks noGrp="1"/>
          </p:cNvSpPr>
          <p:nvPr/>
        </p:nvSpPr>
        <p:spPr>
          <a:xfrm>
            <a:off x="2638997" y="3652837"/>
            <a:ext cx="56007" cy="66675"/>
          </a:xfrm>
          <a:custGeom>
            <a:pathLst>
              <a:path w="56007" h="66675">
                <a:moveTo>
                  <a:pt x="28003" y="0"/>
                </a:moveTo>
                <a:lnTo>
                  <a:pt x="0" y="66675"/>
                </a:lnTo>
                <a:lnTo>
                  <a:pt x="56007" y="66675"/>
                </a:lnTo>
                <a:close/>
              </a:path>
            </a:pathLst>
          </a:custGeom>
          <a:solidFill>
            <a:srgbClr val="1D70B8"/>
          </a:solidFill>
          <a:ln w="0">
            <a:noFill/>
          </a:ln>
        </p:spPr>
      </p:sp>
      <p:sp>
        <p:nvSpPr>
          <p:cNvPr id="2055" name="zone-length-label">
            <a:extLst>
              <a:ext uri="{FF2B5EF4-FFF2-40B4-BE49-F238E27FC236}">
                <a16:creationId xmlns:a16="http://schemas.microsoft.com/office/drawing/2014/main" id="{E05C9EB0-B2DF-4DE0-A2ED-C92B87DED4B5}"/>
              </a:ext>
            </a:extLst>
          </p:cNvPr>
          <p:cNvSpPr>
            <a:spLocks noGrp="1"/>
          </p:cNvSpPr>
          <p:nvPr/>
        </p:nvSpPr>
        <p:spPr>
          <a:xfrm>
            <a:off x="1762125" y="4819650"/>
            <a:ext cx="819150" cy="285750"/>
          </a:xfrm>
          <a:prstGeom prst="rect">
            <a:avLst/>
          </a:prstGeom>
          <a:noFill/>
          <a:ln w="0">
            <a:noFill/>
          </a:ln>
        </p:spPr>
        <p:txBody>
          <a:bodyPr wrap="none" lIns="0" tIns="0" rIns="0" bIns="0" anchor="t">
            <a:noAutofit/>
          </a:bodyPr>
          <a:lstStyle/>
          <a:p>
            <a:pPr algn="l">
              <a:spcBef>
                <a:spcPts val="0"/>
              </a:spcBef>
              <a:spcAft>
                <a:spcPts val="0"/>
              </a:spcAft>
              <a:defRPr sz="1400" b="0">
                <a:solidFill>
                  <a:srgbClr val="1D70B8"/>
                </a:solidFill>
                <a:latin typeface="Arial"/>
                <a:ea typeface="Arial"/>
                <a:cs typeface="Arial"/>
              </a:defRPr>
            </a:pPr>
            <a:r>
              <a:rPr sz="1400" b="0">
                <a:solidFill>
                  <a:srgbClr val="1D70B8"/>
                </a:solidFill>
                <a:latin typeface="Arial"/>
                <a:ea typeface="Arial"/>
                <a:cs typeface="Arial"/>
              </a:rPr>
              <a:t>0,765 m</a:t>
            </a:r>
          </a:p>
        </p:txBody>
      </p:sp>
      <p:sp>
        <p:nvSpPr>
          <p:cNvPr id="2056" name="zone-width-shaft">
            <a:extLst>
              <a:ext uri="{FF2B5EF4-FFF2-40B4-BE49-F238E27FC236}">
                <a16:creationId xmlns:a16="http://schemas.microsoft.com/office/drawing/2014/main" id="{52DF7028-76CA-450F-AA97-5A0170257198}"/>
              </a:ext>
            </a:extLst>
          </p:cNvPr>
          <p:cNvSpPr>
            <a:spLocks noGrp="1"/>
          </p:cNvSpPr>
          <p:nvPr/>
        </p:nvSpPr>
        <p:spPr>
          <a:xfrm>
            <a:off x="3938588" y="5638800"/>
            <a:ext cx="1323975" cy="953"/>
          </a:xfrm>
          <a:custGeom>
            <a:pathLst>
              <a:path w="1323975" h="953">
                <a:moveTo>
                  <a:pt x="0" y="0"/>
                </a:moveTo>
                <a:lnTo>
                  <a:pt x="1323975" y="0"/>
                </a:lnTo>
              </a:path>
            </a:pathLst>
          </a:custGeom>
          <a:noFill/>
          <a:ln w="11430">
            <a:solidFill>
              <a:srgbClr val="1D70B8"/>
            </a:solidFill>
            <a:prstDash val="solid"/>
          </a:ln>
        </p:spPr>
      </p:sp>
      <p:sp>
        <p:nvSpPr>
          <p:cNvPr id="2057" name="zone-width-tip">
            <a:extLst>
              <a:ext uri="{FF2B5EF4-FFF2-40B4-BE49-F238E27FC236}">
                <a16:creationId xmlns:a16="http://schemas.microsoft.com/office/drawing/2014/main" id="{03C835A5-EFA0-4914-ABED-35125E9981C8}"/>
              </a:ext>
            </a:extLst>
          </p:cNvPr>
          <p:cNvSpPr>
            <a:spLocks noGrp="1"/>
          </p:cNvSpPr>
          <p:nvPr/>
        </p:nvSpPr>
        <p:spPr>
          <a:xfrm>
            <a:off x="5195888" y="5610796"/>
            <a:ext cx="66675" cy="56007"/>
          </a:xfrm>
          <a:custGeom>
            <a:pathLst>
              <a:path w="66675" h="56007">
                <a:moveTo>
                  <a:pt x="66675" y="28004"/>
                </a:moveTo>
                <a:lnTo>
                  <a:pt x="0" y="56007"/>
                </a:lnTo>
                <a:lnTo>
                  <a:pt x="0" y="0"/>
                </a:lnTo>
                <a:close/>
              </a:path>
            </a:pathLst>
          </a:custGeom>
          <a:solidFill>
            <a:srgbClr val="1D70B8"/>
          </a:solidFill>
          <a:ln w="0">
            <a:noFill/>
          </a:ln>
        </p:spPr>
      </p:sp>
      <p:sp>
        <p:nvSpPr>
          <p:cNvPr id="2058" name="zone-width-start">
            <a:extLst>
              <a:ext uri="{FF2B5EF4-FFF2-40B4-BE49-F238E27FC236}">
                <a16:creationId xmlns:a16="http://schemas.microsoft.com/office/drawing/2014/main" id="{A0E5A7EC-008C-47B6-9CB1-E04E80014FFB}"/>
              </a:ext>
            </a:extLst>
          </p:cNvPr>
          <p:cNvSpPr>
            <a:spLocks noGrp="1"/>
          </p:cNvSpPr>
          <p:nvPr/>
        </p:nvSpPr>
        <p:spPr>
          <a:xfrm>
            <a:off x="3938588" y="5610796"/>
            <a:ext cx="66675" cy="56007"/>
          </a:xfrm>
          <a:custGeom>
            <a:pathLst>
              <a:path w="66675" h="56007">
                <a:moveTo>
                  <a:pt x="0" y="28004"/>
                </a:moveTo>
                <a:lnTo>
                  <a:pt x="66675" y="56007"/>
                </a:lnTo>
                <a:lnTo>
                  <a:pt x="66675" y="0"/>
                </a:lnTo>
                <a:close/>
              </a:path>
            </a:pathLst>
          </a:custGeom>
          <a:solidFill>
            <a:srgbClr val="1D70B8"/>
          </a:solidFill>
          <a:ln w="0">
            <a:noFill/>
          </a:ln>
        </p:spPr>
      </p:sp>
      <p:sp>
        <p:nvSpPr>
          <p:cNvPr id="2059" name="zone-width-label">
            <a:extLst>
              <a:ext uri="{FF2B5EF4-FFF2-40B4-BE49-F238E27FC236}">
                <a16:creationId xmlns:a16="http://schemas.microsoft.com/office/drawing/2014/main" id="{D6BFB37F-621E-4911-A224-E805246EE6F5}"/>
              </a:ext>
            </a:extLst>
          </p:cNvPr>
          <p:cNvSpPr>
            <a:spLocks noGrp="1"/>
          </p:cNvSpPr>
          <p:nvPr/>
        </p:nvSpPr>
        <p:spPr>
          <a:xfrm>
            <a:off x="4224338" y="5343525"/>
            <a:ext cx="1000125" cy="266700"/>
          </a:xfrm>
          <a:prstGeom prst="rect">
            <a:avLst/>
          </a:prstGeom>
          <a:noFill/>
          <a:ln w="0">
            <a:noFill/>
          </a:ln>
        </p:spPr>
        <p:txBody>
          <a:bodyPr wrap="none" lIns="0" tIns="0" rIns="0" bIns="0" anchor="t">
            <a:noAutofit/>
          </a:bodyPr>
          <a:lstStyle/>
          <a:p>
            <a:pPr algn="l">
              <a:spcBef>
                <a:spcPts val="0"/>
              </a:spcBef>
              <a:spcAft>
                <a:spcPts val="0"/>
              </a:spcAft>
              <a:defRPr sz="1400" b="0">
                <a:solidFill>
                  <a:srgbClr val="1D70B8"/>
                </a:solidFill>
                <a:latin typeface="Arial"/>
                <a:ea typeface="Arial"/>
                <a:cs typeface="Arial"/>
              </a:defRPr>
            </a:pPr>
            <a:r>
              <a:rPr sz="1400" b="0">
                <a:solidFill>
                  <a:srgbClr val="1D70B8"/>
                </a:solidFill>
                <a:latin typeface="Arial"/>
                <a:ea typeface="Arial"/>
                <a:cs typeface="Arial"/>
              </a:rPr>
              <a:t>0,470 m</a:t>
            </a:r>
          </a:p>
        </p:txBody>
      </p:sp>
      <p:sp>
        <p:nvSpPr>
          <p:cNvPr id="2060" name="belt-width-left">
            <a:extLst>
              <a:ext uri="{FF2B5EF4-FFF2-40B4-BE49-F238E27FC236}">
                <a16:creationId xmlns:a16="http://schemas.microsoft.com/office/drawing/2014/main" id="{16E12CFC-E1B5-4090-BD3A-560426DB1392}"/>
              </a:ext>
            </a:extLst>
          </p:cNvPr>
          <p:cNvSpPr>
            <a:spLocks noGrp="1"/>
          </p:cNvSpPr>
          <p:nvPr/>
        </p:nvSpPr>
        <p:spPr>
          <a:xfrm>
            <a:off x="3143250" y="6057900"/>
            <a:ext cx="953" cy="200025"/>
          </a:xfrm>
          <a:custGeom>
            <a:pathLst>
              <a:path w="953" h="200025">
                <a:moveTo>
                  <a:pt x="0" y="0"/>
                </a:moveTo>
                <a:lnTo>
                  <a:pt x="0" y="200025"/>
                </a:lnTo>
              </a:path>
            </a:pathLst>
          </a:custGeom>
          <a:noFill/>
          <a:ln w="9525">
            <a:solidFill>
              <a:srgbClr val="305B78"/>
            </a:solidFill>
            <a:prstDash val="solid"/>
          </a:ln>
        </p:spPr>
      </p:sp>
      <p:sp>
        <p:nvSpPr>
          <p:cNvPr id="2061" name="belt-width-right">
            <a:extLst>
              <a:ext uri="{FF2B5EF4-FFF2-40B4-BE49-F238E27FC236}">
                <a16:creationId xmlns:a16="http://schemas.microsoft.com/office/drawing/2014/main" id="{1B919153-F691-45EC-B6A8-CA9A708291E5}"/>
              </a:ext>
            </a:extLst>
          </p:cNvPr>
          <p:cNvSpPr>
            <a:spLocks noGrp="1"/>
          </p:cNvSpPr>
          <p:nvPr/>
        </p:nvSpPr>
        <p:spPr>
          <a:xfrm>
            <a:off x="5414963" y="6057900"/>
            <a:ext cx="953" cy="200025"/>
          </a:xfrm>
          <a:custGeom>
            <a:pathLst>
              <a:path w="953" h="200025">
                <a:moveTo>
                  <a:pt x="0" y="0"/>
                </a:moveTo>
                <a:lnTo>
                  <a:pt x="0" y="200025"/>
                </a:lnTo>
              </a:path>
            </a:pathLst>
          </a:custGeom>
          <a:noFill/>
          <a:ln w="9525">
            <a:solidFill>
              <a:srgbClr val="305B78"/>
            </a:solidFill>
            <a:prstDash val="solid"/>
          </a:ln>
        </p:spPr>
      </p:sp>
      <p:sp>
        <p:nvSpPr>
          <p:cNvPr id="2062" name="belt-width-shaft">
            <a:extLst>
              <a:ext uri="{FF2B5EF4-FFF2-40B4-BE49-F238E27FC236}">
                <a16:creationId xmlns:a16="http://schemas.microsoft.com/office/drawing/2014/main" id="{14BB81E1-F583-448A-878E-8F957D6DF887}"/>
              </a:ext>
            </a:extLst>
          </p:cNvPr>
          <p:cNvSpPr>
            <a:spLocks noGrp="1"/>
          </p:cNvSpPr>
          <p:nvPr/>
        </p:nvSpPr>
        <p:spPr>
          <a:xfrm>
            <a:off x="3143250" y="6200775"/>
            <a:ext cx="2271713" cy="953"/>
          </a:xfrm>
          <a:custGeom>
            <a:pathLst>
              <a:path w="2271713" h="953">
                <a:moveTo>
                  <a:pt x="0" y="0"/>
                </a:moveTo>
                <a:lnTo>
                  <a:pt x="2271713" y="0"/>
                </a:lnTo>
              </a:path>
            </a:pathLst>
          </a:custGeom>
          <a:noFill/>
          <a:ln w="11430">
            <a:solidFill>
              <a:srgbClr val="305B78"/>
            </a:solidFill>
            <a:prstDash val="solid"/>
          </a:ln>
        </p:spPr>
      </p:sp>
      <p:sp>
        <p:nvSpPr>
          <p:cNvPr id="2063" name="belt-width-tip">
            <a:extLst>
              <a:ext uri="{FF2B5EF4-FFF2-40B4-BE49-F238E27FC236}">
                <a16:creationId xmlns:a16="http://schemas.microsoft.com/office/drawing/2014/main" id="{B161421C-FBF6-4ED8-9A54-8E40B6E13D20}"/>
              </a:ext>
            </a:extLst>
          </p:cNvPr>
          <p:cNvSpPr>
            <a:spLocks noGrp="1"/>
          </p:cNvSpPr>
          <p:nvPr/>
        </p:nvSpPr>
        <p:spPr>
          <a:xfrm>
            <a:off x="5348288" y="6172771"/>
            <a:ext cx="66675" cy="56007"/>
          </a:xfrm>
          <a:custGeom>
            <a:pathLst>
              <a:path w="66675" h="56007">
                <a:moveTo>
                  <a:pt x="66675" y="28004"/>
                </a:moveTo>
                <a:lnTo>
                  <a:pt x="0" y="56007"/>
                </a:lnTo>
                <a:lnTo>
                  <a:pt x="0" y="0"/>
                </a:lnTo>
                <a:close/>
              </a:path>
            </a:pathLst>
          </a:custGeom>
          <a:solidFill>
            <a:srgbClr val="305B78"/>
          </a:solidFill>
          <a:ln w="0">
            <a:noFill/>
          </a:ln>
        </p:spPr>
      </p:sp>
      <p:sp>
        <p:nvSpPr>
          <p:cNvPr id="2064" name="belt-width-start">
            <a:extLst>
              <a:ext uri="{FF2B5EF4-FFF2-40B4-BE49-F238E27FC236}">
                <a16:creationId xmlns:a16="http://schemas.microsoft.com/office/drawing/2014/main" id="{064573ED-B6C0-4464-9091-0EE573FE3B6B}"/>
              </a:ext>
            </a:extLst>
          </p:cNvPr>
          <p:cNvSpPr>
            <a:spLocks noGrp="1"/>
          </p:cNvSpPr>
          <p:nvPr/>
        </p:nvSpPr>
        <p:spPr>
          <a:xfrm>
            <a:off x="3143250" y="6172771"/>
            <a:ext cx="66675" cy="56007"/>
          </a:xfrm>
          <a:custGeom>
            <a:pathLst>
              <a:path w="66675" h="56007">
                <a:moveTo>
                  <a:pt x="0" y="28004"/>
                </a:moveTo>
                <a:lnTo>
                  <a:pt x="66675" y="56007"/>
                </a:lnTo>
                <a:lnTo>
                  <a:pt x="66675" y="0"/>
                </a:lnTo>
                <a:close/>
              </a:path>
            </a:pathLst>
          </a:custGeom>
          <a:solidFill>
            <a:srgbClr val="305B78"/>
          </a:solidFill>
          <a:ln w="0">
            <a:noFill/>
          </a:ln>
        </p:spPr>
      </p:sp>
      <p:sp>
        <p:nvSpPr>
          <p:cNvPr id="2065" name="belt-width-label">
            <a:extLst>
              <a:ext uri="{FF2B5EF4-FFF2-40B4-BE49-F238E27FC236}">
                <a16:creationId xmlns:a16="http://schemas.microsoft.com/office/drawing/2014/main" id="{43E87D9A-957E-4DA7-940E-6ADEF6114021}"/>
              </a:ext>
            </a:extLst>
          </p:cNvPr>
          <p:cNvSpPr>
            <a:spLocks noGrp="1"/>
          </p:cNvSpPr>
          <p:nvPr/>
        </p:nvSpPr>
        <p:spPr>
          <a:xfrm>
            <a:off x="2952750" y="6334125"/>
            <a:ext cx="3143250" cy="266700"/>
          </a:xfrm>
          <a:prstGeom prst="rect">
            <a:avLst/>
          </a:prstGeom>
          <a:noFill/>
          <a:ln w="0">
            <a:noFill/>
          </a:ln>
        </p:spPr>
        <p:txBody>
          <a:bodyPr wrap="none" lIns="0" tIns="0" rIns="0" bIns="0" anchor="t">
            <a:noAutofit/>
          </a:bodyPr>
          <a:lstStyle/>
          <a:p>
            <a:pPr algn="l">
              <a:spcBef>
                <a:spcPts val="0"/>
              </a:spcBef>
              <a:spcAft>
                <a:spcPts val="0"/>
              </a:spcAft>
              <a:defRPr sz="1400" b="0">
                <a:solidFill>
                  <a:srgbClr val="4B5563"/>
                </a:solidFill>
                <a:latin typeface="Arial"/>
                <a:ea typeface="Arial"/>
                <a:cs typeface="Arial"/>
              </a:defRPr>
            </a:pPr>
            <a:r>
              <a:rPr sz="1400" b="0">
                <a:solidFill>
                  <a:srgbClr val="4B5563"/>
                </a:solidFill>
                <a:latin typeface="Arial"/>
                <a:ea typeface="Arial"/>
                <a:cs typeface="Arial"/>
              </a:rPr>
              <a:t>Bandbreite: ca. 0,80 m</a:t>
            </a:r>
          </a:p>
        </p:txBody>
      </p:sp>
      <p:sp>
        <p:nvSpPr>
          <p:cNvPr id="2066" name="zone-heading">
            <a:extLst>
              <a:ext uri="{FF2B5EF4-FFF2-40B4-BE49-F238E27FC236}">
                <a16:creationId xmlns:a16="http://schemas.microsoft.com/office/drawing/2014/main" id="{A5FEF373-9FD7-4A6C-8A46-E95802537177}"/>
              </a:ext>
            </a:extLst>
          </p:cNvPr>
          <p:cNvSpPr>
            <a:spLocks noGrp="1"/>
          </p:cNvSpPr>
          <p:nvPr/>
        </p:nvSpPr>
        <p:spPr>
          <a:xfrm>
            <a:off x="9048750" y="1819275"/>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Greifzone</a:t>
            </a:r>
          </a:p>
        </p:txBody>
      </p:sp>
      <p:sp>
        <p:nvSpPr>
          <p:cNvPr id="2067" name="zone-coordinates">
            <a:extLst>
              <a:ext uri="{FF2B5EF4-FFF2-40B4-BE49-F238E27FC236}">
                <a16:creationId xmlns:a16="http://schemas.microsoft.com/office/drawing/2014/main" id="{45270204-9028-45B3-91B6-E87D773A2176}"/>
              </a:ext>
            </a:extLst>
          </p:cNvPr>
          <p:cNvSpPr>
            <a:spLocks noGrp="1"/>
          </p:cNvSpPr>
          <p:nvPr/>
        </p:nvSpPr>
        <p:spPr>
          <a:xfrm>
            <a:off x="9048750" y="2219325"/>
            <a:ext cx="2809875" cy="64770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 = −1,000 bis −0,530 m</a:t>
            </a:r>
          </a:p>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 = −0,320 bis +0,445 m</a:t>
            </a:r>
          </a:p>
        </p:txBody>
      </p:sp>
      <p:sp>
        <p:nvSpPr>
          <p:cNvPr id="2068" name="wait-heading">
            <a:extLst>
              <a:ext uri="{FF2B5EF4-FFF2-40B4-BE49-F238E27FC236}">
                <a16:creationId xmlns:a16="http://schemas.microsoft.com/office/drawing/2014/main" id="{A6E5FB6A-4198-403F-A9EE-4EAC41318095}"/>
              </a:ext>
            </a:extLst>
          </p:cNvPr>
          <p:cNvSpPr>
            <a:spLocks noGrp="1"/>
          </p:cNvSpPr>
          <p:nvPr/>
        </p:nvSpPr>
        <p:spPr>
          <a:xfrm>
            <a:off x="9048750" y="331470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W  Warteposition</a:t>
            </a:r>
          </a:p>
        </p:txBody>
      </p:sp>
      <p:sp>
        <p:nvSpPr>
          <p:cNvPr id="2069" name="wait-coordinates">
            <a:extLst>
              <a:ext uri="{FF2B5EF4-FFF2-40B4-BE49-F238E27FC236}">
                <a16:creationId xmlns:a16="http://schemas.microsoft.com/office/drawing/2014/main" id="{36EFB695-535C-462D-99A3-3CAAA149730D}"/>
              </a:ext>
            </a:extLst>
          </p:cNvPr>
          <p:cNvSpPr>
            <a:spLocks noGrp="1"/>
          </p:cNvSpPr>
          <p:nvPr/>
        </p:nvSpPr>
        <p:spPr>
          <a:xfrm>
            <a:off x="9048750" y="370522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−0,816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+0,350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+0,450 m</a:t>
            </a:r>
          </a:p>
        </p:txBody>
      </p:sp>
      <p:sp>
        <p:nvSpPr>
          <p:cNvPr id="2070" name="place-heading">
            <a:extLst>
              <a:ext uri="{FF2B5EF4-FFF2-40B4-BE49-F238E27FC236}">
                <a16:creationId xmlns:a16="http://schemas.microsoft.com/office/drawing/2014/main" id="{C6FC9519-353B-4A3F-84DB-046141AC6B4C}"/>
              </a:ext>
            </a:extLst>
          </p:cNvPr>
          <p:cNvSpPr>
            <a:spLocks noGrp="1"/>
          </p:cNvSpPr>
          <p:nvPr/>
        </p:nvSpPr>
        <p:spPr>
          <a:xfrm>
            <a:off x="9048750" y="485775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9B6622"/>
                </a:solidFill>
                <a:latin typeface="Arial"/>
                <a:ea typeface="Arial"/>
                <a:cs typeface="Arial"/>
              </a:defRPr>
            </a:pPr>
            <a:r>
              <a:rPr sz="1750" b="1">
                <a:solidFill>
                  <a:srgbClr val="9B6622"/>
                </a:solidFill>
                <a:latin typeface="Arial"/>
                <a:ea typeface="Arial"/>
                <a:cs typeface="Arial"/>
              </a:rPr>
              <a:t>A  Ablageposition</a:t>
            </a:r>
          </a:p>
        </p:txBody>
      </p:sp>
      <p:sp>
        <p:nvSpPr>
          <p:cNvPr id="2071" name="place-coordinates">
            <a:extLst>
              <a:ext uri="{FF2B5EF4-FFF2-40B4-BE49-F238E27FC236}">
                <a16:creationId xmlns:a16="http://schemas.microsoft.com/office/drawing/2014/main" id="{095B3130-7042-4D02-AEC5-15C038A78C26}"/>
              </a:ext>
            </a:extLst>
          </p:cNvPr>
          <p:cNvSpPr>
            <a:spLocks noGrp="1"/>
          </p:cNvSpPr>
          <p:nvPr/>
        </p:nvSpPr>
        <p:spPr>
          <a:xfrm>
            <a:off x="9048750" y="524827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−0,316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+0,476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+0,420 m</a:t>
            </a:r>
          </a:p>
        </p:txBody>
      </p:sp>
      <p:sp>
        <p:nvSpPr>
          <p:cNvPr id="2072" name="geometry-scope">
            <a:extLst>
              <a:ext uri="{FF2B5EF4-FFF2-40B4-BE49-F238E27FC236}">
                <a16:creationId xmlns:a16="http://schemas.microsoft.com/office/drawing/2014/main" id="{ADA41636-F64B-4C2E-BC73-EDA4E277488B}"/>
              </a:ext>
            </a:extLst>
          </p:cNvPr>
          <p:cNvSpPr>
            <a:spLocks noGrp="1"/>
          </p:cNvSpPr>
          <p:nvPr/>
        </p:nvSpPr>
        <p:spPr>
          <a:xfrm>
            <a:off x="609600" y="6648450"/>
            <a:ext cx="11049000" cy="209550"/>
          </a:xfrm>
          <a:prstGeom prst="rect">
            <a:avLst/>
          </a:prstGeom>
          <a:noFill/>
          <a:ln w="0">
            <a:noFill/>
          </a:ln>
        </p:spPr>
        <p:txBody>
          <a:bodyPr wrap="none" lIns="0" tIns="0" rIns="0" bIns="0" anchor="t">
            <a:noAutofit/>
          </a:bodyPr>
          <a:lstStyle/>
          <a:p>
            <a:pPr algn="l">
              <a:spcBef>
                <a:spcPts val="0"/>
              </a:spcBef>
              <a:spcAft>
                <a:spcPts val="0"/>
              </a:spcAft>
              <a:defRPr sz="1050" b="0">
                <a:solidFill>
                  <a:srgbClr val="4B5563"/>
                </a:solidFill>
                <a:latin typeface="Arial"/>
                <a:ea typeface="Arial"/>
                <a:cs typeface="Arial"/>
              </a:defRPr>
            </a:pPr>
            <a:r>
              <a:rPr sz="1050" b="0">
                <a:solidFill>
                  <a:srgbClr val="4B5563"/>
                </a:solidFill>
                <a:latin typeface="Arial"/>
                <a:ea typeface="Arial"/>
                <a:cs typeface="Arial"/>
              </a:rPr>
              <a:t>Band und Greifzone maßstäblich. Roboter und Kiste schematisch. Positionshöhen beziehen sich auf den Flansch.</a:t>
            </a:r>
          </a:p>
        </p:txBody>
      </p:sp>
      <p:sp>
        <p:nvSpPr>
          <p:cNvPr id="37" name="Rechteck 36">
            <a:extLst>
              <a:ext uri="{FF2B5EF4-FFF2-40B4-BE49-F238E27FC236}">
                <a16:creationId xmlns:a16="http://schemas.microsoft.com/office/drawing/2014/main" id="{515E71D7-71AF-44F9-98C0-FDBAADAE911E}"/>
              </a:ext>
            </a:extLst>
          </p:cNvPr>
          <p:cNvSpPr>
            <a:spLocks noGrp="1"/>
          </p:cNvSpPr>
          <p:nvPr/>
        </p:nvSpPr>
        <p:spPr>
          <a:xfrm>
            <a:off x="609600" y="381000"/>
            <a:ext cx="10668000" cy="438150"/>
          </a:xfrm>
          <a:prstGeom prst="rect">
            <a:avLst/>
          </a:prstGeom>
          <a:noFill/>
          <a:ln w="0">
            <a:noFill/>
          </a:ln>
        </p:spPr>
        <p:txBody>
          <a:bodyPr>
            <a:normAutofit fontScale="94792" lnSpcReduction="10000"/>
          </a:bodyPr>
          <a:lstStyle/>
          <a:p>
            <a:pPr algn="l">
              <a:defRPr sz="2400" b="1">
                <a:solidFill>
                  <a:srgbClr val="17212B"/>
                </a:solidFill>
                <a:latin typeface="Arial"/>
                <a:ea typeface="Arial"/>
                <a:cs typeface="Arial"/>
              </a:defRPr>
            </a:pPr>
            <a:r>
              <a:rPr sz="2400" b="1">
                <a:solidFill>
                  <a:srgbClr val="17212B"/>
                </a:solidFill>
                <a:latin typeface="Arial"/>
                <a:ea typeface="Arial"/>
                <a:cs typeface="Arial"/>
              </a:rPr>
              <a:t>Draufsicht des Versuchsaufbaus</a:t>
            </a:r>
          </a:p>
        </p:txBody>
      </p:sp>
      <p:sp>
        <p:nvSpPr>
          <p:cNvPr id="2" name="Rechteck 1">
            <a:extLst>
              <a:ext uri="{FF2B5EF4-FFF2-40B4-BE49-F238E27FC236}">
                <a16:creationId xmlns:a16="http://schemas.microsoft.com/office/drawing/2014/main" id="{D520012F-42E0-4875-86F1-0CB0A5068B79}"/>
              </a:ext>
            </a:extLst>
          </p:cNvPr>
          <p:cNvSpPr>
            <a:spLocks noGrp="1"/>
          </p:cNvSpPr>
          <p:nvPr/>
        </p:nvSpPr>
        <p:spPr>
          <a:xfrm>
            <a:off x="609600" y="876300"/>
            <a:ext cx="10668000" cy="266700"/>
          </a:xfrm>
          <a:prstGeom prst="rect">
            <a:avLst/>
          </a:prstGeom>
          <a:noFill/>
          <a:ln w="0">
            <a:noFill/>
          </a:ln>
        </p:spPr>
        <p:txBody>
          <a:bodyPr>
            <a:normAutofit fontScale="97696" lnSpcReduction="10000"/>
          </a:bodyPr>
          <a:lstStyle/>
          <a:p>
            <a:pPr algn="l">
              <a:defRPr sz="1275" b="0">
                <a:solidFill>
                  <a:srgbClr val="4B5563"/>
                </a:solidFill>
                <a:latin typeface="Arial"/>
                <a:ea typeface="Arial"/>
                <a:cs typeface="Arial"/>
              </a:defRPr>
            </a:pPr>
            <a:r>
              <a:rPr sz="1275" b="0" dirty="0" err="1">
                <a:solidFill>
                  <a:srgbClr val="4B5563"/>
                </a:solidFill>
                <a:latin typeface="Arial"/>
                <a:ea typeface="Arial"/>
                <a:cs typeface="Arial"/>
              </a:rPr>
              <a:t>Globale</a:t>
            </a:r>
            <a:r>
              <a:rPr sz="1275" b="0" dirty="0">
                <a:solidFill>
                  <a:srgbClr val="4B5563"/>
                </a:solidFill>
                <a:latin typeface="Arial"/>
                <a:ea typeface="Arial"/>
                <a:cs typeface="Arial"/>
              </a:rPr>
              <a:t> </a:t>
            </a:r>
            <a:r>
              <a:rPr sz="1275" b="0" dirty="0" err="1">
                <a:solidFill>
                  <a:srgbClr val="4B5563"/>
                </a:solidFill>
                <a:latin typeface="Arial"/>
                <a:ea typeface="Arial"/>
                <a:cs typeface="Arial"/>
              </a:rPr>
              <a:t>Koordinaten</a:t>
            </a:r>
            <a:r>
              <a:rPr sz="1275" b="0" dirty="0">
                <a:solidFill>
                  <a:srgbClr val="4B5563"/>
                </a:solidFill>
                <a:latin typeface="Arial"/>
                <a:ea typeface="Arial"/>
                <a:cs typeface="Arial"/>
              </a:rPr>
              <a:t> </a:t>
            </a:r>
            <a:r>
              <a:rPr sz="1275" b="0" dirty="0" err="1">
                <a:solidFill>
                  <a:srgbClr val="4B5563"/>
                </a:solidFill>
                <a:latin typeface="Arial"/>
                <a:ea typeface="Arial"/>
                <a:cs typeface="Arial"/>
              </a:rPr>
              <a:t>im</a:t>
            </a:r>
            <a:r>
              <a:rPr sz="1275" b="0" dirty="0">
                <a:solidFill>
                  <a:srgbClr val="4B5563"/>
                </a:solidFill>
                <a:latin typeface="Arial"/>
                <a:ea typeface="Arial"/>
                <a:cs typeface="Arial"/>
              </a:rPr>
              <a:t> </a:t>
            </a:r>
            <a:r>
              <a:rPr sz="1275" b="0" dirty="0" err="1">
                <a:solidFill>
                  <a:srgbClr val="4B5563"/>
                </a:solidFill>
                <a:latin typeface="Arial"/>
                <a:ea typeface="Arial"/>
                <a:cs typeface="Arial"/>
              </a:rPr>
              <a:t>Bezugssystem</a:t>
            </a:r>
            <a:r>
              <a:rPr sz="1275" b="0" dirty="0">
                <a:solidFill>
                  <a:srgbClr val="4B5563"/>
                </a:solidFill>
                <a:latin typeface="Arial"/>
                <a:ea typeface="Arial"/>
                <a:cs typeface="Arial"/>
              </a:rPr>
              <a:t> world</a:t>
            </a:r>
          </a:p>
        </p:txBody>
      </p:sp>
    </p:spTree>
    <p:extLst>
      <p:ext uri="{BB962C8B-B14F-4D97-AF65-F5344CB8AC3E}">
        <p14:creationId xmlns:p14="http://schemas.microsoft.com/office/powerpoint/2010/main" val="102158658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192</Words>
  <Application>Microsoft Office PowerPoint</Application>
  <DocSecurity>0</DocSecurity>
  <PresentationFormat>Breitbild</PresentationFormat>
  <Paragraphs>44</Paragraphs>
  <Slides>2</Slides>
  <Notes>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vt:i4>
      </vt:variant>
    </vt:vector>
  </HeadingPairs>
  <TitlesOfParts>
    <vt:vector size="5" baseType="lpstr">
      <vt:lpstr>Aptos</vt:lpstr>
      <vt:lpstr>Arial</vt:lpstr>
      <vt:lpstr>ChatGPT</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Tobias Unger</cp:lastModifiedBy>
  <cp:revision>1</cp:revision>
  <dcterms:created xsi:type="dcterms:W3CDTF">2026-09-24T18:53:52Z</dcterms:created>
  <dcterms:modified xsi:type="dcterms:W3CDTF">2026-09-30T14:47:18Z</dcterms:modified>
</cp:coreProperties>
</file>