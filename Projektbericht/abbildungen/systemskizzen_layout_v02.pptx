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ias Unger" userId="0a5458e38b5f4a0f" providerId="LiveId" clId="{5C6CAE59-BAC7-4E9C-B1A6-AA8C1CFC41BD}"/>
    <pc:docChg chg="custSel modSld">
      <pc:chgData name="Tobias Unger" userId="0a5458e38b5f4a0f" providerId="LiveId" clId="{5C6CAE59-BAC7-4E9C-B1A6-AA8C1CFC41BD}" dt="2026-09-30T13:13:09.774" v="369" actId="255"/>
      <pc:docMkLst>
        <pc:docMk/>
      </pc:docMkLst>
      <pc:sldChg chg="modSp mod">
        <pc:chgData name="Tobias Unger" userId="0a5458e38b5f4a0f" providerId="LiveId" clId="{5C6CAE59-BAC7-4E9C-B1A6-AA8C1CFC41BD}" dt="2026-09-30T13:13:09.774" v="369" actId="255"/>
        <pc:sldMkLst>
          <pc:docMk/>
          <pc:sldMk cId="1021586582" sldId="256"/>
        </pc:sldMkLst>
        <pc:spChg chg="mod">
          <ac:chgData name="Tobias Unger" userId="0a5458e38b5f4a0f" providerId="LiveId" clId="{5C6CAE59-BAC7-4E9C-B1A6-AA8C1CFC41BD}" dt="2026-09-30T13:13:09.774" v="369" actId="255"/>
          <ac:spMkLst>
            <pc:docMk/>
            <pc:sldMk cId="1021586582" sldId="256"/>
            <ac:spMk id="28" creationId="{DB93E5B2-31C5-44B6-8440-3041A2B9878F}"/>
          </ac:spMkLst>
        </pc:spChg>
      </pc:sldChg>
      <pc:sldChg chg="addSp delSp modSp mod">
        <pc:chgData name="Tobias Unger" userId="0a5458e38b5f4a0f" providerId="LiveId" clId="{5C6CAE59-BAC7-4E9C-B1A6-AA8C1CFC41BD}" dt="2026-09-30T13:05:58.077" v="361" actId="1038"/>
        <pc:sldMkLst>
          <pc:docMk/>
          <pc:sldMk cId="936990828" sldId="257"/>
        </pc:sldMkLst>
        <pc:spChg chg="mod">
          <ac:chgData name="Tobias Unger" userId="0a5458e38b5f4a0f" providerId="LiveId" clId="{5C6CAE59-BAC7-4E9C-B1A6-AA8C1CFC41BD}" dt="2026-09-30T13:05:58.077" v="361" actId="1038"/>
          <ac:spMkLst>
            <pc:docMk/>
            <pc:sldMk cId="936990828" sldId="257"/>
            <ac:spMk id="7" creationId="{4BF53E3B-4A54-4C19-82B5-82A48AC21286}"/>
          </ac:spMkLst>
        </pc:spChg>
        <pc:spChg chg="mod">
          <ac:chgData name="Tobias Unger" userId="0a5458e38b5f4a0f" providerId="LiveId" clId="{5C6CAE59-BAC7-4E9C-B1A6-AA8C1CFC41BD}" dt="2026-09-30T13:05:58.077" v="361" actId="1038"/>
          <ac:spMkLst>
            <pc:docMk/>
            <pc:sldMk cId="936990828" sldId="257"/>
            <ac:spMk id="8" creationId="{E0F41E24-7ABB-417C-B704-AF55FA6F1924}"/>
          </ac:spMkLst>
        </pc:spChg>
        <pc:spChg chg="del mod">
          <ac:chgData name="Tobias Unger" userId="0a5458e38b5f4a0f" providerId="LiveId" clId="{5C6CAE59-BAC7-4E9C-B1A6-AA8C1CFC41BD}" dt="2026-09-30T13:03:17.623" v="1" actId="478"/>
          <ac:spMkLst>
            <pc:docMk/>
            <pc:sldMk cId="936990828" sldId="257"/>
            <ac:spMk id="12" creationId="{6A9D4F8E-A43D-40E4-BF37-BF12535386FE}"/>
          </ac:spMkLst>
        </pc:spChg>
        <pc:spChg chg="mod">
          <ac:chgData name="Tobias Unger" userId="0a5458e38b5f4a0f" providerId="LiveId" clId="{5C6CAE59-BAC7-4E9C-B1A6-AA8C1CFC41BD}" dt="2026-09-30T13:03:45.899" v="90" actId="20577"/>
          <ac:spMkLst>
            <pc:docMk/>
            <pc:sldMk cId="936990828" sldId="257"/>
            <ac:spMk id="13" creationId="{817BF8DD-BADF-4A2E-89C0-906F0D6E8191}"/>
          </ac:spMkLst>
        </pc:spChg>
        <pc:spChg chg="del mod">
          <ac:chgData name="Tobias Unger" userId="0a5458e38b5f4a0f" providerId="LiveId" clId="{5C6CAE59-BAC7-4E9C-B1A6-AA8C1CFC41BD}" dt="2026-09-30T13:03:20.285" v="3" actId="478"/>
          <ac:spMkLst>
            <pc:docMk/>
            <pc:sldMk cId="936990828" sldId="257"/>
            <ac:spMk id="15" creationId="{6FF79EEF-940D-48B7-903A-6F3C7DC19FAF}"/>
          </ac:spMkLst>
        </pc:spChg>
        <pc:spChg chg="mod">
          <ac:chgData name="Tobias Unger" userId="0a5458e38b5f4a0f" providerId="LiveId" clId="{5C6CAE59-BAC7-4E9C-B1A6-AA8C1CFC41BD}" dt="2026-09-30T13:03:51.912" v="127" actId="1036"/>
          <ac:spMkLst>
            <pc:docMk/>
            <pc:sldMk cId="936990828" sldId="257"/>
            <ac:spMk id="16" creationId="{0037541A-B162-4B5C-84B0-C45C3C256146}"/>
          </ac:spMkLst>
        </pc:spChg>
        <pc:spChg chg="del mod">
          <ac:chgData name="Tobias Unger" userId="0a5458e38b5f4a0f" providerId="LiveId" clId="{5C6CAE59-BAC7-4E9C-B1A6-AA8C1CFC41BD}" dt="2026-09-30T13:03:22.476" v="5" actId="478"/>
          <ac:spMkLst>
            <pc:docMk/>
            <pc:sldMk cId="936990828" sldId="257"/>
            <ac:spMk id="18" creationId="{976271C7-F592-4FE3-8B03-3EF33A8BD074}"/>
          </ac:spMkLst>
        </pc:spChg>
        <pc:spChg chg="mod">
          <ac:chgData name="Tobias Unger" userId="0a5458e38b5f4a0f" providerId="LiveId" clId="{5C6CAE59-BAC7-4E9C-B1A6-AA8C1CFC41BD}" dt="2026-09-30T13:04:00.591" v="176" actId="1036"/>
          <ac:spMkLst>
            <pc:docMk/>
            <pc:sldMk cId="936990828" sldId="257"/>
            <ac:spMk id="19" creationId="{AD0CAAF7-BF25-4B98-BCAB-23046341A448}"/>
          </ac:spMkLst>
        </pc:spChg>
        <pc:spChg chg="del mod">
          <ac:chgData name="Tobias Unger" userId="0a5458e38b5f4a0f" providerId="LiveId" clId="{5C6CAE59-BAC7-4E9C-B1A6-AA8C1CFC41BD}" dt="2026-09-30T13:03:24.303" v="7" actId="478"/>
          <ac:spMkLst>
            <pc:docMk/>
            <pc:sldMk cId="936990828" sldId="257"/>
            <ac:spMk id="21" creationId="{2516CD48-6B7E-4C13-A430-88D4F42D841C}"/>
          </ac:spMkLst>
        </pc:spChg>
        <pc:spChg chg="mod">
          <ac:chgData name="Tobias Unger" userId="0a5458e38b5f4a0f" providerId="LiveId" clId="{5C6CAE59-BAC7-4E9C-B1A6-AA8C1CFC41BD}" dt="2026-09-30T13:03:32.821" v="45" actId="1035"/>
          <ac:spMkLst>
            <pc:docMk/>
            <pc:sldMk cId="936990828" sldId="257"/>
            <ac:spMk id="22" creationId="{C74D48C3-F3D5-4C8F-B369-AE5D5AE641C3}"/>
          </ac:spMkLst>
        </pc:spChg>
        <pc:spChg chg="mod">
          <ac:chgData name="Tobias Unger" userId="0a5458e38b5f4a0f" providerId="LiveId" clId="{5C6CAE59-BAC7-4E9C-B1A6-AA8C1CFC41BD}" dt="2026-09-30T13:04:31.558" v="256" actId="1038"/>
          <ac:spMkLst>
            <pc:docMk/>
            <pc:sldMk cId="936990828" sldId="257"/>
            <ac:spMk id="25" creationId="{38FFD128-D896-4908-9A9D-4225A26CA03D}"/>
          </ac:spMkLst>
        </pc:spChg>
        <pc:spChg chg="mod">
          <ac:chgData name="Tobias Unger" userId="0a5458e38b5f4a0f" providerId="LiveId" clId="{5C6CAE59-BAC7-4E9C-B1A6-AA8C1CFC41BD}" dt="2026-09-30T13:05:31.129" v="329" actId="255"/>
          <ac:spMkLst>
            <pc:docMk/>
            <pc:sldMk cId="936990828" sldId="257"/>
            <ac:spMk id="28" creationId="{0B49EECF-B2B3-40B4-8455-3F055A5EEB06}"/>
          </ac:spMkLst>
        </pc:spChg>
        <pc:spChg chg="del mod">
          <ac:chgData name="Tobias Unger" userId="0a5458e38b5f4a0f" providerId="LiveId" clId="{5C6CAE59-BAC7-4E9C-B1A6-AA8C1CFC41BD}" dt="2026-09-30T13:05:40.674" v="332" actId="478"/>
          <ac:spMkLst>
            <pc:docMk/>
            <pc:sldMk cId="936990828" sldId="257"/>
            <ac:spMk id="29" creationId="{AEF258EC-5E44-41BA-9936-B4ACFCC590F7}"/>
          </ac:spMkLst>
        </pc:spChg>
        <pc:spChg chg="add mod">
          <ac:chgData name="Tobias Unger" userId="0a5458e38b5f4a0f" providerId="LiveId" clId="{5C6CAE59-BAC7-4E9C-B1A6-AA8C1CFC41BD}" dt="2026-09-30T13:05:47.244" v="340" actId="1076"/>
          <ac:spMkLst>
            <pc:docMk/>
            <pc:sldMk cId="936990828" sldId="257"/>
            <ac:spMk id="33" creationId="{10BA30C3-6582-480D-441E-159B17C6B8A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Eigene Vermessungen und Projektkonfiguration, Stand 24.09.2026.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Eigene Vermessungen und Projektkonfiguration, Stand 24.09.2026.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hteck 36">
            <a:extLst>
              <a:ext uri="{FF2B5EF4-FFF2-40B4-BE49-F238E27FC236}">
                <a16:creationId xmlns:a16="http://schemas.microsoft.com/office/drawing/2014/main" id="{515E71D7-71AF-44F9-98C0-FDBAADAE911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792"/>
          </a:bodyPr>
          <a:lstStyle/>
          <a:p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Draufsicht des Versuchsaufbaus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520012F-42E0-4875-86F1-0CB0A5068B79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196"/>
          </a:bodyPr>
          <a:lstStyle/>
          <a:p>
            <a:pPr algn="l">
              <a:defRPr sz="12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Globale Koordinaten im Bezugssystem world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9C899BA4-EC78-480D-9E8F-C2FA9CD9A07A}"/>
              </a:ext>
            </a:extLst>
          </p:cNvPr>
          <p:cNvSpPr>
            <a:spLocks noGrp="1"/>
          </p:cNvSpPr>
          <p:nvPr/>
        </p:nvSpPr>
        <p:spPr>
          <a:xfrm>
            <a:off x="1524000" y="1428750"/>
            <a:ext cx="4000500" cy="4000500"/>
          </a:xfrm>
          <a:prstGeom prst="roundRect">
            <a:avLst>
              <a:gd name="adj" fmla="val 1905"/>
            </a:avLst>
          </a:prstGeom>
          <a:solidFill>
            <a:srgbClr val="E7EEF4"/>
          </a:solidFill>
          <a:ln w="28575">
            <a:solidFill>
              <a:srgbClr val="305B78"/>
            </a:solidFill>
            <a:prstDash val="solid"/>
          </a:ln>
        </p:spPr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722486D-4E28-4D5D-BCA6-FDF7C1BCB7DB}"/>
              </a:ext>
            </a:extLst>
          </p:cNvPr>
          <p:cNvSpPr>
            <a:spLocks noGrp="1"/>
          </p:cNvSpPr>
          <p:nvPr/>
        </p:nvSpPr>
        <p:spPr>
          <a:xfrm>
            <a:off x="2762250" y="16192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 algn="ctr"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Förderband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ABB0BD2-66C5-43B1-9E88-317419C0D76F}"/>
              </a:ext>
            </a:extLst>
          </p:cNvPr>
          <p:cNvSpPr>
            <a:spLocks noGrp="1"/>
          </p:cNvSpPr>
          <p:nvPr/>
        </p:nvSpPr>
        <p:spPr>
          <a:xfrm>
            <a:off x="1905000" y="3314700"/>
            <a:ext cx="3371850" cy="1990725"/>
          </a:xfrm>
          <a:prstGeom prst="rect">
            <a:avLst/>
          </a:prstGeom>
          <a:noFill/>
          <a:ln w="19050">
            <a:solidFill>
              <a:srgbClr val="1D70B8"/>
            </a:solidFill>
            <a:prstDash val="dash"/>
          </a:ln>
        </p:spPr>
      </p:sp>
      <p:sp>
        <p:nvSpPr>
          <p:cNvPr id="6" name="Gerader Verbinder 5">
            <a:extLst>
              <a:ext uri="{FF2B5EF4-FFF2-40B4-BE49-F238E27FC236}">
                <a16:creationId xmlns:a16="http://schemas.microsoft.com/office/drawing/2014/main" id="{44052241-64B2-4ACD-B038-0D9BB87B9D97}"/>
              </a:ext>
            </a:extLst>
          </p:cNvPr>
          <p:cNvSpPr>
            <a:spLocks noGrp="1"/>
          </p:cNvSpPr>
          <p:nvPr/>
        </p:nvSpPr>
        <p:spPr>
          <a:xfrm>
            <a:off x="3524250" y="2381250"/>
            <a:ext cx="9525" cy="2238375"/>
          </a:xfrm>
          <a:prstGeom prst="line">
            <a:avLst/>
          </a:prstGeom>
          <a:noFill/>
          <a:ln w="47625">
            <a:solidFill>
              <a:srgbClr val="E87520"/>
            </a:solidFill>
            <a:prstDash val="solid"/>
          </a:ln>
        </p:spPr>
      </p:sp>
      <p:sp>
        <p:nvSpPr>
          <p:cNvPr id="7" name="Gleichschenkliges Dreieck 6">
            <a:extLst>
              <a:ext uri="{FF2B5EF4-FFF2-40B4-BE49-F238E27FC236}">
                <a16:creationId xmlns:a16="http://schemas.microsoft.com/office/drawing/2014/main" id="{18C006F9-2211-4E46-A5A5-9B7842EA0FB2}"/>
              </a:ext>
            </a:extLst>
          </p:cNvPr>
          <p:cNvSpPr>
            <a:spLocks noGrp="1"/>
          </p:cNvSpPr>
          <p:nvPr/>
        </p:nvSpPr>
        <p:spPr>
          <a:xfrm rot="10800000">
            <a:off x="3409950" y="4572000"/>
            <a:ext cx="228600" cy="247650"/>
          </a:xfrm>
          <a:prstGeom prst="triangle">
            <a:avLst/>
          </a:prstGeom>
          <a:solidFill>
            <a:srgbClr val="E87520"/>
          </a:solidFill>
          <a:ln w="0">
            <a:solidFill>
              <a:srgbClr val="E87520"/>
            </a:solidFill>
          </a:ln>
        </p:spPr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9910BF13-8933-42F4-94EF-73AF0584D290}"/>
              </a:ext>
            </a:extLst>
          </p:cNvPr>
          <p:cNvSpPr>
            <a:spLocks noGrp="1"/>
          </p:cNvSpPr>
          <p:nvPr/>
        </p:nvSpPr>
        <p:spPr>
          <a:xfrm>
            <a:off x="3143250" y="1162050"/>
            <a:ext cx="762000" cy="209550"/>
          </a:xfrm>
          <a:prstGeom prst="roundRect">
            <a:avLst>
              <a:gd name="adj" fmla="val 36364"/>
            </a:avLst>
          </a:prstGeom>
          <a:solidFill>
            <a:srgbClr val="D6DCE1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9" name="Gerader Verbinder 8">
            <a:extLst>
              <a:ext uri="{FF2B5EF4-FFF2-40B4-BE49-F238E27FC236}">
                <a16:creationId xmlns:a16="http://schemas.microsoft.com/office/drawing/2014/main" id="{A4B5AB90-A8BF-4E36-AC6F-1FA54F2E7A11}"/>
              </a:ext>
            </a:extLst>
          </p:cNvPr>
          <p:cNvSpPr>
            <a:spLocks noGrp="1"/>
          </p:cNvSpPr>
          <p:nvPr/>
        </p:nvSpPr>
        <p:spPr>
          <a:xfrm>
            <a:off x="3524250" y="1371600"/>
            <a:ext cx="9525" cy="5715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481AB1A-865B-4612-B957-1F8C3204C392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Base-Kamera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BEF7EA2-0B71-4535-ADD3-82F6E9B85864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mittig am Bandanfang</a:t>
            </a:r>
          </a:p>
          <a:p>
            <a:pPr algn="l">
              <a:defRPr sz="12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ca. 0,850 m über Band</a:t>
            </a:r>
          </a:p>
        </p:txBody>
      </p:sp>
      <p:sp>
        <p:nvSpPr>
          <p:cNvPr id="12" name="Gerader Verbinder 11">
            <a:extLst>
              <a:ext uri="{FF2B5EF4-FFF2-40B4-BE49-F238E27FC236}">
                <a16:creationId xmlns:a16="http://schemas.microsoft.com/office/drawing/2014/main" id="{A8EBAD4A-4B99-4A76-BBF3-153335586177}"/>
              </a:ext>
            </a:extLst>
          </p:cNvPr>
          <p:cNvSpPr>
            <a:spLocks noGrp="1"/>
          </p:cNvSpPr>
          <p:nvPr/>
        </p:nvSpPr>
        <p:spPr>
          <a:xfrm>
            <a:off x="2857500" y="1428750"/>
            <a:ext cx="666750" cy="9525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13" name="Gleichschenkliges Dreieck 12">
            <a:extLst>
              <a:ext uri="{FF2B5EF4-FFF2-40B4-BE49-F238E27FC236}">
                <a16:creationId xmlns:a16="http://schemas.microsoft.com/office/drawing/2014/main" id="{4652F6FE-6131-4B29-92B9-D74019DBA6AF}"/>
              </a:ext>
            </a:extLst>
          </p:cNvPr>
          <p:cNvSpPr>
            <a:spLocks noGrp="1"/>
          </p:cNvSpPr>
          <p:nvPr/>
        </p:nvSpPr>
        <p:spPr>
          <a:xfrm rot="16200000">
            <a:off x="2724150" y="1362075"/>
            <a:ext cx="152400" cy="133350"/>
          </a:xfrm>
          <a:prstGeom prst="triangle">
            <a:avLst/>
          </a:prstGeom>
          <a:solidFill>
            <a:srgbClr val="1D70B8"/>
          </a:solidFill>
          <a:ln w="0">
            <a:solidFill>
              <a:srgbClr val="1D70B8"/>
            </a:solidFill>
          </a:ln>
        </p:spPr>
      </p:sp>
      <p:sp>
        <p:nvSpPr>
          <p:cNvPr id="14" name="Gerader Verbinder 13">
            <a:extLst>
              <a:ext uri="{FF2B5EF4-FFF2-40B4-BE49-F238E27FC236}">
                <a16:creationId xmlns:a16="http://schemas.microsoft.com/office/drawing/2014/main" id="{8E875ED1-4C7A-49F0-8291-C9A12C02D914}"/>
              </a:ext>
            </a:extLst>
          </p:cNvPr>
          <p:cNvSpPr>
            <a:spLocks noGrp="1"/>
          </p:cNvSpPr>
          <p:nvPr/>
        </p:nvSpPr>
        <p:spPr>
          <a:xfrm>
            <a:off x="3524250" y="1428750"/>
            <a:ext cx="9525" cy="666750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E8672521-D8FA-44BA-AD78-3E386ECD8925}"/>
              </a:ext>
            </a:extLst>
          </p:cNvPr>
          <p:cNvSpPr>
            <a:spLocks noGrp="1"/>
          </p:cNvSpPr>
          <p:nvPr/>
        </p:nvSpPr>
        <p:spPr>
          <a:xfrm rot="10800000">
            <a:off x="3457575" y="1971675"/>
            <a:ext cx="133350" cy="152400"/>
          </a:xfrm>
          <a:prstGeom prst="triangle">
            <a:avLst/>
          </a:prstGeom>
          <a:solidFill>
            <a:srgbClr val="1D70B8"/>
          </a:solidFill>
          <a:ln w="0">
            <a:solidFill>
              <a:srgbClr val="1D70B8"/>
            </a:solidFill>
          </a:ln>
        </p:spPr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67288C0-99B2-4338-8094-369D38AA5210}"/>
              </a:ext>
            </a:extLst>
          </p:cNvPr>
          <p:cNvSpPr>
            <a:spLocks noGrp="1"/>
          </p:cNvSpPr>
          <p:nvPr/>
        </p:nvSpPr>
        <p:spPr>
          <a:xfrm>
            <a:off x="2714625" y="118110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0000"/>
          </a:bodyPr>
          <a:lstStyle/>
          <a:p>
            <a:pPr algn="l">
              <a:defRPr sz="10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X+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6F09412-6B6B-4CEA-93FE-FF0B528F5D95}"/>
              </a:ext>
            </a:extLst>
          </p:cNvPr>
          <p:cNvSpPr>
            <a:spLocks noGrp="1"/>
          </p:cNvSpPr>
          <p:nvPr/>
        </p:nvSpPr>
        <p:spPr>
          <a:xfrm>
            <a:off x="3667125" y="198120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0000"/>
          </a:bodyPr>
          <a:lstStyle/>
          <a:p>
            <a:pPr algn="l">
              <a:defRPr sz="10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Y+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EB80D1B-3B57-4BAA-B983-7F9B345D4181}"/>
              </a:ext>
            </a:extLst>
          </p:cNvPr>
          <p:cNvSpPr>
            <a:spLocks noGrp="1"/>
          </p:cNvSpPr>
          <p:nvPr/>
        </p:nvSpPr>
        <p:spPr>
          <a:xfrm>
            <a:off x="2047875" y="2143125"/>
            <a:ext cx="1476375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1905"/>
          </a:bodyPr>
          <a:lstStyle/>
          <a:p>
            <a:pPr algn="l">
              <a:defRPr sz="10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conveyor_frame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1B31901D-418B-4305-8DB6-F59926D78937}"/>
              </a:ext>
            </a:extLst>
          </p:cNvPr>
          <p:cNvSpPr>
            <a:spLocks noGrp="1"/>
          </p:cNvSpPr>
          <p:nvPr/>
        </p:nvSpPr>
        <p:spPr>
          <a:xfrm>
            <a:off x="5962650" y="2714625"/>
            <a:ext cx="1143000" cy="685800"/>
          </a:xfrm>
          <a:prstGeom prst="roundRect">
            <a:avLst>
              <a:gd name="adj" fmla="val 11111"/>
            </a:avLst>
          </a:prstGeom>
          <a:solidFill>
            <a:srgbClr val="F5DFBD"/>
          </a:solidFill>
          <a:ln w="19050">
            <a:solidFill>
              <a:srgbClr val="9B6622"/>
            </a:solidFill>
            <a:prstDash val="solid"/>
          </a:ln>
        </p:spPr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912AA45-AA4F-4C99-9175-4BD03851504B}"/>
              </a:ext>
            </a:extLst>
          </p:cNvPr>
          <p:cNvSpPr>
            <a:spLocks noGrp="1"/>
          </p:cNvSpPr>
          <p:nvPr/>
        </p:nvSpPr>
        <p:spPr>
          <a:xfrm>
            <a:off x="6076950" y="2943225"/>
            <a:ext cx="914400" cy="2190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792"/>
          </a:bodyPr>
          <a:lstStyle/>
          <a:p>
            <a:pPr algn="ctr">
              <a:defRPr sz="12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Ablagekiste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BACB867F-6734-4A87-8F8B-8E6BC22A9EB0}"/>
              </a:ext>
            </a:extLst>
          </p:cNvPr>
          <p:cNvSpPr>
            <a:spLocks noGrp="1"/>
          </p:cNvSpPr>
          <p:nvPr/>
        </p:nvSpPr>
        <p:spPr>
          <a:xfrm>
            <a:off x="7562850" y="4095750"/>
            <a:ext cx="1066800" cy="1066800"/>
          </a:xfrm>
          <a:prstGeom prst="ellipse">
            <a:avLst/>
          </a:prstGeom>
          <a:solidFill>
            <a:srgbClr val="DBE8D6"/>
          </a:solidFill>
          <a:ln w="28575">
            <a:solidFill>
              <a:srgbClr val="46734A"/>
            </a:solidFill>
            <a:prstDash val="solid"/>
          </a:ln>
        </p:spPr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12DDF78-AA6B-4EB0-927E-89B8013E762B}"/>
              </a:ext>
            </a:extLst>
          </p:cNvPr>
          <p:cNvSpPr>
            <a:spLocks noGrp="1"/>
          </p:cNvSpPr>
          <p:nvPr/>
        </p:nvSpPr>
        <p:spPr>
          <a:xfrm>
            <a:off x="7734300" y="4857750"/>
            <a:ext cx="7239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0784"/>
          </a:bodyPr>
          <a:lstStyle/>
          <a:p>
            <a:pPr algn="ctr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UR10e</a:t>
            </a:r>
          </a:p>
        </p:txBody>
      </p:sp>
      <p:sp>
        <p:nvSpPr>
          <p:cNvPr id="23" name="Gerader Verbinder 22">
            <a:extLst>
              <a:ext uri="{FF2B5EF4-FFF2-40B4-BE49-F238E27FC236}">
                <a16:creationId xmlns:a16="http://schemas.microsoft.com/office/drawing/2014/main" id="{8CF864C3-9561-42E1-8B4D-098E607C8519}"/>
              </a:ext>
            </a:extLst>
          </p:cNvPr>
          <p:cNvSpPr>
            <a:spLocks noGrp="1"/>
          </p:cNvSpPr>
          <p:nvPr/>
        </p:nvSpPr>
        <p:spPr>
          <a:xfrm>
            <a:off x="8096250" y="4629150"/>
            <a:ext cx="742950" cy="9525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24" name="Gleichschenkliges Dreieck 23">
            <a:extLst>
              <a:ext uri="{FF2B5EF4-FFF2-40B4-BE49-F238E27FC236}">
                <a16:creationId xmlns:a16="http://schemas.microsoft.com/office/drawing/2014/main" id="{6B31B82B-EB40-4094-914F-4E3E7A74AF0C}"/>
              </a:ext>
            </a:extLst>
          </p:cNvPr>
          <p:cNvSpPr>
            <a:spLocks noGrp="1"/>
          </p:cNvSpPr>
          <p:nvPr/>
        </p:nvSpPr>
        <p:spPr>
          <a:xfrm rot="5400000">
            <a:off x="8801100" y="4562475"/>
            <a:ext cx="133350" cy="133350"/>
          </a:xfrm>
          <a:prstGeom prst="triangle">
            <a:avLst/>
          </a:prstGeom>
          <a:solidFill>
            <a:srgbClr val="1D70B8"/>
          </a:solidFill>
          <a:ln w="0">
            <a:solidFill>
              <a:srgbClr val="1D70B8"/>
            </a:solidFill>
          </a:ln>
        </p:spPr>
      </p:sp>
      <p:sp>
        <p:nvSpPr>
          <p:cNvPr id="25" name="Gerader Verbinder 24">
            <a:extLst>
              <a:ext uri="{FF2B5EF4-FFF2-40B4-BE49-F238E27FC236}">
                <a16:creationId xmlns:a16="http://schemas.microsoft.com/office/drawing/2014/main" id="{FF714F3F-A5E0-489E-A3B9-8354E819E072}"/>
              </a:ext>
            </a:extLst>
          </p:cNvPr>
          <p:cNvSpPr>
            <a:spLocks noGrp="1"/>
          </p:cNvSpPr>
          <p:nvPr/>
        </p:nvSpPr>
        <p:spPr>
          <a:xfrm>
            <a:off x="8096250" y="3981450"/>
            <a:ext cx="9525" cy="647700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26" name="Gleichschenkliges Dreieck 25">
            <a:extLst>
              <a:ext uri="{FF2B5EF4-FFF2-40B4-BE49-F238E27FC236}">
                <a16:creationId xmlns:a16="http://schemas.microsoft.com/office/drawing/2014/main" id="{6F7BEE2A-4B96-43D4-9E09-EA2D77AC7FFD}"/>
              </a:ext>
            </a:extLst>
          </p:cNvPr>
          <p:cNvSpPr>
            <a:spLocks noGrp="1"/>
          </p:cNvSpPr>
          <p:nvPr/>
        </p:nvSpPr>
        <p:spPr>
          <a:xfrm>
            <a:off x="8029575" y="3943350"/>
            <a:ext cx="133350" cy="133350"/>
          </a:xfrm>
          <a:prstGeom prst="triangle">
            <a:avLst/>
          </a:prstGeom>
          <a:solidFill>
            <a:srgbClr val="1D70B8"/>
          </a:solidFill>
          <a:ln w="0">
            <a:solidFill>
              <a:srgbClr val="1D70B8"/>
            </a:solidFill>
          </a:ln>
        </p:spPr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B6482C7-7CA6-456C-AED0-6485B63DA147}"/>
              </a:ext>
            </a:extLst>
          </p:cNvPr>
          <p:cNvSpPr>
            <a:spLocks noGrp="1"/>
          </p:cNvSpPr>
          <p:nvPr/>
        </p:nvSpPr>
        <p:spPr>
          <a:xfrm>
            <a:off x="8743950" y="4362450"/>
            <a:ext cx="333375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0000"/>
          </a:bodyPr>
          <a:lstStyle/>
          <a:p>
            <a:pPr algn="l">
              <a:defRPr sz="10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X+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B93E5B2-31C5-44B6-8440-3041A2B9878F}"/>
              </a:ext>
            </a:extLst>
          </p:cNvPr>
          <p:cNvSpPr>
            <a:spLocks noGrp="1"/>
          </p:cNvSpPr>
          <p:nvPr/>
        </p:nvSpPr>
        <p:spPr>
          <a:xfrm>
            <a:off x="8239125" y="3295651"/>
            <a:ext cx="752475" cy="685799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000"/>
          </a:bodyPr>
          <a:lstStyle/>
          <a:p>
            <a:pPr algn="l">
              <a:defRPr sz="10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1D70B8"/>
                </a:solidFill>
                <a:latin typeface="Arial"/>
                <a:ea typeface="Arial"/>
                <a:cs typeface="Arial"/>
              </a:rPr>
              <a:t>Y+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71AD7FE-2842-4291-B282-F9E751C0C557}"/>
              </a:ext>
            </a:extLst>
          </p:cNvPr>
          <p:cNvSpPr>
            <a:spLocks noGrp="1"/>
          </p:cNvSpPr>
          <p:nvPr/>
        </p:nvSpPr>
        <p:spPr>
          <a:xfrm>
            <a:off x="8953500" y="4762500"/>
            <a:ext cx="6667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0000"/>
          </a:bodyPr>
          <a:lstStyle/>
          <a:p>
            <a:pPr algn="l">
              <a:defRPr sz="10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158BA86-6D41-4413-A97F-4E1B5B47E628}"/>
              </a:ext>
            </a:extLst>
          </p:cNvPr>
          <p:cNvSpPr>
            <a:spLocks noGrp="1"/>
          </p:cNvSpPr>
          <p:nvPr/>
        </p:nvSpPr>
        <p:spPr>
          <a:xfrm>
            <a:off x="9239250" y="19050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 algn="l">
              <a:defRPr sz="1575" b="1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70B8"/>
                </a:solidFill>
                <a:latin typeface="Arial"/>
                <a:ea typeface="Arial"/>
                <a:cs typeface="Arial"/>
              </a:rPr>
              <a:t>Greifbarer Arbeitsbereich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855FE332-88A9-4CAB-A0CF-A4304CD2D47F}"/>
              </a:ext>
            </a:extLst>
          </p:cNvPr>
          <p:cNvSpPr>
            <a:spLocks noGrp="1"/>
          </p:cNvSpPr>
          <p:nvPr/>
        </p:nvSpPr>
        <p:spPr>
          <a:xfrm>
            <a:off x="9239250" y="226695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148"/>
          </a:bodyPr>
          <a:lstStyle/>
          <a:p>
            <a:pPr algn="l">
              <a:defRPr sz="13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x = -1,200 bis -0,530 m</a:t>
            </a:r>
          </a:p>
          <a:p>
            <a:pPr algn="l">
              <a:defRPr sz="13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D70B8"/>
                </a:solidFill>
                <a:latin typeface="Arial"/>
                <a:ea typeface="Arial"/>
                <a:cs typeface="Arial"/>
              </a:rPr>
              <a:t>y = -0,320 bis 0,430 m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25AEE7E9-C98F-4796-8B47-DFB914AA672A}"/>
              </a:ext>
            </a:extLst>
          </p:cNvPr>
          <p:cNvSpPr>
            <a:spLocks noGrp="1"/>
          </p:cNvSpPr>
          <p:nvPr/>
        </p:nvSpPr>
        <p:spPr>
          <a:xfrm>
            <a:off x="9239250" y="333375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016"/>
          </a:bodyPr>
          <a:lstStyle/>
          <a:p>
            <a:pPr algn="l"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Ablagepose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8A718B7-3FC2-4EDF-B60C-889F47865DD3}"/>
              </a:ext>
            </a:extLst>
          </p:cNvPr>
          <p:cNvSpPr>
            <a:spLocks noGrp="1"/>
          </p:cNvSpPr>
          <p:nvPr/>
        </p:nvSpPr>
        <p:spPr>
          <a:xfrm>
            <a:off x="9239250" y="3695700"/>
            <a:ext cx="1809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0"/>
          </a:bodyPr>
          <a:lstStyle/>
          <a:p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x = -0,316 m</a:t>
            </a:r>
          </a:p>
          <a:p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y = 0,476 m</a:t>
            </a:r>
          </a:p>
          <a:p>
            <a:pPr algn="l"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z = 0,420 m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E0183DC-75D5-4B9B-8F90-E79B84AF5802}"/>
              </a:ext>
            </a:extLst>
          </p:cNvPr>
          <p:cNvSpPr>
            <a:spLocks noGrp="1"/>
          </p:cNvSpPr>
          <p:nvPr/>
        </p:nvSpPr>
        <p:spPr>
          <a:xfrm>
            <a:off x="1524000" y="581025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588"/>
          </a:bodyPr>
          <a:lstStyle/>
          <a:p>
            <a:pPr algn="l">
              <a:defRPr sz="12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Bandkanten: x = -1,275 bis -0,480 m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06EB5812-A397-4106-87EB-3F5304E7707B}"/>
              </a:ext>
            </a:extLst>
          </p:cNvPr>
          <p:cNvSpPr>
            <a:spLocks noGrp="1"/>
          </p:cNvSpPr>
          <p:nvPr/>
        </p:nvSpPr>
        <p:spPr>
          <a:xfrm>
            <a:off x="1524000" y="6115050"/>
            <a:ext cx="4095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588"/>
          </a:bodyPr>
          <a:lstStyle/>
          <a:p>
            <a:pPr algn="l">
              <a:defRPr sz="12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Nutzbare gerade Förderstrecke: ca. 1,507 m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314FD1F-175D-4EE2-93ED-E56A658ECAA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778"/>
          </a:bodyPr>
          <a:lstStyle/>
          <a:p>
            <a:pPr algn="l">
              <a:defRPr sz="11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Z+ zeigt von der Bandebene nach oben und ist in der Draufsicht nicht dargestellt.</a:t>
            </a:r>
          </a:p>
        </p:txBody>
      </p:sp>
    </p:spTree>
    <p:extLst>
      <p:ext uri="{BB962C8B-B14F-4D97-AF65-F5344CB8AC3E}">
        <p14:creationId xmlns:p14="http://schemas.microsoft.com/office/powerpoint/2010/main" val="1021586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hteck 30">
            <a:extLst>
              <a:ext uri="{FF2B5EF4-FFF2-40B4-BE49-F238E27FC236}">
                <a16:creationId xmlns:a16="http://schemas.microsoft.com/office/drawing/2014/main" id="{8596D9F5-1F43-4459-B0E2-AD8BC5A9394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792"/>
          </a:bodyPr>
          <a:lstStyle/>
          <a:p>
            <a:pPr algn="l">
              <a:defRPr sz="24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Seitenansicht der relevanten Höhen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B33F4EE-FB8E-4940-8DD7-BC14E093999F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196"/>
          </a:bodyPr>
          <a:lstStyle/>
          <a:p>
            <a:pPr algn="l">
              <a:defRPr sz="12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Flanschhöhen im globalen Bezugssystem world</a:t>
            </a:r>
          </a:p>
        </p:txBody>
      </p:sp>
      <p:sp>
        <p:nvSpPr>
          <p:cNvPr id="3" name="Gerader Verbinder 2">
            <a:extLst>
              <a:ext uri="{FF2B5EF4-FFF2-40B4-BE49-F238E27FC236}">
                <a16:creationId xmlns:a16="http://schemas.microsoft.com/office/drawing/2014/main" id="{A531C476-5033-4E36-A9B3-960F5A439D11}"/>
              </a:ext>
            </a:extLst>
          </p:cNvPr>
          <p:cNvSpPr>
            <a:spLocks noGrp="1"/>
          </p:cNvSpPr>
          <p:nvPr/>
        </p:nvSpPr>
        <p:spPr>
          <a:xfrm>
            <a:off x="2000250" y="1428750"/>
            <a:ext cx="9525" cy="3571875"/>
          </a:xfrm>
          <a:prstGeom prst="line">
            <a:avLst/>
          </a:prstGeom>
          <a:noFill/>
          <a:ln w="57150">
            <a:solidFill>
              <a:srgbClr val="4B5563"/>
            </a:solidFill>
            <a:prstDash val="solid"/>
          </a:ln>
        </p:spPr>
      </p:sp>
      <p:sp>
        <p:nvSpPr>
          <p:cNvPr id="4" name="Gerader Verbinder 3">
            <a:extLst>
              <a:ext uri="{FF2B5EF4-FFF2-40B4-BE49-F238E27FC236}">
                <a16:creationId xmlns:a16="http://schemas.microsoft.com/office/drawing/2014/main" id="{B41ADF8E-7DFD-4ACA-A185-ADB3FDB3EEB7}"/>
              </a:ext>
            </a:extLst>
          </p:cNvPr>
          <p:cNvSpPr>
            <a:spLocks noGrp="1"/>
          </p:cNvSpPr>
          <p:nvPr/>
        </p:nvSpPr>
        <p:spPr>
          <a:xfrm>
            <a:off x="6762750" y="1428750"/>
            <a:ext cx="9525" cy="3571875"/>
          </a:xfrm>
          <a:prstGeom prst="line">
            <a:avLst/>
          </a:prstGeom>
          <a:noFill/>
          <a:ln w="57150">
            <a:solidFill>
              <a:srgbClr val="4B5563"/>
            </a:solidFill>
            <a:prstDash val="solid"/>
          </a:ln>
        </p:spPr>
      </p:sp>
      <p:sp>
        <p:nvSpPr>
          <p:cNvPr id="5" name="Gerader Verbinder 4">
            <a:extLst>
              <a:ext uri="{FF2B5EF4-FFF2-40B4-BE49-F238E27FC236}">
                <a16:creationId xmlns:a16="http://schemas.microsoft.com/office/drawing/2014/main" id="{BC413D1A-F58D-4B02-91D4-1C6425C1A981}"/>
              </a:ext>
            </a:extLst>
          </p:cNvPr>
          <p:cNvSpPr>
            <a:spLocks noGrp="1"/>
          </p:cNvSpPr>
          <p:nvPr/>
        </p:nvSpPr>
        <p:spPr>
          <a:xfrm>
            <a:off x="2000250" y="1428750"/>
            <a:ext cx="4762500" cy="9525"/>
          </a:xfrm>
          <a:prstGeom prst="line">
            <a:avLst/>
          </a:prstGeom>
          <a:noFill/>
          <a:ln w="57150">
            <a:solidFill>
              <a:srgbClr val="4B5563"/>
            </a:solidFill>
            <a:prstDash val="solid"/>
          </a:ln>
        </p:spPr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6FCD8E80-0D06-4C85-B272-D764776CDC26}"/>
              </a:ext>
            </a:extLst>
          </p:cNvPr>
          <p:cNvSpPr>
            <a:spLocks noGrp="1"/>
          </p:cNvSpPr>
          <p:nvPr/>
        </p:nvSpPr>
        <p:spPr>
          <a:xfrm>
            <a:off x="4162425" y="1543050"/>
            <a:ext cx="723900" cy="266700"/>
          </a:xfrm>
          <a:prstGeom prst="roundRect">
            <a:avLst>
              <a:gd name="adj" fmla="val 28571"/>
            </a:avLst>
          </a:prstGeom>
          <a:solidFill>
            <a:srgbClr val="D6DCE1"/>
          </a:solidFill>
          <a:ln w="19050">
            <a:solidFill>
              <a:srgbClr val="4B5563"/>
            </a:solidFill>
            <a:prstDash val="solid"/>
          </a:ln>
        </p:spPr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BF53E3B-4A54-4C19-82B5-82A48AC21286}"/>
              </a:ext>
            </a:extLst>
          </p:cNvPr>
          <p:cNvSpPr>
            <a:spLocks noGrp="1"/>
          </p:cNvSpPr>
          <p:nvPr/>
        </p:nvSpPr>
        <p:spPr>
          <a:xfrm>
            <a:off x="5070109" y="160020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52" lnSpcReduction="10000"/>
          </a:bodyPr>
          <a:lstStyle/>
          <a:p>
            <a:pPr algn="l"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Base-Kamera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0F41E24-7ABB-417C-B704-AF55FA6F1924}"/>
              </a:ext>
            </a:extLst>
          </p:cNvPr>
          <p:cNvSpPr>
            <a:spLocks noGrp="1"/>
          </p:cNvSpPr>
          <p:nvPr/>
        </p:nvSpPr>
        <p:spPr>
          <a:xfrm>
            <a:off x="5070109" y="1825858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667" lnSpcReduction="20000"/>
          </a:bodyPr>
          <a:lstStyle/>
          <a:p>
            <a:pPr algn="l"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ca. 0,850 m </a:t>
            </a:r>
            <a:r>
              <a:rPr sz="1350" b="0" dirty="0" err="1">
                <a:solidFill>
                  <a:srgbClr val="4B5563"/>
                </a:solidFill>
                <a:latin typeface="Arial"/>
                <a:ea typeface="Arial"/>
                <a:cs typeface="Arial"/>
              </a:rPr>
              <a:t>über</a:t>
            </a:r>
            <a:r>
              <a:rPr sz="1350" b="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 Band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A322ADB-7C58-495F-84B8-11354234BE13}"/>
              </a:ext>
            </a:extLst>
          </p:cNvPr>
          <p:cNvSpPr>
            <a:spLocks noGrp="1"/>
          </p:cNvSpPr>
          <p:nvPr/>
        </p:nvSpPr>
        <p:spPr>
          <a:xfrm>
            <a:off x="1428750" y="5000625"/>
            <a:ext cx="5905500" cy="419100"/>
          </a:xfrm>
          <a:prstGeom prst="roundRect">
            <a:avLst>
              <a:gd name="adj" fmla="val 18182"/>
            </a:avLst>
          </a:prstGeom>
          <a:solidFill>
            <a:srgbClr val="E7EEF4"/>
          </a:solidFill>
          <a:ln w="28575">
            <a:solidFill>
              <a:srgbClr val="305B78"/>
            </a:solidFill>
            <a:prstDash val="solid"/>
          </a:ln>
        </p:spPr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459B8CD-9C7A-4679-9427-04FAE8980F04}"/>
              </a:ext>
            </a:extLst>
          </p:cNvPr>
          <p:cNvSpPr>
            <a:spLocks noGrp="1"/>
          </p:cNvSpPr>
          <p:nvPr/>
        </p:nvSpPr>
        <p:spPr>
          <a:xfrm>
            <a:off x="3524250" y="5076825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0000"/>
          </a:bodyPr>
          <a:lstStyle/>
          <a:p>
            <a:pPr algn="ctr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Förderband</a:t>
            </a:r>
          </a:p>
        </p:txBody>
      </p:sp>
      <p:sp>
        <p:nvSpPr>
          <p:cNvPr id="11" name="Gerader Verbinder 10">
            <a:extLst>
              <a:ext uri="{FF2B5EF4-FFF2-40B4-BE49-F238E27FC236}">
                <a16:creationId xmlns:a16="http://schemas.microsoft.com/office/drawing/2014/main" id="{8884DD10-5021-400B-8AFC-D8C9EF2CCA95}"/>
              </a:ext>
            </a:extLst>
          </p:cNvPr>
          <p:cNvSpPr>
            <a:spLocks noGrp="1"/>
          </p:cNvSpPr>
          <p:nvPr/>
        </p:nvSpPr>
        <p:spPr>
          <a:xfrm>
            <a:off x="2190750" y="2647950"/>
            <a:ext cx="5143500" cy="9525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17BF8DD-BADF-4A2E-89C0-906F0D6E8191}"/>
              </a:ext>
            </a:extLst>
          </p:cNvPr>
          <p:cNvSpPr>
            <a:spLocks noGrp="1"/>
          </p:cNvSpPr>
          <p:nvPr/>
        </p:nvSpPr>
        <p:spPr>
          <a:xfrm>
            <a:off x="7371578" y="2556281"/>
            <a:ext cx="3714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926" lnSpcReduction="20000"/>
          </a:bodyPr>
          <a:lstStyle/>
          <a:p>
            <a:pPr algn="l">
              <a:defRPr sz="13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1D70B8"/>
                </a:solidFill>
                <a:latin typeface="Arial"/>
                <a:ea typeface="Arial"/>
                <a:cs typeface="Arial"/>
              </a:rPr>
              <a:t>obere</a:t>
            </a:r>
            <a:r>
              <a:rPr sz="1350" b="0" dirty="0">
                <a:solidFill>
                  <a:srgbClr val="1D70B8"/>
                </a:solidFill>
                <a:latin typeface="Arial"/>
                <a:ea typeface="Arial"/>
                <a:cs typeface="Arial"/>
              </a:rPr>
              <a:t> A</a:t>
            </a:r>
            <a:r>
              <a:rPr lang="de-DE" sz="1350" b="0" dirty="0">
                <a:solidFill>
                  <a:srgbClr val="1D70B8"/>
                </a:solidFill>
                <a:latin typeface="Arial"/>
                <a:ea typeface="Arial"/>
                <a:cs typeface="Arial"/>
              </a:rPr>
              <a:t>r</a:t>
            </a:r>
            <a:r>
              <a:rPr sz="1350" b="0" dirty="0" err="1">
                <a:solidFill>
                  <a:srgbClr val="1D70B8"/>
                </a:solidFill>
                <a:latin typeface="Arial"/>
                <a:ea typeface="Arial"/>
                <a:cs typeface="Arial"/>
              </a:rPr>
              <a:t>beitsraumgrenze</a:t>
            </a:r>
            <a:r>
              <a:rPr sz="1350" b="0" dirty="0">
                <a:solidFill>
                  <a:srgbClr val="1D70B8"/>
                </a:solidFill>
                <a:latin typeface="Arial"/>
                <a:ea typeface="Arial"/>
                <a:cs typeface="Arial"/>
              </a:rPr>
              <a:t>: z = 0,600 m</a:t>
            </a:r>
          </a:p>
        </p:txBody>
      </p:sp>
      <p:sp>
        <p:nvSpPr>
          <p:cNvPr id="14" name="Gerader Verbinder 13">
            <a:extLst>
              <a:ext uri="{FF2B5EF4-FFF2-40B4-BE49-F238E27FC236}">
                <a16:creationId xmlns:a16="http://schemas.microsoft.com/office/drawing/2014/main" id="{CEF06995-153D-463E-9EF0-2E151C79FBEB}"/>
              </a:ext>
            </a:extLst>
          </p:cNvPr>
          <p:cNvSpPr>
            <a:spLocks noGrp="1"/>
          </p:cNvSpPr>
          <p:nvPr/>
        </p:nvSpPr>
        <p:spPr>
          <a:xfrm>
            <a:off x="2190750" y="3429000"/>
            <a:ext cx="5143500" cy="9525"/>
          </a:xfrm>
          <a:prstGeom prst="line">
            <a:avLst/>
          </a:prstGeom>
          <a:noFill/>
          <a:ln w="9525">
            <a:solidFill>
              <a:srgbClr val="5D91C0"/>
            </a:solidFill>
            <a:prstDash val="dash"/>
          </a:ln>
        </p:spPr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037541A-B162-4B5C-84B0-C45C3C256146}"/>
              </a:ext>
            </a:extLst>
          </p:cNvPr>
          <p:cNvSpPr>
            <a:spLocks noGrp="1"/>
          </p:cNvSpPr>
          <p:nvPr/>
        </p:nvSpPr>
        <p:spPr>
          <a:xfrm>
            <a:off x="7389990" y="3321223"/>
            <a:ext cx="3714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926" lnSpcReduction="20000"/>
          </a:bodyPr>
          <a:lstStyle/>
          <a:p>
            <a:pPr algn="l">
              <a:defRPr sz="1350" b="0">
                <a:solidFill>
                  <a:srgbClr val="5D91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91C0"/>
                </a:solidFill>
                <a:latin typeface="Arial"/>
                <a:ea typeface="Arial"/>
                <a:cs typeface="Arial"/>
              </a:rPr>
              <a:t>Transferhöhe: z = 0,490 m</a:t>
            </a:r>
          </a:p>
        </p:txBody>
      </p:sp>
      <p:sp>
        <p:nvSpPr>
          <p:cNvPr id="17" name="Gerader Verbinder 16">
            <a:extLst>
              <a:ext uri="{FF2B5EF4-FFF2-40B4-BE49-F238E27FC236}">
                <a16:creationId xmlns:a16="http://schemas.microsoft.com/office/drawing/2014/main" id="{50A8346D-10FA-40B2-AA75-349A0496ED42}"/>
              </a:ext>
            </a:extLst>
          </p:cNvPr>
          <p:cNvSpPr>
            <a:spLocks noGrp="1"/>
          </p:cNvSpPr>
          <p:nvPr/>
        </p:nvSpPr>
        <p:spPr>
          <a:xfrm>
            <a:off x="2190750" y="3714750"/>
            <a:ext cx="5143500" cy="9525"/>
          </a:xfrm>
          <a:prstGeom prst="line">
            <a:avLst/>
          </a:prstGeom>
          <a:noFill/>
          <a:ln w="9525">
            <a:solidFill>
              <a:srgbClr val="5D91C0"/>
            </a:solidFill>
            <a:prstDash val="dash"/>
          </a:ln>
        </p:spPr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D0CAAF7-BF25-4B98-BCAB-23046341A448}"/>
              </a:ext>
            </a:extLst>
          </p:cNvPr>
          <p:cNvSpPr>
            <a:spLocks noGrp="1"/>
          </p:cNvSpPr>
          <p:nvPr/>
        </p:nvSpPr>
        <p:spPr>
          <a:xfrm>
            <a:off x="7389990" y="3601981"/>
            <a:ext cx="3714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926" lnSpcReduction="20000"/>
          </a:bodyPr>
          <a:lstStyle/>
          <a:p>
            <a:pPr algn="l">
              <a:defRPr sz="1350" b="0">
                <a:solidFill>
                  <a:srgbClr val="5D91C0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5D91C0"/>
                </a:solidFill>
                <a:latin typeface="Arial"/>
                <a:ea typeface="Arial"/>
                <a:cs typeface="Arial"/>
              </a:rPr>
              <a:t>Folge</a:t>
            </a:r>
            <a:r>
              <a:rPr sz="1350" b="0" dirty="0">
                <a:solidFill>
                  <a:srgbClr val="5D91C0"/>
                </a:solidFill>
                <a:latin typeface="Arial"/>
                <a:ea typeface="Arial"/>
                <a:cs typeface="Arial"/>
              </a:rPr>
              <a:t>- und </a:t>
            </a:r>
            <a:r>
              <a:rPr sz="1350" b="0" dirty="0" err="1">
                <a:solidFill>
                  <a:srgbClr val="5D91C0"/>
                </a:solidFill>
                <a:latin typeface="Arial"/>
                <a:ea typeface="Arial"/>
                <a:cs typeface="Arial"/>
              </a:rPr>
              <a:t>Beobachtungshöhe</a:t>
            </a:r>
            <a:r>
              <a:rPr sz="1350" b="0" dirty="0">
                <a:solidFill>
                  <a:srgbClr val="5D91C0"/>
                </a:solidFill>
                <a:latin typeface="Arial"/>
                <a:ea typeface="Arial"/>
                <a:cs typeface="Arial"/>
              </a:rPr>
              <a:t>: z = 0,450 m</a:t>
            </a:r>
          </a:p>
        </p:txBody>
      </p:sp>
      <p:sp>
        <p:nvSpPr>
          <p:cNvPr id="20" name="Gerader Verbinder 19">
            <a:extLst>
              <a:ext uri="{FF2B5EF4-FFF2-40B4-BE49-F238E27FC236}">
                <a16:creationId xmlns:a16="http://schemas.microsoft.com/office/drawing/2014/main" id="{A9D0BDE1-3A87-4060-AA5D-F779A1EFA5A0}"/>
              </a:ext>
            </a:extLst>
          </p:cNvPr>
          <p:cNvSpPr>
            <a:spLocks noGrp="1"/>
          </p:cNvSpPr>
          <p:nvPr/>
        </p:nvSpPr>
        <p:spPr>
          <a:xfrm>
            <a:off x="2190750" y="4524375"/>
            <a:ext cx="5143500" cy="9525"/>
          </a:xfrm>
          <a:prstGeom prst="line">
            <a:avLst/>
          </a:prstGeom>
          <a:noFill/>
          <a:ln w="19050">
            <a:solidFill>
              <a:srgbClr val="1D70B8"/>
            </a:solidFill>
            <a:prstDash val="solid"/>
          </a:ln>
        </p:spPr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C74D48C3-F3D5-4C8F-B369-AE5D5AE641C3}"/>
              </a:ext>
            </a:extLst>
          </p:cNvPr>
          <p:cNvSpPr>
            <a:spLocks noGrp="1"/>
          </p:cNvSpPr>
          <p:nvPr/>
        </p:nvSpPr>
        <p:spPr>
          <a:xfrm>
            <a:off x="7371579" y="4429318"/>
            <a:ext cx="3714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926" lnSpcReduction="20000"/>
          </a:bodyPr>
          <a:lstStyle/>
          <a:p>
            <a:pPr algn="l">
              <a:defRPr sz="13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1D70B8"/>
                </a:solidFill>
                <a:latin typeface="Arial"/>
                <a:ea typeface="Arial"/>
                <a:cs typeface="Arial"/>
              </a:rPr>
              <a:t>untere</a:t>
            </a:r>
            <a:r>
              <a:rPr sz="1350" b="0" dirty="0">
                <a:solidFill>
                  <a:srgbClr val="1D70B8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D70B8"/>
                </a:solidFill>
                <a:latin typeface="Arial"/>
                <a:ea typeface="Arial"/>
                <a:cs typeface="Arial"/>
              </a:rPr>
              <a:t>Arbeitsraumgrenze</a:t>
            </a:r>
            <a:r>
              <a:rPr sz="1350" b="0" dirty="0">
                <a:solidFill>
                  <a:srgbClr val="1D70B8"/>
                </a:solidFill>
                <a:latin typeface="Arial"/>
                <a:ea typeface="Arial"/>
                <a:cs typeface="Arial"/>
              </a:rPr>
              <a:t>: z = 0,309 m</a:t>
            </a:r>
          </a:p>
        </p:txBody>
      </p:sp>
      <p:sp>
        <p:nvSpPr>
          <p:cNvPr id="23" name="Gerader Verbinder 22">
            <a:extLst>
              <a:ext uri="{FF2B5EF4-FFF2-40B4-BE49-F238E27FC236}">
                <a16:creationId xmlns:a16="http://schemas.microsoft.com/office/drawing/2014/main" id="{517D2F9B-2F9D-4846-9A03-D72A54EBA3B3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9525" cy="3000375"/>
          </a:xfrm>
          <a:prstGeom prst="line">
            <a:avLst/>
          </a:prstGeom>
          <a:noFill/>
          <a:ln w="28575">
            <a:solidFill>
              <a:srgbClr val="E87520"/>
            </a:solidFill>
            <a:prstDash val="solid"/>
          </a:ln>
        </p:spPr>
      </p:sp>
      <p:sp>
        <p:nvSpPr>
          <p:cNvPr id="24" name="Gleichschenkliges Dreieck 23">
            <a:extLst>
              <a:ext uri="{FF2B5EF4-FFF2-40B4-BE49-F238E27FC236}">
                <a16:creationId xmlns:a16="http://schemas.microsoft.com/office/drawing/2014/main" id="{E9BBA254-2F9B-444C-9F8E-FE2371887F98}"/>
              </a:ext>
            </a:extLst>
          </p:cNvPr>
          <p:cNvSpPr>
            <a:spLocks noGrp="1"/>
          </p:cNvSpPr>
          <p:nvPr/>
        </p:nvSpPr>
        <p:spPr>
          <a:xfrm>
            <a:off x="885825" y="1952625"/>
            <a:ext cx="133350" cy="152400"/>
          </a:xfrm>
          <a:prstGeom prst="triangle">
            <a:avLst/>
          </a:prstGeom>
          <a:solidFill>
            <a:srgbClr val="E87520"/>
          </a:solidFill>
          <a:ln w="0">
            <a:solidFill>
              <a:srgbClr val="E87520"/>
            </a:solidFill>
          </a:ln>
        </p:spPr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8FFD128-D896-4908-9A9D-4225A26CA03D}"/>
              </a:ext>
            </a:extLst>
          </p:cNvPr>
          <p:cNvSpPr>
            <a:spLocks noGrp="1"/>
          </p:cNvSpPr>
          <p:nvPr/>
        </p:nvSpPr>
        <p:spPr>
          <a:xfrm>
            <a:off x="960431" y="333375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667" lnSpcReduction="20000"/>
          </a:bodyPr>
          <a:lstStyle/>
          <a:p>
            <a:pPr algn="l">
              <a:defRPr sz="1350" b="0">
                <a:solidFill>
                  <a:srgbClr val="E87520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E87520"/>
                </a:solidFill>
                <a:latin typeface="Arial"/>
                <a:ea typeface="Arial"/>
                <a:cs typeface="Arial"/>
              </a:rPr>
              <a:t>ca. 0,850 m</a:t>
            </a:r>
          </a:p>
        </p:txBody>
      </p:sp>
      <p:sp>
        <p:nvSpPr>
          <p:cNvPr id="26" name="Gerader Verbinder 25">
            <a:extLst>
              <a:ext uri="{FF2B5EF4-FFF2-40B4-BE49-F238E27FC236}">
                <a16:creationId xmlns:a16="http://schemas.microsoft.com/office/drawing/2014/main" id="{8975AFF3-E32E-4B06-8DCF-FF624992CAEF}"/>
              </a:ext>
            </a:extLst>
          </p:cNvPr>
          <p:cNvSpPr>
            <a:spLocks noGrp="1"/>
          </p:cNvSpPr>
          <p:nvPr/>
        </p:nvSpPr>
        <p:spPr>
          <a:xfrm>
            <a:off x="10763250" y="2809875"/>
            <a:ext cx="9525" cy="2190750"/>
          </a:xfrm>
          <a:prstGeom prst="line">
            <a:avLst/>
          </a:prstGeom>
          <a:noFill/>
          <a:ln w="28575">
            <a:solidFill>
              <a:srgbClr val="1D70B8"/>
            </a:solidFill>
            <a:prstDash val="solid"/>
          </a:ln>
        </p:spPr>
      </p:sp>
      <p:sp>
        <p:nvSpPr>
          <p:cNvPr id="27" name="Gleichschenkliges Dreieck 26">
            <a:extLst>
              <a:ext uri="{FF2B5EF4-FFF2-40B4-BE49-F238E27FC236}">
                <a16:creationId xmlns:a16="http://schemas.microsoft.com/office/drawing/2014/main" id="{A35D5172-9D5A-4619-AD41-EEC9C9113D7A}"/>
              </a:ext>
            </a:extLst>
          </p:cNvPr>
          <p:cNvSpPr>
            <a:spLocks noGrp="1"/>
          </p:cNvSpPr>
          <p:nvPr/>
        </p:nvSpPr>
        <p:spPr>
          <a:xfrm>
            <a:off x="10696575" y="2743200"/>
            <a:ext cx="133350" cy="152400"/>
          </a:xfrm>
          <a:prstGeom prst="triangle">
            <a:avLst/>
          </a:prstGeom>
          <a:solidFill>
            <a:srgbClr val="1D70B8"/>
          </a:solidFill>
          <a:ln w="0">
            <a:solidFill>
              <a:srgbClr val="1D70B8"/>
            </a:solidFill>
          </a:ln>
        </p:spPr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B49EECF-B2B3-40B4-8455-3F055A5EEB06}"/>
              </a:ext>
            </a:extLst>
          </p:cNvPr>
          <p:cNvSpPr>
            <a:spLocks noGrp="1"/>
          </p:cNvSpPr>
          <p:nvPr/>
        </p:nvSpPr>
        <p:spPr>
          <a:xfrm>
            <a:off x="10953749" y="2800350"/>
            <a:ext cx="1283255" cy="136661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1D70B8"/>
                </a:solidFill>
                <a:latin typeface="Arial"/>
                <a:ea typeface="Arial"/>
                <a:cs typeface="Arial"/>
              </a:rPr>
              <a:t>Z+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AD6285BD-05BD-4066-9D26-23158FC70C2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8572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7778"/>
          </a:bodyPr>
          <a:lstStyle/>
          <a:p>
            <a:pPr algn="l">
              <a:defRPr sz="112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Die Höhen betreffen den Flansch ur_tool0. Der Greifer ist nicht dargestellt.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0BA30C3-6582-480D-441E-159B17C6B8A3}"/>
              </a:ext>
            </a:extLst>
          </p:cNvPr>
          <p:cNvSpPr>
            <a:spLocks noGrp="1"/>
          </p:cNvSpPr>
          <p:nvPr/>
        </p:nvSpPr>
        <p:spPr>
          <a:xfrm>
            <a:off x="10375986" y="5000625"/>
            <a:ext cx="1283255" cy="136661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D70B8"/>
                </a:solidFill>
                <a:latin typeface="Arial"/>
                <a:ea typeface="Arial"/>
                <a:cs typeface="Arial"/>
              </a:defRPr>
            </a:pPr>
            <a:r>
              <a:rPr lang="de-DE" sz="2000" dirty="0" err="1">
                <a:solidFill>
                  <a:srgbClr val="1D70B8"/>
                </a:solidFill>
                <a:latin typeface="Arial"/>
                <a:ea typeface="Arial"/>
                <a:cs typeface="Arial"/>
              </a:rPr>
              <a:t>world</a:t>
            </a:r>
            <a:endParaRPr sz="2000" b="0" dirty="0">
              <a:solidFill>
                <a:srgbClr val="1D70B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99082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DocSecurity>0</DocSecurity>
  <PresentationFormat>Breitbild</PresentationFormat>
  <Paragraphs>39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Aptos</vt:lpstr>
      <vt:lpstr>Arial</vt:lpstr>
      <vt:lpstr>ChatGPT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Tobias Unger</cp:lastModifiedBy>
  <cp:revision>1</cp:revision>
  <dcterms:created xsi:type="dcterms:W3CDTF">2026-09-24T18:53:52Z</dcterms:created>
  <dcterms:modified xsi:type="dcterms:W3CDTF">2026-09-30T13:14:07Z</dcterms:modified>
</cp:coreProperties>
</file>