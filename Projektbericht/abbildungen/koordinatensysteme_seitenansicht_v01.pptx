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1e904b3aa42ee" /><Relationship Type="http://schemas.openxmlformats.org/officeDocument/2006/relationships/extended-properties" Target="/docProps/app.xml" Id="R530542b6d6044f40" /><Relationship Type="http://schemas.openxmlformats.org/officeDocument/2006/relationships/officeDocument" Target="/ppt/presentation.xml" Id="Rf4b8e849fc2041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4b8c25bab44d0a"/>
  </p:sldMasterIdLst>
  <p:notesMasterIdLst>
    <p:notesMasterId xmlns:r="http://schemas.openxmlformats.org/officeDocument/2006/relationships" r:id="Rf5d094c086f34253"/>
  </p:notesMasterIdLst>
  <p:sldIdLst>
    <p:sldId xmlns:r="http://schemas.openxmlformats.org/officeDocument/2006/relationships" id="256" r:id="R98a619af38a24f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e637d1e8b4bc2" /><Relationship Type="http://schemas.openxmlformats.org/officeDocument/2006/relationships/slideMaster" Target="/ppt/slideMasters/slideMaster1.xml" Id="Rbb4b8c25bab44d0a" /><Relationship Type="http://schemas.openxmlformats.org/officeDocument/2006/relationships/notesMaster" Target="/ppt/notesMasters/notesMaster1.xml" Id="Rf5d094c086f34253" /><Relationship Type="http://schemas.openxmlformats.org/officeDocument/2006/relationships/presProps" Target="/ppt/presProps.xml" Id="Ra9f34192d1bf4558" /><Relationship Type="http://schemas.openxmlformats.org/officeDocument/2006/relationships/tableStyles" Target="/ppt/tableStyles.xml" Id="R3e0dc2c4ac3b4e3b" /><Relationship Type="http://schemas.openxmlformats.org/officeDocument/2006/relationships/slide" Target="/ppt/slides/slide1.xml" Id="R98a619af38a24f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a8b8ff97a41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41069a5bd74a1f" /><Relationship Type="http://schemas.openxmlformats.org/officeDocument/2006/relationships/notesMaster" Target="/ppt/notesMasters/notesMaster1.xml" Id="R35cdcd3ef900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Projektgruppe Robotertetris, Systemgraph, Architekturentscheidungen und Dokumentation der Projektanwendung, Stand 28.09.2026.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4bc7fb5ae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9829433ca74a0f" /><Relationship Type="http://schemas.openxmlformats.org/officeDocument/2006/relationships/slideLayout" Target="/ppt/slideLayouts/slideLayout1.xml" Id="Rbb5e003d6199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5e003d6199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a2334f2443a8" /><Relationship Type="http://schemas.openxmlformats.org/officeDocument/2006/relationships/notesSlide" Target="/ppt/notesSlides/notesSlide1.xml" Id="R46c1624608d947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E9545-1242-4AE4-B18B-6194563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Seitenansicht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711D5-3DC0-45B1-B349-EA90842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114925"/>
            <a:ext cx="100012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11430">
            <a:solidFill>
              <a:srgbClr val="5C67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7515B-F084-4DC6-ADB0-EBBFE02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14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7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8EACA-3234-41EF-8C2C-9A05780B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Förderbandebene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FBD56-8451-4D59-9E2F-C1D00DC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4514850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40F61-F134-433A-B6C9-AF2DD61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4143375"/>
            <a:ext cx="66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140CB-A2FD-4B94-9B9D-178CCB92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29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51642-D3E7-4429-9AFA-4368059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00">
            <a:off x="2781300" y="3286125"/>
            <a:ext cx="20002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2CBA0-A1CA-4714-A8B0-2EB92B9D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6799F-FB0E-4136-A2B1-EFDC6D60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67025"/>
            <a:ext cx="12954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DCE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03645-5CDA-4404-BBF9-64C0E47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43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3FB2-6A9A-44B2-B5F9-3E59FD7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60000">
            <a:off x="5676900" y="3019425"/>
            <a:ext cx="10477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300F9-118B-4EED-9AD1-56FC08B6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4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419F4-5D15-4786-B08A-EB856728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UR10e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97E48-230B-4ED1-8072-27F7856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D2CCE-E484-4C15-98A1-3AD6A07B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EA557-6353-49F0-AB3B-BC7254A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Ursprung `ur_tool0`</a:t>
            </a:r>
          </a:p>
          <a:p xmlns:a="http://schemas.openxmlformats.org/drawingml/2006/main"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Flansch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A2AD-4C9D-4012-99AE-90760C2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677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B85DC-9CCD-4FB3-8BEE-C2BA52CB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429000"/>
            <a:ext cx="571500" cy="7239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5FA0F-F841-48F4-9285-BBD96B9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4095750"/>
            <a:ext cx="171450" cy="6667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C5C97-0A2F-4374-8656-95F34CE0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95750"/>
            <a:ext cx="171450" cy="6667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D5FF6-EA68-4C18-B9A6-513EBFDC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Greifer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BF4A7-AE49-492C-9386-93310D4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642E0-E808-4485-83B8-1206A32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Griffpunkt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91FE4-1160-4D79-B4DA-16D769D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54BCF-4291-401F-A260-023CA491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972050"/>
            <a:ext cx="1524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FCB71-F1ED-4CCA-97B2-17FB3C7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57575"/>
            <a:ext cx="152400" cy="14763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3DD0F-EBA3-4544-8A54-AFB0908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world-Y−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8264E-ACD6-46CF-B6FB-30171DD1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38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world-Z+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20F06-1E9A-4F46-BEFE-A7AD20E6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CDB995-62B2-4D35-8482-2BA834FF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Geregelte Pose: Flansch `ur_tool0`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C25B8-52BE-4529-AAC3-F791F90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9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Der Greifer ist gegenüber dem Flansch</a:t>
            </a:r>
          </a:p>
          <a:p xmlns:a="http://schemas.openxmlformats.org/drawingml/2006/main"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mechanisch angebaut.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9F1A5-28A4-4699-BA75-CD4F5E1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81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Die Förderbewegung folgt der Achse world-Y−.</a:t>
            </a:r>
          </a:p>
        </p:txBody>
      </p:sp>
    </p:spTree>
    <p:extLst>
      <p:ext uri="{BB962C8B-B14F-4D97-AF65-F5344CB8AC3E}">
        <p14:creationId xmlns:p14="http://schemas.microsoft.com/office/powerpoint/2010/main" val="1339158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2026-09-30T14:39:30.5780000Z</dcterms:created>
  <dcterms:modified xsi:type="dcterms:W3CDTF">2026-09-30T14:39:30.5780000Z</dcterms:modified>
</coreProperties>
</file>