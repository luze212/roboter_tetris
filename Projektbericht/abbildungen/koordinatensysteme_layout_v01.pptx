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fd3cc3213f470d" /><Relationship Type="http://schemas.openxmlformats.org/officeDocument/2006/relationships/extended-properties" Target="/docProps/app.xml" Id="R2b4404a23afe45c7" /><Relationship Type="http://schemas.openxmlformats.org/officeDocument/2006/relationships/officeDocument" Target="/ppt/presentation.xml" Id="Rd796220d3a1e4f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f26beb8b14820"/>
  </p:sldMasterIdLst>
  <p:notesMasterIdLst>
    <p:notesMasterId xmlns:r="http://schemas.openxmlformats.org/officeDocument/2006/relationships" r:id="Rc0e04c42f3854276"/>
  </p:notesMasterIdLst>
  <p:sldIdLst>
    <p:sldId xmlns:r="http://schemas.openxmlformats.org/officeDocument/2006/relationships" id="256" r:id="R19015e541dcb44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c64e401d73400f" /><Relationship Type="http://schemas.openxmlformats.org/officeDocument/2006/relationships/slideMaster" Target="/ppt/slideMasters/slideMaster1.xml" Id="Rc90f26beb8b14820" /><Relationship Type="http://schemas.openxmlformats.org/officeDocument/2006/relationships/notesMaster" Target="/ppt/notesMasters/notesMaster1.xml" Id="Rc0e04c42f3854276" /><Relationship Type="http://schemas.openxmlformats.org/officeDocument/2006/relationships/presProps" Target="/ppt/presProps.xml" Id="R09c45b8ca6074dbc" /><Relationship Type="http://schemas.openxmlformats.org/officeDocument/2006/relationships/tableStyles" Target="/ppt/tableStyles.xml" Id="Rf0627d8887c041b9" /><Relationship Type="http://schemas.openxmlformats.org/officeDocument/2006/relationships/slide" Target="/ppt/slides/slide1.xml" Id="R19015e541dcb44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294a891b0349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889dff381c4831" /><Relationship Type="http://schemas.openxmlformats.org/officeDocument/2006/relationships/notesMaster" Target="/ppt/notesMasters/notesMaster1.xml" Id="R470a7bc4999149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Projektgruppe Robotertetris, Systemgraph, Architekturentscheidungen und Dokumentation der Projektanwendung, Stand 28.09.2026; Arbeitsgespräch am 30.09.2026.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d5b3e93224f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49616333194772" /><Relationship Type="http://schemas.openxmlformats.org/officeDocument/2006/relationships/slideLayout" Target="/ppt/slideLayouts/slideLayout1.xml" Id="R393eb43ad1e847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3eb43ad1e847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efef3ab8a4c6a" /><Relationship Type="http://schemas.openxmlformats.org/officeDocument/2006/relationships/notesSlide" Target="/ppt/notesSlides/notesSlide1.xml" Id="R30c14b016bb04d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974F78-6492-4C0C-A663-ADB17F35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Bezugssysteme und Greifgeometrie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CBF4E-1D9C-4D50-86E4-E03F7054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B2F5C-FF21-4E0C-80DA-C90989CC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C6770"/>
                </a:solidFill>
                <a:latin typeface="Arial"/>
                <a:ea typeface="Arial"/>
                <a:cs typeface="Arial"/>
              </a:rPr>
              <a:t>Draufsicht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B052B-4EBF-4914-AD5E-CDB1B6AC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81125"/>
            <a:ext cx="2381250" cy="3952875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5C67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DE4B2-CD3D-40E3-9B08-761D2050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23812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9525">
            <a:solidFill>
              <a:srgbClr val="5C67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55AA0-8E83-4200-AF7A-630452D8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91125"/>
            <a:ext cx="23812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9525">
            <a:solidFill>
              <a:srgbClr val="5C677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817CC-241E-407A-AA73-6B99956A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9906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Bandanfang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8B4C5-7D84-4441-9E49-834D6A4E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72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Bandende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29794-F7FB-47F3-8E15-61B7B93E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813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Förderband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BF111-41A0-492F-A681-DB3991E6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52600"/>
            <a:ext cx="247650" cy="1028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847CD-D7E4-4F20-8AAE-2E0FA88F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145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91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Bandlaufrichtung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DDB26-5EDE-41D7-8AA6-B1DFA3A4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104900"/>
            <a:ext cx="5715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BAB2E-92E9-404F-85A6-93E65D62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57275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Basiskamera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135D5-35E6-4CC5-8C0E-7D9794D0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1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0">
            <a:solidFill>
              <a:srgbClr val="147E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DF7B9-5C8C-48BF-968F-83BBE13A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81150"/>
            <a:ext cx="66675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2392A-DACD-461E-BE1A-75E9873F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685925"/>
            <a:ext cx="123825" cy="590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93A89-D1B4-479D-B5D1-260B94BF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001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X+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CA9B39-9FCE-4F82-BBB9-A53BBD51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336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Y+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1F836-B72A-49E6-9E6C-8C2D757E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2410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85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conveyor_frame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6EC161-B493-4D34-BB2A-09391966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19325"/>
            <a:ext cx="1238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632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E7351-EFAB-4CF9-B9B2-99F0AC32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0030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Ablagekiste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7BC26-97D0-4EE6-B70E-84896716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Ablageposition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6ACF24-0B0C-48AE-8E20-65944EE4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76675"/>
            <a:ext cx="1524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DCE3E6"/>
          </a:solidFill>
          <a:ln xmlns:a="http://schemas.openxmlformats.org/drawingml/2006/main" w="14288">
            <a:solidFill>
              <a:srgbClr val="26323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UR10e</a:t>
            </a:r>
          </a:p>
          <a:p xmlns:a="http://schemas.openxmlformats.org/drawingml/2006/main">
            <a:pPr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Roboterbasis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1AE5C-EAA0-4FFB-9645-B57B76BA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38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0">
            <a:solidFill>
              <a:srgbClr val="147EA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178ABB-5C8A-4B24-BD05-64A892D3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200525"/>
            <a:ext cx="809625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CF5F8A-E9D4-4AC8-B244-D5F4A532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343275"/>
            <a:ext cx="142875" cy="8191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ADC994-FE59-4485-8D98-53E9B51E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0195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X+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824A1C-7433-48E8-BB19-86CB7453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19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Y+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BF53C4-CAC1-4CDF-8C21-D161526C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19600"/>
            <a:ext cx="552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85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D430F0-88A5-4CFE-9F17-C7F8EB84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1002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`world` liegt an der</a:t>
            </a:r>
          </a:p>
          <a:p xmlns:a="http://schemas.openxmlformats.org/drawingml/2006/main"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Roboterbasis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4D6B79-4EB8-4C79-87F8-A60A1328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1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Förderbewegung: world-Y−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5A90A5-36EC-4F0A-94C8-D011076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23950"/>
            <a:ext cx="0" cy="457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B81900-A1B4-495A-ACB3-0C2B801D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66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C6770"/>
                </a:solidFill>
                <a:latin typeface="Arial"/>
                <a:ea typeface="Arial"/>
                <a:cs typeface="Arial"/>
              </a:rPr>
              <a:t>Vertikaler Bezug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99473F-3CC6-464D-B726-E0AECCA4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62500"/>
            <a:ext cx="204787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5C677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72748E-45B0-4E16-9259-D097AE6F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91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Bandebene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D0A934-FB3A-41A7-92B9-3F99970C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476500"/>
            <a:ext cx="1095375" cy="3524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6323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1D230D-779A-41AB-A6C2-56C9C924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05075"/>
            <a:ext cx="1038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9444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Flansch</a:t>
            </a:r>
          </a:p>
          <a:p xmlns:a="http://schemas.openxmlformats.org/drawingml/2006/main">
            <a:pPr>
              <a:defRPr sz="11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`ur_tool0`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941233-B82C-4142-A749-8B51F2A4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000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0">
            <a:solidFill>
              <a:srgbClr val="147EA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76EB66-DCF0-416F-B8C5-B36F52E2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Griffpunkt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37145A-3F7A-4955-A249-63F6A8CC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838450"/>
            <a:ext cx="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C6770"/>
            </a:solidFill>
            <a:prstDash val="dash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12B3BE-5D99-41F3-BD43-63596F73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19500"/>
            <a:ext cx="152400" cy="10001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2FE767-9B4E-4DB2-8226-DD93C6C8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71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world-Z+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23E8F8-B56F-4846-B3F7-8BDCD8DA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8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Geregelte Pose:</a:t>
            </a:r>
          </a:p>
          <a:p xmlns:a="http://schemas.openxmlformats.org/drawingml/2006/main"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Flansch, nicht TCP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43FAB3-11CA-435E-98C2-C052071F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`conveyor_frame` dient nur der anfänglichen Kalibrierung.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45E644-CDFA-45D9-A4C0-53C2F522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286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Entwurf für den Projektbericht</a:t>
            </a:r>
          </a:p>
        </p:txBody>
      </p:sp>
    </p:spTree>
    <p:extLst>
      <p:ext uri="{BB962C8B-B14F-4D97-AF65-F5344CB8AC3E}">
        <p14:creationId xmlns:p14="http://schemas.microsoft.com/office/powerpoint/2010/main" val="1354339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2026-09-30T13:56:25.6860000Z</dcterms:created>
  <dcterms:modified xsi:type="dcterms:W3CDTF">2026-09-30T13:56:25.6860000Z</dcterms:modified>
</coreProperties>
</file>