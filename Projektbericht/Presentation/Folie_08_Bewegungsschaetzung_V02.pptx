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firstSlideNum="8">
  <p:sldMasterIdLst>
    <p:sldMasterId id="2147483823" r:id="rId1"/>
    <p:sldMasterId id="2147483826" r:id="rId2"/>
    <p:sldMasterId id="2147483841" r:id="rId3"/>
  </p:sldMasterIdLst>
  <p:notesMasterIdLst>
    <p:notesMasterId r:id="rId18"/>
  </p:notesMasterIdLst>
  <p:handoutMasterIdLst>
    <p:handoutMasterId r:id="rId19"/>
  </p:handoutMasterIdLst>
  <p:sldIdLst>
    <p:sldId id="508" r:id="rIdSingleSlide"/>
  </p:sldIdLst>
  <p:sldSz cx="12192000" cy="6858000"/>
  <p:notesSz cx="6858000" cy="9144000"/>
  <p:embeddedFontLst>
    <p:embeddedFont>
      <p:font typeface="Calibri Bold" panose="020F0702030404030204" pitchFamily="34" charset="0"/>
      <p:bold r:id="rId20"/>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FF7E29"/>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3625" autoAdjust="0"/>
  </p:normalViewPr>
  <p:slideViewPr>
    <p:cSldViewPr snapToGrid="0">
      <p:cViewPr>
        <p:scale>
          <a:sx n="100" d="100"/>
          <a:sy n="100" d="100"/>
        </p:scale>
        <p:origin x="592" y="48"/>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presProps" Target="presProps.xml"/><Relationship Id="rId25" Type="http://schemas.microsoft.com/office/2016/11/relationships/changesInfo" Target="changesInfos/changesInfo1.xml"/><Relationship Id="rId2" Type="http://schemas.openxmlformats.org/officeDocument/2006/relationships/slideMaster" Target="slideMasters/slideMaster2.xml"/><Relationship Id="rId20" Type="http://schemas.openxmlformats.org/officeDocument/2006/relationships/font" Target="fonts/font1.fntdata"/><Relationship Id="rId1" Type="http://schemas.openxmlformats.org/officeDocument/2006/relationships/slideMaster" Target="slideMasters/slideMaster1.xml"/><Relationship Id="rId24" Type="http://schemas.openxmlformats.org/officeDocument/2006/relationships/tableStyles" Target="tableStyles.xml"/><Relationship Id="rId23" Type="http://schemas.openxmlformats.org/officeDocument/2006/relationships/theme" Target="theme/theme1.xml"/><Relationship Id="rId19" Type="http://schemas.openxmlformats.org/officeDocument/2006/relationships/handoutMaster" Target="handoutMasters/handoutMaster1.xml"/><Relationship Id="rId22" Type="http://schemas.openxmlformats.org/officeDocument/2006/relationships/viewProps" Target="viewProps.xml"/><Relationship Id="rIdSingleSlide"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redo custSel addSld delSld modSld sldOrd modMainMaster">
      <pc:chgData name="Tobias Unger" userId="0a5458e38b5f4a0f" providerId="LiveId" clId="{5C6CAE59-BAC7-4E9C-B1A6-AA8C1CFC41BD}" dt="2026-10-02T16:32:16.228" v="1499" actId="403"/>
      <pc:docMkLst>
        <pc:docMk/>
      </pc:docMkLst>
      <pc:sldChg chg="del">
        <pc:chgData name="Tobias Unger" userId="0a5458e38b5f4a0f" providerId="LiveId" clId="{5C6CAE59-BAC7-4E9C-B1A6-AA8C1CFC41BD}" dt="2026-10-02T09:51:23.201" v="11" actId="47"/>
        <pc:sldMkLst>
          <pc:docMk/>
          <pc:sldMk cId="4064054551" sldId="257"/>
        </pc:sldMkLst>
      </pc:sldChg>
      <pc:sldChg chg="del">
        <pc:chgData name="Tobias Unger" userId="0a5458e38b5f4a0f" providerId="LiveId" clId="{5C6CAE59-BAC7-4E9C-B1A6-AA8C1CFC41BD}" dt="2026-10-02T09:51:26.192" v="16" actId="47"/>
        <pc:sldMkLst>
          <pc:docMk/>
          <pc:sldMk cId="776697194" sldId="258"/>
        </pc:sldMkLst>
      </pc:sldChg>
      <pc:sldChg chg="del">
        <pc:chgData name="Tobias Unger" userId="0a5458e38b5f4a0f" providerId="LiveId" clId="{5C6CAE59-BAC7-4E9C-B1A6-AA8C1CFC41BD}" dt="2026-10-02T09:51:23.685" v="12" actId="47"/>
        <pc:sldMkLst>
          <pc:docMk/>
          <pc:sldMk cId="2547372177" sldId="259"/>
        </pc:sldMkLst>
      </pc:sldChg>
      <pc:sldChg chg="del">
        <pc:chgData name="Tobias Unger" userId="0a5458e38b5f4a0f" providerId="LiveId" clId="{5C6CAE59-BAC7-4E9C-B1A6-AA8C1CFC41BD}" dt="2026-10-02T09:51:24.787" v="14" actId="47"/>
        <pc:sldMkLst>
          <pc:docMk/>
          <pc:sldMk cId="4130864484" sldId="261"/>
        </pc:sldMkLst>
      </pc:sldChg>
      <pc:sldChg chg="del">
        <pc:chgData name="Tobias Unger" userId="0a5458e38b5f4a0f" providerId="LiveId" clId="{5C6CAE59-BAC7-4E9C-B1A6-AA8C1CFC41BD}" dt="2026-10-02T09:51:24.178" v="13" actId="47"/>
        <pc:sldMkLst>
          <pc:docMk/>
          <pc:sldMk cId="1654567552" sldId="262"/>
        </pc:sldMkLst>
      </pc:sldChg>
      <pc:sldChg chg="del">
        <pc:chgData name="Tobias Unger" userId="0a5458e38b5f4a0f" providerId="LiveId" clId="{5C6CAE59-BAC7-4E9C-B1A6-AA8C1CFC41BD}" dt="2026-10-02T09:51:25.296" v="15" actId="47"/>
        <pc:sldMkLst>
          <pc:docMk/>
          <pc:sldMk cId="1081979601" sldId="263"/>
        </pc:sldMkLst>
      </pc:sldChg>
      <pc:sldChg chg="del">
        <pc:chgData name="Tobias Unger" userId="0a5458e38b5f4a0f" providerId="LiveId" clId="{5C6CAE59-BAC7-4E9C-B1A6-AA8C1CFC41BD}" dt="2026-10-02T09:51:26.772" v="17" actId="47"/>
        <pc:sldMkLst>
          <pc:docMk/>
          <pc:sldMk cId="262804524" sldId="264"/>
        </pc:sldMkLst>
      </pc:sldChg>
      <pc:sldChg chg="modSp mod modNotesTx">
        <pc:chgData name="Tobias Unger" userId="0a5458e38b5f4a0f" providerId="LiveId" clId="{5C6CAE59-BAC7-4E9C-B1A6-AA8C1CFC41BD}" dt="2026-10-02T10:11:51.110" v="219" actId="20577"/>
        <pc:sldMkLst>
          <pc:docMk/>
          <pc:sldMk cId="1507760600" sldId="283"/>
        </pc:sldMkLst>
        <pc:spChg chg="mod">
          <ac:chgData name="Tobias Unger" userId="0a5458e38b5f4a0f" providerId="LiveId" clId="{5C6CAE59-BAC7-4E9C-B1A6-AA8C1CFC41BD}" dt="2026-10-02T10:11:51.110" v="219" actId="20577"/>
          <ac:spMkLst>
            <pc:docMk/>
            <pc:sldMk cId="1507760600" sldId="283"/>
            <ac:spMk id="2" creationId="{CD85A63D-333E-6514-BF40-3AB9B57780BE}"/>
          </ac:spMkLst>
        </pc:spChg>
      </pc:sldChg>
      <pc:sldChg chg="addSp delSp modSp add del mod">
        <pc:chgData name="Tobias Unger" userId="0a5458e38b5f4a0f" providerId="LiveId" clId="{5C6CAE59-BAC7-4E9C-B1A6-AA8C1CFC41BD}" dt="2026-10-02T14:53:39.538" v="453" actId="47"/>
        <pc:sldMkLst>
          <pc:docMk/>
          <pc:sldMk cId="3959822671" sldId="283"/>
        </pc:sldMkLst>
        <pc:spChg chg="mod">
          <ac:chgData name="Tobias Unger" userId="0a5458e38b5f4a0f" providerId="LiveId" clId="{5C6CAE59-BAC7-4E9C-B1A6-AA8C1CFC41BD}" dt="2026-10-02T14:51:12.046" v="435" actId="14100"/>
          <ac:spMkLst>
            <pc:docMk/>
            <pc:sldMk cId="3959822671" sldId="283"/>
            <ac:spMk id="2" creationId="{CD85A63D-333E-6514-BF40-3AB9B57780BE}"/>
          </ac:spMkLst>
        </pc:spChg>
        <pc:spChg chg="del mod">
          <ac:chgData name="Tobias Unger" userId="0a5458e38b5f4a0f" providerId="LiveId" clId="{5C6CAE59-BAC7-4E9C-B1A6-AA8C1CFC41BD}" dt="2026-10-02T12:29:01.353" v="228" actId="478"/>
          <ac:spMkLst>
            <pc:docMk/>
            <pc:sldMk cId="3959822671" sldId="283"/>
            <ac:spMk id="3" creationId="{032C1DEA-9068-FDCF-462E-AFB5B730C995}"/>
          </ac:spMkLst>
        </pc:spChg>
        <pc:spChg chg="add del">
          <ac:chgData name="Tobias Unger" userId="0a5458e38b5f4a0f" providerId="LiveId" clId="{5C6CAE59-BAC7-4E9C-B1A6-AA8C1CFC41BD}" dt="2026-10-02T12:28:56.556" v="226" actId="22"/>
          <ac:spMkLst>
            <pc:docMk/>
            <pc:sldMk cId="3959822671" sldId="283"/>
            <ac:spMk id="7" creationId="{56E5A914-1972-1E64-4451-91CF336C4128}"/>
          </ac:spMkLst>
        </pc:spChg>
        <pc:spChg chg="add del">
          <ac:chgData name="Tobias Unger" userId="0a5458e38b5f4a0f" providerId="LiveId" clId="{5C6CAE59-BAC7-4E9C-B1A6-AA8C1CFC41BD}" dt="2026-10-02T12:28:56.556" v="226" actId="22"/>
          <ac:spMkLst>
            <pc:docMk/>
            <pc:sldMk cId="3959822671" sldId="283"/>
            <ac:spMk id="9" creationId="{05795172-42C9-0BCE-538A-CB8408EF240A}"/>
          </ac:spMkLst>
        </pc:spChg>
        <pc:spChg chg="add mod">
          <ac:chgData name="Tobias Unger" userId="0a5458e38b5f4a0f" providerId="LiveId" clId="{5C6CAE59-BAC7-4E9C-B1A6-AA8C1CFC41BD}" dt="2026-10-02T12:29:04.764" v="241" actId="1035"/>
          <ac:spMkLst>
            <pc:docMk/>
            <pc:sldMk cId="3959822671" sldId="283"/>
            <ac:spMk id="11" creationId="{E510FF0E-141A-DB3C-4CAF-3C7A9544F1EA}"/>
          </ac:spMkLst>
        </pc:spChg>
        <pc:spChg chg="add mod">
          <ac:chgData name="Tobias Unger" userId="0a5458e38b5f4a0f" providerId="LiveId" clId="{5C6CAE59-BAC7-4E9C-B1A6-AA8C1CFC41BD}" dt="2026-10-02T12:29:04.764" v="241" actId="1035"/>
          <ac:spMkLst>
            <pc:docMk/>
            <pc:sldMk cId="3959822671" sldId="283"/>
            <ac:spMk id="13" creationId="{47CF21F4-A74A-A3A7-56EC-A9EABE35AEBE}"/>
          </ac:spMkLst>
        </pc:spChg>
        <pc:picChg chg="add mod modCrop">
          <ac:chgData name="Tobias Unger" userId="0a5458e38b5f4a0f" providerId="LiveId" clId="{5C6CAE59-BAC7-4E9C-B1A6-AA8C1CFC41BD}" dt="2026-10-02T14:48:39.895" v="369" actId="14100"/>
          <ac:picMkLst>
            <pc:docMk/>
            <pc:sldMk cId="3959822671" sldId="283"/>
            <ac:picMk id="6" creationId="{F885DB37-4A85-F17D-A7BE-975F7841FB38}"/>
          </ac:picMkLst>
        </pc:picChg>
      </pc:sldChg>
      <pc:sldChg chg="add ord">
        <pc:chgData name="Tobias Unger" userId="0a5458e38b5f4a0f" providerId="LiveId" clId="{5C6CAE59-BAC7-4E9C-B1A6-AA8C1CFC41BD}" dt="2026-10-02T12:30:38.985" v="286"/>
        <pc:sldMkLst>
          <pc:docMk/>
          <pc:sldMk cId="2471770557" sldId="284"/>
        </pc:sldMkLst>
      </pc:sldChg>
      <pc:sldChg chg="del">
        <pc:chgData name="Tobias Unger" userId="0a5458e38b5f4a0f" providerId="LiveId" clId="{5C6CAE59-BAC7-4E9C-B1A6-AA8C1CFC41BD}" dt="2026-10-02T09:51:10.158" v="0" actId="47"/>
        <pc:sldMkLst>
          <pc:docMk/>
          <pc:sldMk cId="2705658137" sldId="285"/>
        </pc:sldMkLst>
      </pc:sldChg>
      <pc:sldChg chg="del">
        <pc:chgData name="Tobias Unger" userId="0a5458e38b5f4a0f" providerId="LiveId" clId="{5C6CAE59-BAC7-4E9C-B1A6-AA8C1CFC41BD}" dt="2026-10-02T09:51:10.612" v="1" actId="47"/>
        <pc:sldMkLst>
          <pc:docMk/>
          <pc:sldMk cId="2320437464" sldId="286"/>
        </pc:sldMkLst>
      </pc:sldChg>
      <pc:sldChg chg="addSp delSp modSp mod modNotesTx">
        <pc:chgData name="Tobias Unger" userId="0a5458e38b5f4a0f" providerId="LiveId" clId="{5C6CAE59-BAC7-4E9C-B1A6-AA8C1CFC41BD}" dt="2026-10-02T10:10:30.498" v="208" actId="732"/>
        <pc:sldMkLst>
          <pc:docMk/>
          <pc:sldMk cId="1106493487" sldId="287"/>
        </pc:sldMkLst>
        <pc:spChg chg="del">
          <ac:chgData name="Tobias Unger" userId="0a5458e38b5f4a0f" providerId="LiveId" clId="{5C6CAE59-BAC7-4E9C-B1A6-AA8C1CFC41BD}" dt="2026-10-02T10:04:29.514" v="39" actId="478"/>
          <ac:spMkLst>
            <pc:docMk/>
            <pc:sldMk cId="1106493487" sldId="287"/>
            <ac:spMk id="2" creationId="{92AB0512-8960-8919-E57C-28ABD78254AD}"/>
          </ac:spMkLst>
        </pc:spChg>
        <pc:spChg chg="mod">
          <ac:chgData name="Tobias Unger" userId="0a5458e38b5f4a0f" providerId="LiveId" clId="{5C6CAE59-BAC7-4E9C-B1A6-AA8C1CFC41BD}" dt="2026-10-02T10:09:56.809" v="203" actId="20577"/>
          <ac:spMkLst>
            <pc:docMk/>
            <pc:sldMk cId="1106493487" sldId="287"/>
            <ac:spMk id="4" creationId="{E0FFCA09-E868-9414-C3D5-52C11A450128}"/>
          </ac:spMkLst>
        </pc:spChg>
        <pc:picChg chg="add mod modCrop">
          <ac:chgData name="Tobias Unger" userId="0a5458e38b5f4a0f" providerId="LiveId" clId="{5C6CAE59-BAC7-4E9C-B1A6-AA8C1CFC41BD}" dt="2026-10-02T10:10:30.498" v="208" actId="732"/>
          <ac:picMkLst>
            <pc:docMk/>
            <pc:sldMk cId="1106493487" sldId="287"/>
            <ac:picMk id="8" creationId="{3CF03F9A-F67E-9F69-BD76-4B3981425054}"/>
          </ac:picMkLst>
        </pc:picChg>
        <pc:picChg chg="del">
          <ac:chgData name="Tobias Unger" userId="0a5458e38b5f4a0f" providerId="LiveId" clId="{5C6CAE59-BAC7-4E9C-B1A6-AA8C1CFC41BD}" dt="2026-10-02T10:04:06.355" v="18" actId="478"/>
          <ac:picMkLst>
            <pc:docMk/>
            <pc:sldMk cId="1106493487" sldId="287"/>
            <ac:picMk id="11" creationId="{402FCDD3-F931-CA83-9606-42AB528288E8}"/>
          </ac:picMkLst>
        </pc:picChg>
      </pc:sldChg>
      <pc:sldChg chg="new del">
        <pc:chgData name="Tobias Unger" userId="0a5458e38b5f4a0f" providerId="LiveId" clId="{5C6CAE59-BAC7-4E9C-B1A6-AA8C1CFC41BD}" dt="2026-10-02T10:10:01.624" v="205" actId="47"/>
        <pc:sldMkLst>
          <pc:docMk/>
          <pc:sldMk cId="1030919349" sldId="288"/>
        </pc:sldMkLst>
      </pc:sldChg>
      <pc:sldChg chg="del">
        <pc:chgData name="Tobias Unger" userId="0a5458e38b5f4a0f" providerId="LiveId" clId="{5C6CAE59-BAC7-4E9C-B1A6-AA8C1CFC41BD}" dt="2026-10-02T09:51:12.937" v="2" actId="47"/>
        <pc:sldMkLst>
          <pc:docMk/>
          <pc:sldMk cId="2330328085" sldId="288"/>
        </pc:sldMkLst>
      </pc:sldChg>
      <pc:sldChg chg="del">
        <pc:chgData name="Tobias Unger" userId="0a5458e38b5f4a0f" providerId="LiveId" clId="{5C6CAE59-BAC7-4E9C-B1A6-AA8C1CFC41BD}" dt="2026-10-02T09:51:16.276" v="3" actId="47"/>
        <pc:sldMkLst>
          <pc:docMk/>
          <pc:sldMk cId="1861167432" sldId="289"/>
        </pc:sldMkLst>
      </pc:sldChg>
      <pc:sldChg chg="del">
        <pc:chgData name="Tobias Unger" userId="0a5458e38b5f4a0f" providerId="LiveId" clId="{5C6CAE59-BAC7-4E9C-B1A6-AA8C1CFC41BD}" dt="2026-10-02T09:51:17.442" v="6" actId="47"/>
        <pc:sldMkLst>
          <pc:docMk/>
          <pc:sldMk cId="469138483" sldId="290"/>
        </pc:sldMkLst>
      </pc:sldChg>
      <pc:sldChg chg="del">
        <pc:chgData name="Tobias Unger" userId="0a5458e38b5f4a0f" providerId="LiveId" clId="{5C6CAE59-BAC7-4E9C-B1A6-AA8C1CFC41BD}" dt="2026-10-02T09:51:20.002" v="10" actId="47"/>
        <pc:sldMkLst>
          <pc:docMk/>
          <pc:sldMk cId="842808788" sldId="291"/>
        </pc:sldMkLst>
      </pc:sldChg>
      <pc:sldChg chg="del">
        <pc:chgData name="Tobias Unger" userId="0a5458e38b5f4a0f" providerId="LiveId" clId="{5C6CAE59-BAC7-4E9C-B1A6-AA8C1CFC41BD}" dt="2026-10-02T09:51:16.626" v="4" actId="47"/>
        <pc:sldMkLst>
          <pc:docMk/>
          <pc:sldMk cId="3053518870" sldId="292"/>
        </pc:sldMkLst>
      </pc:sldChg>
      <pc:sldChg chg="del">
        <pc:chgData name="Tobias Unger" userId="0a5458e38b5f4a0f" providerId="LiveId" clId="{5C6CAE59-BAC7-4E9C-B1A6-AA8C1CFC41BD}" dt="2026-10-02T09:51:17.052" v="5" actId="47"/>
        <pc:sldMkLst>
          <pc:docMk/>
          <pc:sldMk cId="3433869764" sldId="293"/>
        </pc:sldMkLst>
      </pc:sldChg>
      <pc:sldChg chg="del">
        <pc:chgData name="Tobias Unger" userId="0a5458e38b5f4a0f" providerId="LiveId" clId="{5C6CAE59-BAC7-4E9C-B1A6-AA8C1CFC41BD}" dt="2026-10-02T09:51:18.303" v="9" actId="47"/>
        <pc:sldMkLst>
          <pc:docMk/>
          <pc:sldMk cId="3407056978" sldId="294"/>
        </pc:sldMkLst>
      </pc:sldChg>
      <pc:sldChg chg="del">
        <pc:chgData name="Tobias Unger" userId="0a5458e38b5f4a0f" providerId="LiveId" clId="{5C6CAE59-BAC7-4E9C-B1A6-AA8C1CFC41BD}" dt="2026-10-02T09:51:17.754" v="7" actId="47"/>
        <pc:sldMkLst>
          <pc:docMk/>
          <pc:sldMk cId="3290981332" sldId="295"/>
        </pc:sldMkLst>
      </pc:sldChg>
      <pc:sldChg chg="del">
        <pc:chgData name="Tobias Unger" userId="0a5458e38b5f4a0f" providerId="LiveId" clId="{5C6CAE59-BAC7-4E9C-B1A6-AA8C1CFC41BD}" dt="2026-10-02T09:51:18.017" v="8" actId="47"/>
        <pc:sldMkLst>
          <pc:docMk/>
          <pc:sldMk cId="4125639930" sldId="296"/>
        </pc:sldMkLst>
      </pc:sldChg>
      <pc:sldChg chg="del">
        <pc:chgData name="Tobias Unger" userId="0a5458e38b5f4a0f" providerId="LiveId" clId="{5C6CAE59-BAC7-4E9C-B1A6-AA8C1CFC41BD}" dt="2026-10-02T14:55:07.648" v="457" actId="47"/>
        <pc:sldMkLst>
          <pc:docMk/>
          <pc:sldMk cId="1507760600" sldId="501"/>
        </pc:sldMkLst>
      </pc:sldChg>
      <pc:sldChg chg="delSp modSp mod">
        <pc:chgData name="Tobias Unger" userId="0a5458e38b5f4a0f" providerId="LiveId" clId="{5C6CAE59-BAC7-4E9C-B1A6-AA8C1CFC41BD}" dt="2026-10-02T15:39:53.673" v="499" actId="20577"/>
        <pc:sldMkLst>
          <pc:docMk/>
          <pc:sldMk cId="1106493487" sldId="502"/>
        </pc:sldMkLst>
        <pc:spChg chg="mod">
          <ac:chgData name="Tobias Unger" userId="0a5458e38b5f4a0f" providerId="LiveId" clId="{5C6CAE59-BAC7-4E9C-B1A6-AA8C1CFC41BD}" dt="2026-10-02T15:39:53.673" v="499" actId="20577"/>
          <ac:spMkLst>
            <pc:docMk/>
            <pc:sldMk cId="1106493487" sldId="502"/>
            <ac:spMk id="1004" creationId="{808922D0-6143-4374-A754-175AF22DCFBD}"/>
          </ac:spMkLst>
        </pc:spChg>
        <pc:spChg chg="mod">
          <ac:chgData name="Tobias Unger" userId="0a5458e38b5f4a0f" providerId="LiveId" clId="{5C6CAE59-BAC7-4E9C-B1A6-AA8C1CFC41BD}" dt="2026-10-02T15:37:49.267" v="482" actId="20577"/>
          <ac:spMkLst>
            <pc:docMk/>
            <pc:sldMk cId="1106493487" sldId="502"/>
            <ac:spMk id="1006" creationId="{01353B30-97F6-4963-B45B-DC86A6F2DEA7}"/>
          </ac:spMkLst>
        </pc:spChg>
        <pc:spChg chg="del">
          <ac:chgData name="Tobias Unger" userId="0a5458e38b5f4a0f" providerId="LiveId" clId="{5C6CAE59-BAC7-4E9C-B1A6-AA8C1CFC41BD}" dt="2026-10-02T15:39:27.941" v="483" actId="478"/>
          <ac:spMkLst>
            <pc:docMk/>
            <pc:sldMk cId="1106493487" sldId="502"/>
            <ac:spMk id="1009" creationId="{0ACE4B2F-0CD0-4108-B3E3-9CCB4C2D0FC9}"/>
          </ac:spMkLst>
        </pc:spChg>
        <pc:spChg chg="del">
          <ac:chgData name="Tobias Unger" userId="0a5458e38b5f4a0f" providerId="LiveId" clId="{5C6CAE59-BAC7-4E9C-B1A6-AA8C1CFC41BD}" dt="2026-10-02T15:39:27.941" v="483" actId="478"/>
          <ac:spMkLst>
            <pc:docMk/>
            <pc:sldMk cId="1106493487" sldId="502"/>
            <ac:spMk id="1010" creationId="{FAEAA48E-8A90-4F86-B239-5766FB090C16}"/>
          </ac:spMkLst>
        </pc:spChg>
        <pc:spChg chg="del">
          <ac:chgData name="Tobias Unger" userId="0a5458e38b5f4a0f" providerId="LiveId" clId="{5C6CAE59-BAC7-4E9C-B1A6-AA8C1CFC41BD}" dt="2026-10-02T15:39:27.941" v="483" actId="478"/>
          <ac:spMkLst>
            <pc:docMk/>
            <pc:sldMk cId="1106493487" sldId="502"/>
            <ac:spMk id="1011" creationId="{717FFB99-0D0E-4E2A-A1DA-78A9B80B2F80}"/>
          </ac:spMkLst>
        </pc:spChg>
        <pc:spChg chg="del">
          <ac:chgData name="Tobias Unger" userId="0a5458e38b5f4a0f" providerId="LiveId" clId="{5C6CAE59-BAC7-4E9C-B1A6-AA8C1CFC41BD}" dt="2026-10-02T15:39:27.941" v="483" actId="478"/>
          <ac:spMkLst>
            <pc:docMk/>
            <pc:sldMk cId="1106493487" sldId="502"/>
            <ac:spMk id="1012" creationId="{900F2CCF-C32B-4CD4-9A70-E318A53D7CC2}"/>
          </ac:spMkLst>
        </pc:spChg>
      </pc:sldChg>
      <pc:sldChg chg="modSp mod">
        <pc:chgData name="Tobias Unger" userId="0a5458e38b5f4a0f" providerId="LiveId" clId="{5C6CAE59-BAC7-4E9C-B1A6-AA8C1CFC41BD}" dt="2026-10-02T15:42:14.247" v="652" actId="20577"/>
        <pc:sldMkLst>
          <pc:docMk/>
          <pc:sldMk cId="1106493487" sldId="504"/>
        </pc:sldMkLst>
        <pc:spChg chg="mod">
          <ac:chgData name="Tobias Unger" userId="0a5458e38b5f4a0f" providerId="LiveId" clId="{5C6CAE59-BAC7-4E9C-B1A6-AA8C1CFC41BD}" dt="2026-10-02T15:42:14.247" v="652" actId="20577"/>
          <ac:spMkLst>
            <pc:docMk/>
            <pc:sldMk cId="1106493487" sldId="504"/>
            <ac:spMk id="1009" creationId="{3A06F77F-D7E6-4E6C-BE2E-0157D1A876A8}"/>
          </ac:spMkLst>
        </pc:spChg>
      </pc:sldChg>
      <pc:sldChg chg="modSp mod">
        <pc:chgData name="Tobias Unger" userId="0a5458e38b5f4a0f" providerId="LiveId" clId="{5C6CAE59-BAC7-4E9C-B1A6-AA8C1CFC41BD}" dt="2026-10-02T15:42:07.274" v="650" actId="6549"/>
        <pc:sldMkLst>
          <pc:docMk/>
          <pc:sldMk cId="1106493487" sldId="505"/>
        </pc:sldMkLst>
        <pc:spChg chg="mod">
          <ac:chgData name="Tobias Unger" userId="0a5458e38b5f4a0f" providerId="LiveId" clId="{5C6CAE59-BAC7-4E9C-B1A6-AA8C1CFC41BD}" dt="2026-10-02T15:42:07.274" v="650" actId="6549"/>
          <ac:spMkLst>
            <pc:docMk/>
            <pc:sldMk cId="1106493487" sldId="505"/>
            <ac:spMk id="1009" creationId="{439011C0-6FFA-49B6-8A8F-8FBE4050D675}"/>
          </ac:spMkLst>
        </pc:spChg>
      </pc:sldChg>
      <pc:sldChg chg="del">
        <pc:chgData name="Tobias Unger" userId="0a5458e38b5f4a0f" providerId="LiveId" clId="{5C6CAE59-BAC7-4E9C-B1A6-AA8C1CFC41BD}" dt="2026-10-02T16:30:20.938" v="1441" actId="47"/>
        <pc:sldMkLst>
          <pc:docMk/>
          <pc:sldMk cId="1106493487" sldId="506"/>
        </pc:sldMkLst>
      </pc:sldChg>
      <pc:sldChg chg="addSp modSp mod">
        <pc:chgData name="Tobias Unger" userId="0a5458e38b5f4a0f" providerId="LiveId" clId="{5C6CAE59-BAC7-4E9C-B1A6-AA8C1CFC41BD}" dt="2026-10-02T16:32:16.228" v="1499" actId="403"/>
        <pc:sldMkLst>
          <pc:docMk/>
          <pc:sldMk cId="1106493487" sldId="508"/>
        </pc:sldMkLst>
        <pc:spChg chg="add mod">
          <ac:chgData name="Tobias Unger" userId="0a5458e38b5f4a0f" providerId="LiveId" clId="{5C6CAE59-BAC7-4E9C-B1A6-AA8C1CFC41BD}" dt="2026-10-02T16:32:16.228" v="1499" actId="403"/>
          <ac:spMkLst>
            <pc:docMk/>
            <pc:sldMk cId="1106493487" sldId="508"/>
            <ac:spMk id="2" creationId="{384F2686-59C2-44F5-AD55-620C9C339C2D}"/>
          </ac:spMkLst>
        </pc:spChg>
        <pc:spChg chg="mod">
          <ac:chgData name="Tobias Unger" userId="0a5458e38b5f4a0f" providerId="LiveId" clId="{5C6CAE59-BAC7-4E9C-B1A6-AA8C1CFC41BD}" dt="2026-10-02T15:44:27.112" v="655" actId="20577"/>
          <ac:spMkLst>
            <pc:docMk/>
            <pc:sldMk cId="1106493487" sldId="508"/>
            <ac:spMk id="1009" creationId="{4FEEADA6-D95A-4E58-95C3-E9EA50A20404}"/>
          </ac:spMkLst>
        </pc:spChg>
        <pc:spChg chg="mod">
          <ac:chgData name="Tobias Unger" userId="0a5458e38b5f4a0f" providerId="LiveId" clId="{5C6CAE59-BAC7-4E9C-B1A6-AA8C1CFC41BD}" dt="2026-10-02T15:44:25.818" v="654" actId="20577"/>
          <ac:spMkLst>
            <pc:docMk/>
            <pc:sldMk cId="1106493487" sldId="508"/>
            <ac:spMk id="1010" creationId="{3D417465-D6A9-49FE-8464-60E23D2B7111}"/>
          </ac:spMkLst>
        </pc:spChg>
        <pc:spChg chg="mod">
          <ac:chgData name="Tobias Unger" userId="0a5458e38b5f4a0f" providerId="LiveId" clId="{5C6CAE59-BAC7-4E9C-B1A6-AA8C1CFC41BD}" dt="2026-10-02T15:44:21.991" v="653" actId="20577"/>
          <ac:spMkLst>
            <pc:docMk/>
            <pc:sldMk cId="1106493487" sldId="508"/>
            <ac:spMk id="1012" creationId="{F3FA78FB-D3D8-4906-B1CF-BF989B6610E2}"/>
          </ac:spMkLst>
        </pc:spChg>
      </pc:sldChg>
      <pc:sldChg chg="addSp delSp modSp mod">
        <pc:chgData name="Tobias Unger" userId="0a5458e38b5f4a0f" providerId="LiveId" clId="{5C6CAE59-BAC7-4E9C-B1A6-AA8C1CFC41BD}" dt="2026-10-02T16:31:50.802" v="1476" actId="208"/>
        <pc:sldMkLst>
          <pc:docMk/>
          <pc:sldMk cId="1106493487" sldId="509"/>
        </pc:sldMkLst>
        <pc:spChg chg="add del mod">
          <ac:chgData name="Tobias Unger" userId="0a5458e38b5f4a0f" providerId="LiveId" clId="{5C6CAE59-BAC7-4E9C-B1A6-AA8C1CFC41BD}" dt="2026-10-02T16:03:30.432" v="1160" actId="21"/>
          <ac:spMkLst>
            <pc:docMk/>
            <pc:sldMk cId="1106493487" sldId="509"/>
            <ac:spMk id="3" creationId="{1D26E673-0DAA-9B1A-31F4-6B0AE914A972}"/>
          </ac:spMkLst>
        </pc:spChg>
        <pc:spChg chg="add del mod">
          <ac:chgData name="Tobias Unger" userId="0a5458e38b5f4a0f" providerId="LiveId" clId="{5C6CAE59-BAC7-4E9C-B1A6-AA8C1CFC41BD}" dt="2026-10-02T16:03:30.432" v="1160" actId="21"/>
          <ac:spMkLst>
            <pc:docMk/>
            <pc:sldMk cId="1106493487" sldId="509"/>
            <ac:spMk id="8" creationId="{AE61F004-734C-3F42-47FC-23491E07981D}"/>
          </ac:spMkLst>
        </pc:spChg>
        <pc:spChg chg="add del mod">
          <ac:chgData name="Tobias Unger" userId="0a5458e38b5f4a0f" providerId="LiveId" clId="{5C6CAE59-BAC7-4E9C-B1A6-AA8C1CFC41BD}" dt="2026-10-02T16:03:30.432" v="1160" actId="21"/>
          <ac:spMkLst>
            <pc:docMk/>
            <pc:sldMk cId="1106493487" sldId="509"/>
            <ac:spMk id="10" creationId="{83AF94D2-C1D0-F12D-684C-D0881F878201}"/>
          </ac:spMkLst>
        </pc:spChg>
        <pc:spChg chg="add del mod">
          <ac:chgData name="Tobias Unger" userId="0a5458e38b5f4a0f" providerId="LiveId" clId="{5C6CAE59-BAC7-4E9C-B1A6-AA8C1CFC41BD}" dt="2026-10-02T16:03:30.432" v="1160" actId="21"/>
          <ac:spMkLst>
            <pc:docMk/>
            <pc:sldMk cId="1106493487" sldId="509"/>
            <ac:spMk id="12" creationId="{044C81BB-3E2F-DDA0-2BF2-C9EC2455DA0B}"/>
          </ac:spMkLst>
        </pc:spChg>
        <pc:spChg chg="add del mod">
          <ac:chgData name="Tobias Unger" userId="0a5458e38b5f4a0f" providerId="LiveId" clId="{5C6CAE59-BAC7-4E9C-B1A6-AA8C1CFC41BD}" dt="2026-10-02T16:03:30.432" v="1160" actId="21"/>
          <ac:spMkLst>
            <pc:docMk/>
            <pc:sldMk cId="1106493487" sldId="509"/>
            <ac:spMk id="14" creationId="{04CD089E-CB92-65EF-D72C-E2BC2575D589}"/>
          </ac:spMkLst>
        </pc:spChg>
        <pc:spChg chg="add del mod">
          <ac:chgData name="Tobias Unger" userId="0a5458e38b5f4a0f" providerId="LiveId" clId="{5C6CAE59-BAC7-4E9C-B1A6-AA8C1CFC41BD}" dt="2026-10-02T16:03:30.432" v="1160" actId="21"/>
          <ac:spMkLst>
            <pc:docMk/>
            <pc:sldMk cId="1106493487" sldId="509"/>
            <ac:spMk id="16" creationId="{97847FE9-9276-2768-9A9F-04EDA5EA0943}"/>
          </ac:spMkLst>
        </pc:spChg>
        <pc:spChg chg="add del mod">
          <ac:chgData name="Tobias Unger" userId="0a5458e38b5f4a0f" providerId="LiveId" clId="{5C6CAE59-BAC7-4E9C-B1A6-AA8C1CFC41BD}" dt="2026-10-02T16:03:30.432" v="1160" actId="21"/>
          <ac:spMkLst>
            <pc:docMk/>
            <pc:sldMk cId="1106493487" sldId="509"/>
            <ac:spMk id="18" creationId="{52093896-15D8-2FF0-2A35-6CDC3BBB838C}"/>
          </ac:spMkLst>
        </pc:spChg>
        <pc:spChg chg="add del mod">
          <ac:chgData name="Tobias Unger" userId="0a5458e38b5f4a0f" providerId="LiveId" clId="{5C6CAE59-BAC7-4E9C-B1A6-AA8C1CFC41BD}" dt="2026-10-02T16:03:30.432" v="1160" actId="21"/>
          <ac:spMkLst>
            <pc:docMk/>
            <pc:sldMk cId="1106493487" sldId="509"/>
            <ac:spMk id="20" creationId="{861B9BC1-B1C3-9BA4-B783-80E6733C9F28}"/>
          </ac:spMkLst>
        </pc:spChg>
        <pc:spChg chg="add del mod">
          <ac:chgData name="Tobias Unger" userId="0a5458e38b5f4a0f" providerId="LiveId" clId="{5C6CAE59-BAC7-4E9C-B1A6-AA8C1CFC41BD}" dt="2026-10-02T16:03:30.432" v="1160" actId="21"/>
          <ac:spMkLst>
            <pc:docMk/>
            <pc:sldMk cId="1106493487" sldId="509"/>
            <ac:spMk id="22" creationId="{063F9649-B30E-D588-9DF4-5EBCBD28663A}"/>
          </ac:spMkLst>
        </pc:spChg>
        <pc:spChg chg="add del mod">
          <ac:chgData name="Tobias Unger" userId="0a5458e38b5f4a0f" providerId="LiveId" clId="{5C6CAE59-BAC7-4E9C-B1A6-AA8C1CFC41BD}" dt="2026-10-02T16:03:30.432" v="1160" actId="21"/>
          <ac:spMkLst>
            <pc:docMk/>
            <pc:sldMk cId="1106493487" sldId="509"/>
            <ac:spMk id="24" creationId="{0B1C16CA-FF21-42F2-1EC9-603607730B3F}"/>
          </ac:spMkLst>
        </pc:spChg>
        <pc:spChg chg="mod">
          <ac:chgData name="Tobias Unger" userId="0a5458e38b5f4a0f" providerId="LiveId" clId="{5C6CAE59-BAC7-4E9C-B1A6-AA8C1CFC41BD}" dt="2026-10-02T16:03:14.029" v="1069" actId="27636"/>
          <ac:spMkLst>
            <pc:docMk/>
            <pc:sldMk cId="1106493487" sldId="509"/>
            <ac:spMk id="26" creationId="{9389A85D-2E19-223B-2296-CF8E25BCE52A}"/>
          </ac:spMkLst>
        </pc:spChg>
        <pc:spChg chg="add mod">
          <ac:chgData name="Tobias Unger" userId="0a5458e38b5f4a0f" providerId="LiveId" clId="{5C6CAE59-BAC7-4E9C-B1A6-AA8C1CFC41BD}" dt="2026-10-02T16:05:01.643" v="1376" actId="1037"/>
          <ac:spMkLst>
            <pc:docMk/>
            <pc:sldMk cId="1106493487" sldId="509"/>
            <ac:spMk id="28" creationId="{FB4AC40B-D575-CE46-9C3C-D88DDDEBDFFC}"/>
          </ac:spMkLst>
        </pc:spChg>
        <pc:spChg chg="add mod">
          <ac:chgData name="Tobias Unger" userId="0a5458e38b5f4a0f" providerId="LiveId" clId="{5C6CAE59-BAC7-4E9C-B1A6-AA8C1CFC41BD}" dt="2026-10-02T16:05:01.643" v="1376" actId="1037"/>
          <ac:spMkLst>
            <pc:docMk/>
            <pc:sldMk cId="1106493487" sldId="509"/>
            <ac:spMk id="30" creationId="{FC25956C-F9E8-22C7-40D1-42205E064E21}"/>
          </ac:spMkLst>
        </pc:spChg>
        <pc:spChg chg="add mod">
          <ac:chgData name="Tobias Unger" userId="0a5458e38b5f4a0f" providerId="LiveId" clId="{5C6CAE59-BAC7-4E9C-B1A6-AA8C1CFC41BD}" dt="2026-10-02T16:05:01.643" v="1376" actId="1037"/>
          <ac:spMkLst>
            <pc:docMk/>
            <pc:sldMk cId="1106493487" sldId="509"/>
            <ac:spMk id="32" creationId="{13151373-9620-43F2-D9CE-F1C65F1A51B7}"/>
          </ac:spMkLst>
        </pc:spChg>
        <pc:spChg chg="add mod">
          <ac:chgData name="Tobias Unger" userId="0a5458e38b5f4a0f" providerId="LiveId" clId="{5C6CAE59-BAC7-4E9C-B1A6-AA8C1CFC41BD}" dt="2026-10-02T16:05:01.643" v="1376" actId="1037"/>
          <ac:spMkLst>
            <pc:docMk/>
            <pc:sldMk cId="1106493487" sldId="509"/>
            <ac:spMk id="34" creationId="{29EE048F-C1E2-04B2-7A6E-394C418526AF}"/>
          </ac:spMkLst>
        </pc:spChg>
        <pc:spChg chg="add mod">
          <ac:chgData name="Tobias Unger" userId="0a5458e38b5f4a0f" providerId="LiveId" clId="{5C6CAE59-BAC7-4E9C-B1A6-AA8C1CFC41BD}" dt="2026-10-02T16:05:01.643" v="1376" actId="1037"/>
          <ac:spMkLst>
            <pc:docMk/>
            <pc:sldMk cId="1106493487" sldId="509"/>
            <ac:spMk id="36" creationId="{D28BF024-2692-F460-CEDE-F10B46B37BC4}"/>
          </ac:spMkLst>
        </pc:spChg>
        <pc:spChg chg="add mod">
          <ac:chgData name="Tobias Unger" userId="0a5458e38b5f4a0f" providerId="LiveId" clId="{5C6CAE59-BAC7-4E9C-B1A6-AA8C1CFC41BD}" dt="2026-10-02T16:05:01.643" v="1376" actId="1037"/>
          <ac:spMkLst>
            <pc:docMk/>
            <pc:sldMk cId="1106493487" sldId="509"/>
            <ac:spMk id="38" creationId="{81F695D2-5C04-984E-79AF-8B67659BEE74}"/>
          </ac:spMkLst>
        </pc:spChg>
        <pc:spChg chg="add mod">
          <ac:chgData name="Tobias Unger" userId="0a5458e38b5f4a0f" providerId="LiveId" clId="{5C6CAE59-BAC7-4E9C-B1A6-AA8C1CFC41BD}" dt="2026-10-02T16:05:01.643" v="1376" actId="1037"/>
          <ac:spMkLst>
            <pc:docMk/>
            <pc:sldMk cId="1106493487" sldId="509"/>
            <ac:spMk id="40" creationId="{2CFF33D7-A15C-6611-50B7-216929EE5F4D}"/>
          </ac:spMkLst>
        </pc:spChg>
        <pc:spChg chg="add mod">
          <ac:chgData name="Tobias Unger" userId="0a5458e38b5f4a0f" providerId="LiveId" clId="{5C6CAE59-BAC7-4E9C-B1A6-AA8C1CFC41BD}" dt="2026-10-02T16:05:01.643" v="1376" actId="1037"/>
          <ac:spMkLst>
            <pc:docMk/>
            <pc:sldMk cId="1106493487" sldId="509"/>
            <ac:spMk id="42" creationId="{1DC5DF24-28E4-3594-6B86-91C188BA0C81}"/>
          </ac:spMkLst>
        </pc:spChg>
        <pc:spChg chg="mod">
          <ac:chgData name="Tobias Unger" userId="0a5458e38b5f4a0f" providerId="LiveId" clId="{5C6CAE59-BAC7-4E9C-B1A6-AA8C1CFC41BD}" dt="2026-10-02T15:56:23.247" v="778" actId="120"/>
          <ac:spMkLst>
            <pc:docMk/>
            <pc:sldMk cId="1106493487" sldId="509"/>
            <ac:spMk id="1004" creationId="{53F8AE99-821F-423C-ADCC-F340EDF2D1DE}"/>
          </ac:spMkLst>
        </pc:spChg>
        <pc:spChg chg="mod">
          <ac:chgData name="Tobias Unger" userId="0a5458e38b5f4a0f" providerId="LiveId" clId="{5C6CAE59-BAC7-4E9C-B1A6-AA8C1CFC41BD}" dt="2026-10-02T16:01:10.332" v="1008" actId="14100"/>
          <ac:spMkLst>
            <pc:docMk/>
            <pc:sldMk cId="1106493487" sldId="509"/>
            <ac:spMk id="1007" creationId="{E6A18E1D-2166-42EB-81A8-F13C249FE7B9}"/>
          </ac:spMkLst>
        </pc:spChg>
        <pc:spChg chg="mod">
          <ac:chgData name="Tobias Unger" userId="0a5458e38b5f4a0f" providerId="LiveId" clId="{5C6CAE59-BAC7-4E9C-B1A6-AA8C1CFC41BD}" dt="2026-10-02T16:31:50.802" v="1476" actId="208"/>
          <ac:spMkLst>
            <pc:docMk/>
            <pc:sldMk cId="1106493487" sldId="509"/>
            <ac:spMk id="1008" creationId="{F3FA55B6-7962-4CB7-8D4E-A6659A4DB67F}"/>
          </ac:spMkLst>
        </pc:spChg>
        <pc:spChg chg="mod">
          <ac:chgData name="Tobias Unger" userId="0a5458e38b5f4a0f" providerId="LiveId" clId="{5C6CAE59-BAC7-4E9C-B1A6-AA8C1CFC41BD}" dt="2026-10-02T16:01:05.768" v="1006" actId="1036"/>
          <ac:spMkLst>
            <pc:docMk/>
            <pc:sldMk cId="1106493487" sldId="509"/>
            <ac:spMk id="1009" creationId="{1809F7FE-64BD-47B1-9087-9B8E3525DB95}"/>
          </ac:spMkLst>
        </pc:spChg>
        <pc:spChg chg="mod">
          <ac:chgData name="Tobias Unger" userId="0a5458e38b5f4a0f" providerId="LiveId" clId="{5C6CAE59-BAC7-4E9C-B1A6-AA8C1CFC41BD}" dt="2026-10-02T16:31:43.693" v="1475" actId="207"/>
          <ac:spMkLst>
            <pc:docMk/>
            <pc:sldMk cId="1106493487" sldId="509"/>
            <ac:spMk id="1010" creationId="{44DC8F82-30EC-41BF-B8EB-01D5B1E9ADBA}"/>
          </ac:spMkLst>
        </pc:spChg>
        <pc:spChg chg="mod">
          <ac:chgData name="Tobias Unger" userId="0a5458e38b5f4a0f" providerId="LiveId" clId="{5C6CAE59-BAC7-4E9C-B1A6-AA8C1CFC41BD}" dt="2026-10-02T16:00:50.586" v="976" actId="1036"/>
          <ac:spMkLst>
            <pc:docMk/>
            <pc:sldMk cId="1106493487" sldId="509"/>
            <ac:spMk id="1014" creationId="{BF925AE4-B5DF-4F86-AE91-DF5C60F72CBC}"/>
          </ac:spMkLst>
        </pc:spChg>
        <pc:spChg chg="mod">
          <ac:chgData name="Tobias Unger" userId="0a5458e38b5f4a0f" providerId="LiveId" clId="{5C6CAE59-BAC7-4E9C-B1A6-AA8C1CFC41BD}" dt="2026-10-02T16:00:50.586" v="976" actId="1036"/>
          <ac:spMkLst>
            <pc:docMk/>
            <pc:sldMk cId="1106493487" sldId="509"/>
            <ac:spMk id="1015" creationId="{70D1634B-182F-4522-A2EA-FC4280D89DCE}"/>
          </ac:spMkLst>
        </pc:spChg>
        <pc:spChg chg="mod">
          <ac:chgData name="Tobias Unger" userId="0a5458e38b5f4a0f" providerId="LiveId" clId="{5C6CAE59-BAC7-4E9C-B1A6-AA8C1CFC41BD}" dt="2026-10-02T16:31:04.291" v="1474" actId="20577"/>
          <ac:spMkLst>
            <pc:docMk/>
            <pc:sldMk cId="1106493487" sldId="509"/>
            <ac:spMk id="1016" creationId="{92F92F70-E486-48E8-AD73-4EAF0D6040B3}"/>
          </ac:spMkLst>
        </pc:spChg>
      </pc:sldChg>
      <pc:sldChg chg="addSp modSp mod">
        <pc:chgData name="Tobias Unger" userId="0a5458e38b5f4a0f" providerId="LiveId" clId="{5C6CAE59-BAC7-4E9C-B1A6-AA8C1CFC41BD}" dt="2026-10-02T12:28:07.029" v="223" actId="1076"/>
        <pc:sldMkLst>
          <pc:docMk/>
          <pc:sldMk cId="1106493487" sldId="510"/>
        </pc:sldMkLst>
        <pc:picChg chg="add mod">
          <ac:chgData name="Tobias Unger" userId="0a5458e38b5f4a0f" providerId="LiveId" clId="{5C6CAE59-BAC7-4E9C-B1A6-AA8C1CFC41BD}" dt="2026-10-02T12:28:07.029" v="223" actId="1076"/>
          <ac:picMkLst>
            <pc:docMk/>
            <pc:sldMk cId="1106493487" sldId="510"/>
            <ac:picMk id="2" creationId="{C5088F6C-1511-32DE-CD13-3342F24CB9FF}"/>
          </ac:picMkLst>
        </pc:picChg>
      </pc:sldChg>
      <pc:sldChg chg="delSp modSp add del mod">
        <pc:chgData name="Tobias Unger" userId="0a5458e38b5f4a0f" providerId="LiveId" clId="{5C6CAE59-BAC7-4E9C-B1A6-AA8C1CFC41BD}" dt="2026-10-02T14:55:34.410" v="458" actId="47"/>
        <pc:sldMkLst>
          <pc:docMk/>
          <pc:sldMk cId="2736207691" sldId="514"/>
        </pc:sldMkLst>
        <pc:picChg chg="del mod modCrop">
          <ac:chgData name="Tobias Unger" userId="0a5458e38b5f4a0f" providerId="LiveId" clId="{5C6CAE59-BAC7-4E9C-B1A6-AA8C1CFC41BD}" dt="2026-10-02T14:48:02.115" v="363" actId="21"/>
          <ac:picMkLst>
            <pc:docMk/>
            <pc:sldMk cId="2736207691" sldId="514"/>
            <ac:picMk id="1009" creationId="{52263730-AF5F-DC18-9A4F-4670FFB7B403}"/>
          </ac:picMkLst>
        </pc:picChg>
      </pc:sldChg>
      <pc:sldChg chg="addSp modSp add mod">
        <pc:chgData name="Tobias Unger" userId="0a5458e38b5f4a0f" providerId="LiveId" clId="{5C6CAE59-BAC7-4E9C-B1A6-AA8C1CFC41BD}" dt="2026-10-02T14:54:59.148" v="456" actId="1076"/>
        <pc:sldMkLst>
          <pc:docMk/>
          <pc:sldMk cId="1504766625" sldId="515"/>
        </pc:sldMkLst>
        <pc:spChg chg="mod">
          <ac:chgData name="Tobias Unger" userId="0a5458e38b5f4a0f" providerId="LiveId" clId="{5C6CAE59-BAC7-4E9C-B1A6-AA8C1CFC41BD}" dt="2026-10-02T14:54:59.148" v="456" actId="1076"/>
          <ac:spMkLst>
            <pc:docMk/>
            <pc:sldMk cId="1504766625" sldId="515"/>
            <ac:spMk id="2" creationId="{13C243C5-59C3-0C50-277A-7D93A49711B1}"/>
          </ac:spMkLst>
        </pc:spChg>
        <pc:spChg chg="add mod">
          <ac:chgData name="Tobias Unger" userId="0a5458e38b5f4a0f" providerId="LiveId" clId="{5C6CAE59-BAC7-4E9C-B1A6-AA8C1CFC41BD}" dt="2026-10-02T14:53:30.177" v="452" actId="242"/>
          <ac:spMkLst>
            <pc:docMk/>
            <pc:sldMk cId="1504766625" sldId="515"/>
            <ac:spMk id="3" creationId="{7A771CDB-B4DE-DAA3-20B8-E54914C6565E}"/>
          </ac:spMkLst>
        </pc:spChg>
        <pc:spChg chg="mod">
          <ac:chgData name="Tobias Unger" userId="0a5458e38b5f4a0f" providerId="LiveId" clId="{5C6CAE59-BAC7-4E9C-B1A6-AA8C1CFC41BD}" dt="2026-10-02T14:54:33.535" v="455"/>
          <ac:spMkLst>
            <pc:docMk/>
            <pc:sldMk cId="1504766625" sldId="515"/>
            <ac:spMk id="5" creationId="{A3D23DA7-473F-2E99-6799-85294DE4E1E5}"/>
          </ac:spMkLst>
        </pc:spChg>
      </pc:sldChg>
      <pc:sldChg chg="addSp delSp modSp new del mod">
        <pc:chgData name="Tobias Unger" userId="0a5458e38b5f4a0f" providerId="LiveId" clId="{5C6CAE59-BAC7-4E9C-B1A6-AA8C1CFC41BD}" dt="2026-10-02T16:30:38.099" v="1442" actId="47"/>
        <pc:sldMkLst>
          <pc:docMk/>
          <pc:sldMk cId="115382278" sldId="516"/>
        </pc:sldMkLst>
        <pc:spChg chg="del">
          <ac:chgData name="Tobias Unger" userId="0a5458e38b5f4a0f" providerId="LiveId" clId="{5C6CAE59-BAC7-4E9C-B1A6-AA8C1CFC41BD}" dt="2026-10-02T16:03:35.744" v="1162" actId="478"/>
          <ac:spMkLst>
            <pc:docMk/>
            <pc:sldMk cId="115382278" sldId="516"/>
            <ac:spMk id="2" creationId="{2EC56BDD-BFDD-9CBF-EFC2-54DBBADB0C1A}"/>
          </ac:spMkLst>
        </pc:spChg>
        <pc:spChg chg="del">
          <ac:chgData name="Tobias Unger" userId="0a5458e38b5f4a0f" providerId="LiveId" clId="{5C6CAE59-BAC7-4E9C-B1A6-AA8C1CFC41BD}" dt="2026-10-02T16:04:25.624" v="1203" actId="21"/>
          <ac:spMkLst>
            <pc:docMk/>
            <pc:sldMk cId="115382278" sldId="516"/>
            <ac:spMk id="8" creationId="{76D1AE9E-81AB-45C4-4DA1-8698A3562E6C}"/>
          </ac:spMkLst>
        </pc:spChg>
        <pc:spChg chg="add del mod">
          <ac:chgData name="Tobias Unger" userId="0a5458e38b5f4a0f" providerId="LiveId" clId="{5C6CAE59-BAC7-4E9C-B1A6-AA8C1CFC41BD}" dt="2026-10-02T16:04:25.624" v="1203" actId="21"/>
          <ac:spMkLst>
            <pc:docMk/>
            <pc:sldMk cId="115382278" sldId="516"/>
            <ac:spMk id="10" creationId="{F3323B53-87A0-6FBE-1772-47E9A66897E9}"/>
          </ac:spMkLst>
        </pc:spChg>
        <pc:spChg chg="add del mod">
          <ac:chgData name="Tobias Unger" userId="0a5458e38b5f4a0f" providerId="LiveId" clId="{5C6CAE59-BAC7-4E9C-B1A6-AA8C1CFC41BD}" dt="2026-10-02T16:04:25.624" v="1203" actId="21"/>
          <ac:spMkLst>
            <pc:docMk/>
            <pc:sldMk cId="115382278" sldId="516"/>
            <ac:spMk id="12" creationId="{751236B8-7D69-9B67-FC77-E0D8C4CC0772}"/>
          </ac:spMkLst>
        </pc:spChg>
        <pc:spChg chg="add del mod">
          <ac:chgData name="Tobias Unger" userId="0a5458e38b5f4a0f" providerId="LiveId" clId="{5C6CAE59-BAC7-4E9C-B1A6-AA8C1CFC41BD}" dt="2026-10-02T16:04:25.624" v="1203" actId="21"/>
          <ac:spMkLst>
            <pc:docMk/>
            <pc:sldMk cId="115382278" sldId="516"/>
            <ac:spMk id="14" creationId="{87F27632-E7C7-4A23-97C0-3B71AF0E750F}"/>
          </ac:spMkLst>
        </pc:spChg>
        <pc:spChg chg="add del mod">
          <ac:chgData name="Tobias Unger" userId="0a5458e38b5f4a0f" providerId="LiveId" clId="{5C6CAE59-BAC7-4E9C-B1A6-AA8C1CFC41BD}" dt="2026-10-02T16:04:25.624" v="1203" actId="21"/>
          <ac:spMkLst>
            <pc:docMk/>
            <pc:sldMk cId="115382278" sldId="516"/>
            <ac:spMk id="16" creationId="{51559637-52FD-5AFA-6F2D-4560241EA13A}"/>
          </ac:spMkLst>
        </pc:spChg>
        <pc:spChg chg="add del mod">
          <ac:chgData name="Tobias Unger" userId="0a5458e38b5f4a0f" providerId="LiveId" clId="{5C6CAE59-BAC7-4E9C-B1A6-AA8C1CFC41BD}" dt="2026-10-02T16:04:25.624" v="1203" actId="21"/>
          <ac:spMkLst>
            <pc:docMk/>
            <pc:sldMk cId="115382278" sldId="516"/>
            <ac:spMk id="18" creationId="{CB24E68B-9C29-FE20-08E5-C87550B672D8}"/>
          </ac:spMkLst>
        </pc:spChg>
        <pc:spChg chg="add del mod">
          <ac:chgData name="Tobias Unger" userId="0a5458e38b5f4a0f" providerId="LiveId" clId="{5C6CAE59-BAC7-4E9C-B1A6-AA8C1CFC41BD}" dt="2026-10-02T16:04:25.624" v="1203" actId="21"/>
          <ac:spMkLst>
            <pc:docMk/>
            <pc:sldMk cId="115382278" sldId="516"/>
            <ac:spMk id="20" creationId="{CA7FDA6B-D9B5-9BCB-4EB9-3B05A10F787E}"/>
          </ac:spMkLst>
        </pc:spChg>
        <pc:spChg chg="add del mod">
          <ac:chgData name="Tobias Unger" userId="0a5458e38b5f4a0f" providerId="LiveId" clId="{5C6CAE59-BAC7-4E9C-B1A6-AA8C1CFC41BD}" dt="2026-10-02T16:04:25.624" v="1203" actId="21"/>
          <ac:spMkLst>
            <pc:docMk/>
            <pc:sldMk cId="115382278" sldId="516"/>
            <ac:spMk id="22" creationId="{41F93E9F-8FEB-6B56-548A-DFC53952BBC8}"/>
          </ac:spMkLst>
        </pc:spChg>
        <pc:spChg chg="add del mod">
          <ac:chgData name="Tobias Unger" userId="0a5458e38b5f4a0f" providerId="LiveId" clId="{5C6CAE59-BAC7-4E9C-B1A6-AA8C1CFC41BD}" dt="2026-10-02T16:03:43.174" v="1199" actId="478"/>
          <ac:spMkLst>
            <pc:docMk/>
            <pc:sldMk cId="115382278" sldId="516"/>
            <ac:spMk id="24" creationId="{ED8EBD0E-33C0-8345-BB28-8FB0CCE207B1}"/>
          </ac:spMkLst>
        </pc:spChg>
        <pc:spChg chg="add del mod">
          <ac:chgData name="Tobias Unger" userId="0a5458e38b5f4a0f" providerId="LiveId" clId="{5C6CAE59-BAC7-4E9C-B1A6-AA8C1CFC41BD}" dt="2026-10-02T16:03:48.675" v="1201" actId="478"/>
          <ac:spMkLst>
            <pc:docMk/>
            <pc:sldMk cId="115382278" sldId="516"/>
            <ac:spMk id="26" creationId="{F6E6DA25-D830-1D17-9F3D-AE0F2E257DA7}"/>
          </ac:spMkLst>
        </pc:spChg>
        <pc:spChg chg="add del mod">
          <ac:chgData name="Tobias Unger" userId="0a5458e38b5f4a0f" providerId="LiveId" clId="{5C6CAE59-BAC7-4E9C-B1A6-AA8C1CFC41BD}" dt="2026-10-02T16:03:45.930" v="1200" actId="478"/>
          <ac:spMkLst>
            <pc:docMk/>
            <pc:sldMk cId="115382278" sldId="516"/>
            <ac:spMk id="28" creationId="{8B94B8B0-DE76-80FC-B366-F974ED2AB1E1}"/>
          </ac:spMkLst>
        </pc:spChg>
        <pc:spChg chg="add mod">
          <ac:chgData name="Tobias Unger" userId="0a5458e38b5f4a0f" providerId="LiveId" clId="{5C6CAE59-BAC7-4E9C-B1A6-AA8C1CFC41BD}" dt="2026-10-02T16:04:11.221" v="1202" actId="767"/>
          <ac:spMkLst>
            <pc:docMk/>
            <pc:sldMk cId="115382278" sldId="516"/>
            <ac:spMk id="29" creationId="{4CB23020-0145-A948-DB67-15AB3ABB5262}"/>
          </ac:spMkLst>
        </pc:spChg>
      </pc:sldChg>
      <pc:sldChg chg="add">
        <pc:chgData name="Tobias Unger" userId="0a5458e38b5f4a0f" providerId="LiveId" clId="{5C6CAE59-BAC7-4E9C-B1A6-AA8C1CFC41BD}" dt="2026-10-02T16:30:09.293" v="1440"/>
        <pc:sldMkLst>
          <pc:docMk/>
          <pc:sldMk cId="3355191270" sldId="517"/>
        </pc:sldMkLst>
      </pc:sldChg>
      <pc:sldMasterChg chg="delSldLayout modSldLayout">
        <pc:chgData name="Tobias Unger" userId="0a5458e38b5f4a0f" providerId="LiveId" clId="{5C6CAE59-BAC7-4E9C-B1A6-AA8C1CFC41BD}" dt="2026-10-02T10:07:10.517" v="158" actId="20577"/>
        <pc:sldMasterMkLst>
          <pc:docMk/>
          <pc:sldMasterMk cId="921850606" sldId="2147483823"/>
        </pc:sldMasterMkLst>
        <pc:sldLayoutChg chg="modSp mod">
          <pc:chgData name="Tobias Unger" userId="0a5458e38b5f4a0f" providerId="LiveId" clId="{5C6CAE59-BAC7-4E9C-B1A6-AA8C1CFC41BD}" dt="2026-10-02T10:05:56.679" v="124" actId="20577"/>
          <pc:sldLayoutMkLst>
            <pc:docMk/>
            <pc:sldMasterMk cId="921850606" sldId="2147483823"/>
            <pc:sldLayoutMk cId="1401137780" sldId="2147483824"/>
          </pc:sldLayoutMkLst>
          <pc:spChg chg="mod">
            <ac:chgData name="Tobias Unger" userId="0a5458e38b5f4a0f" providerId="LiveId" clId="{5C6CAE59-BAC7-4E9C-B1A6-AA8C1CFC41BD}" dt="2026-10-02T10:05:56.679" v="124" actId="20577"/>
            <ac:spMkLst>
              <pc:docMk/>
              <pc:sldMasterMk cId="921850606" sldId="2147483823"/>
              <pc:sldLayoutMk cId="1401137780" sldId="2147483824"/>
              <ac:spMk id="4" creationId="{F600A371-89E2-ED47-9691-9E9170B97BE8}"/>
            </ac:spMkLst>
          </pc:spChg>
        </pc:sldLayoutChg>
        <pc:sldLayoutChg chg="modSp mod">
          <pc:chgData name="Tobias Unger" userId="0a5458e38b5f4a0f" providerId="LiveId" clId="{5C6CAE59-BAC7-4E9C-B1A6-AA8C1CFC41BD}" dt="2026-10-02T10:07:10.517" v="158" actId="20577"/>
          <pc:sldLayoutMkLst>
            <pc:docMk/>
            <pc:sldMasterMk cId="921850606" sldId="2147483823"/>
            <pc:sldLayoutMk cId="2257337023" sldId="2147483825"/>
          </pc:sldLayoutMkLst>
          <pc:spChg chg="mod">
            <ac:chgData name="Tobias Unger" userId="0a5458e38b5f4a0f" providerId="LiveId" clId="{5C6CAE59-BAC7-4E9C-B1A6-AA8C1CFC41BD}" dt="2026-10-02T10:07:10.517" v="158" actId="20577"/>
            <ac:spMkLst>
              <pc:docMk/>
              <pc:sldMasterMk cId="921850606" sldId="2147483823"/>
              <pc:sldLayoutMk cId="2257337023" sldId="2147483825"/>
              <ac:spMk id="8" creationId="{C8BD6479-55DD-AC47-9F75-3DCC5AA8DAAA}"/>
            </ac:spMkLst>
          </pc:spChg>
        </pc:sldLayoutChg>
        <pc:sldLayoutChg chg="del">
          <pc:chgData name="Tobias Unger" userId="0a5458e38b5f4a0f" providerId="LiveId" clId="{5C6CAE59-BAC7-4E9C-B1A6-AA8C1CFC41BD}" dt="2026-10-02T09:51:23.201" v="11" actId="47"/>
          <pc:sldLayoutMkLst>
            <pc:docMk/>
            <pc:sldMasterMk cId="921850606" sldId="2147483823"/>
            <pc:sldLayoutMk cId="400087694" sldId="2147483871"/>
          </pc:sldLayoutMkLst>
        </pc:sldLayoutChg>
        <pc:sldLayoutChg chg="del">
          <pc:chgData name="Tobias Unger" userId="0a5458e38b5f4a0f" providerId="LiveId" clId="{5C6CAE59-BAC7-4E9C-B1A6-AA8C1CFC41BD}" dt="2026-10-02T09:51:26.772" v="17" actId="47"/>
          <pc:sldLayoutMkLst>
            <pc:docMk/>
            <pc:sldMasterMk cId="921850606" sldId="2147483823"/>
            <pc:sldLayoutMk cId="715836009" sldId="2147483872"/>
          </pc:sldLayoutMkLst>
        </pc:sldLayoutChg>
      </pc:sldMasterChg>
      <pc:sldMasterChg chg="modSldLayout sldLayoutOrd">
        <pc:chgData name="Tobias Unger" userId="0a5458e38b5f4a0f" providerId="LiveId" clId="{5C6CAE59-BAC7-4E9C-B1A6-AA8C1CFC41BD}" dt="2026-10-02T10:09:08.682" v="198" actId="20577"/>
        <pc:sldMasterMkLst>
          <pc:docMk/>
          <pc:sldMasterMk cId="2534388412" sldId="2147483826"/>
        </pc:sldMasterMkLst>
        <pc:sldLayoutChg chg="modSp mod">
          <pc:chgData name="Tobias Unger" userId="0a5458e38b5f4a0f" providerId="LiveId" clId="{5C6CAE59-BAC7-4E9C-B1A6-AA8C1CFC41BD}" dt="2026-10-02T10:07:36.214" v="162" actId="20577"/>
          <pc:sldLayoutMkLst>
            <pc:docMk/>
            <pc:sldMasterMk cId="2534388412" sldId="2147483826"/>
            <pc:sldLayoutMk cId="1593054334" sldId="2147483827"/>
          </pc:sldLayoutMkLst>
          <pc:spChg chg="mod">
            <ac:chgData name="Tobias Unger" userId="0a5458e38b5f4a0f" providerId="LiveId" clId="{5C6CAE59-BAC7-4E9C-B1A6-AA8C1CFC41BD}" dt="2026-10-02T10:07:36.214" v="162" actId="20577"/>
            <ac:spMkLst>
              <pc:docMk/>
              <pc:sldMasterMk cId="2534388412" sldId="2147483826"/>
              <pc:sldLayoutMk cId="1593054334" sldId="2147483827"/>
              <ac:spMk id="6" creationId="{6AB2C604-EF2B-4241-9B8D-353525CC64B5}"/>
            </ac:spMkLst>
          </pc:spChg>
        </pc:sldLayoutChg>
        <pc:sldLayoutChg chg="modSp mod">
          <pc:chgData name="Tobias Unger" userId="0a5458e38b5f4a0f" providerId="LiveId" clId="{5C6CAE59-BAC7-4E9C-B1A6-AA8C1CFC41BD}" dt="2026-10-02T10:07:47.534" v="165" actId="20577"/>
          <pc:sldLayoutMkLst>
            <pc:docMk/>
            <pc:sldMasterMk cId="2534388412" sldId="2147483826"/>
            <pc:sldLayoutMk cId="1470982144" sldId="2147483828"/>
          </pc:sldLayoutMkLst>
          <pc:spChg chg="mod">
            <ac:chgData name="Tobias Unger" userId="0a5458e38b5f4a0f" providerId="LiveId" clId="{5C6CAE59-BAC7-4E9C-B1A6-AA8C1CFC41BD}" dt="2026-10-02T10:07:47.534" v="165" actId="20577"/>
            <ac:spMkLst>
              <pc:docMk/>
              <pc:sldMasterMk cId="2534388412" sldId="2147483826"/>
              <pc:sldLayoutMk cId="1470982144" sldId="2147483828"/>
              <ac:spMk id="9" creationId="{C5E3C4FF-AC9F-F54B-8465-1AC4021BC55E}"/>
            </ac:spMkLst>
          </pc:spChg>
        </pc:sldLayoutChg>
        <pc:sldLayoutChg chg="modSp mod ord">
          <pc:chgData name="Tobias Unger" userId="0a5458e38b5f4a0f" providerId="LiveId" clId="{5C6CAE59-BAC7-4E9C-B1A6-AA8C1CFC41BD}" dt="2026-10-02T10:07:54.678" v="170" actId="20577"/>
          <pc:sldLayoutMkLst>
            <pc:docMk/>
            <pc:sldMasterMk cId="2534388412" sldId="2147483826"/>
            <pc:sldLayoutMk cId="1547547267" sldId="2147483829"/>
          </pc:sldLayoutMkLst>
          <pc:spChg chg="mod">
            <ac:chgData name="Tobias Unger" userId="0a5458e38b5f4a0f" providerId="LiveId" clId="{5C6CAE59-BAC7-4E9C-B1A6-AA8C1CFC41BD}" dt="2026-10-02T10:07:54.678" v="170" actId="20577"/>
            <ac:spMkLst>
              <pc:docMk/>
              <pc:sldMasterMk cId="2534388412" sldId="2147483826"/>
              <pc:sldLayoutMk cId="1547547267" sldId="2147483829"/>
              <ac:spMk id="5" creationId="{BACCCF20-7C7E-1A46-AA50-89130936CD2A}"/>
            </ac:spMkLst>
          </pc:spChg>
        </pc:sldLayoutChg>
        <pc:sldLayoutChg chg="modSp mod">
          <pc:chgData name="Tobias Unger" userId="0a5458e38b5f4a0f" providerId="LiveId" clId="{5C6CAE59-BAC7-4E9C-B1A6-AA8C1CFC41BD}" dt="2026-10-02T10:08:02.504" v="174" actId="20577"/>
          <pc:sldLayoutMkLst>
            <pc:docMk/>
            <pc:sldMasterMk cId="2534388412" sldId="2147483826"/>
            <pc:sldLayoutMk cId="3120061420" sldId="2147483830"/>
          </pc:sldLayoutMkLst>
          <pc:spChg chg="mod">
            <ac:chgData name="Tobias Unger" userId="0a5458e38b5f4a0f" providerId="LiveId" clId="{5C6CAE59-BAC7-4E9C-B1A6-AA8C1CFC41BD}" dt="2026-10-02T10:08:02.504" v="174" actId="20577"/>
            <ac:spMkLst>
              <pc:docMk/>
              <pc:sldMasterMk cId="2534388412" sldId="2147483826"/>
              <pc:sldLayoutMk cId="3120061420" sldId="2147483830"/>
              <ac:spMk id="2" creationId="{D50B5E35-EA0F-7F44-9443-E548EA3B39D6}"/>
            </ac:spMkLst>
          </pc:spChg>
        </pc:sldLayoutChg>
        <pc:sldLayoutChg chg="modSp mod">
          <pc:chgData name="Tobias Unger" userId="0a5458e38b5f4a0f" providerId="LiveId" clId="{5C6CAE59-BAC7-4E9C-B1A6-AA8C1CFC41BD}" dt="2026-10-02T10:08:11.198" v="177" actId="20577"/>
          <pc:sldLayoutMkLst>
            <pc:docMk/>
            <pc:sldMasterMk cId="2534388412" sldId="2147483826"/>
            <pc:sldLayoutMk cId="3779162260" sldId="2147483831"/>
          </pc:sldLayoutMkLst>
          <pc:spChg chg="mod">
            <ac:chgData name="Tobias Unger" userId="0a5458e38b5f4a0f" providerId="LiveId" clId="{5C6CAE59-BAC7-4E9C-B1A6-AA8C1CFC41BD}" dt="2026-10-02T10:08:11.198" v="177" actId="20577"/>
            <ac:spMkLst>
              <pc:docMk/>
              <pc:sldMasterMk cId="2534388412" sldId="2147483826"/>
              <pc:sldLayoutMk cId="3779162260" sldId="2147483831"/>
              <ac:spMk id="2" creationId="{19335B3D-A935-7941-BAFB-C7A98F057C47}"/>
            </ac:spMkLst>
          </pc:spChg>
        </pc:sldLayoutChg>
        <pc:sldLayoutChg chg="modSp mod">
          <pc:chgData name="Tobias Unger" userId="0a5458e38b5f4a0f" providerId="LiveId" clId="{5C6CAE59-BAC7-4E9C-B1A6-AA8C1CFC41BD}" dt="2026-10-02T10:08:25.895" v="180" actId="20577"/>
          <pc:sldLayoutMkLst>
            <pc:docMk/>
            <pc:sldMasterMk cId="2534388412" sldId="2147483826"/>
            <pc:sldLayoutMk cId="2512498250" sldId="2147483832"/>
          </pc:sldLayoutMkLst>
          <pc:spChg chg="mod">
            <ac:chgData name="Tobias Unger" userId="0a5458e38b5f4a0f" providerId="LiveId" clId="{5C6CAE59-BAC7-4E9C-B1A6-AA8C1CFC41BD}" dt="2026-10-02T10:08:25.895" v="180" actId="20577"/>
            <ac:spMkLst>
              <pc:docMk/>
              <pc:sldMasterMk cId="2534388412" sldId="2147483826"/>
              <pc:sldLayoutMk cId="2512498250" sldId="2147483832"/>
              <ac:spMk id="2" creationId="{F96A7003-49E0-2846-9672-C857D8C45E91}"/>
            </ac:spMkLst>
          </pc:spChg>
        </pc:sldLayoutChg>
        <pc:sldLayoutChg chg="modSp mod">
          <pc:chgData name="Tobias Unger" userId="0a5458e38b5f4a0f" providerId="LiveId" clId="{5C6CAE59-BAC7-4E9C-B1A6-AA8C1CFC41BD}" dt="2026-10-02T10:08:31.270" v="183" actId="20577"/>
          <pc:sldLayoutMkLst>
            <pc:docMk/>
            <pc:sldMasterMk cId="2534388412" sldId="2147483826"/>
            <pc:sldLayoutMk cId="3449698238" sldId="2147483833"/>
          </pc:sldLayoutMkLst>
          <pc:spChg chg="mod">
            <ac:chgData name="Tobias Unger" userId="0a5458e38b5f4a0f" providerId="LiveId" clId="{5C6CAE59-BAC7-4E9C-B1A6-AA8C1CFC41BD}" dt="2026-10-02T10:08:31.270" v="183" actId="20577"/>
            <ac:spMkLst>
              <pc:docMk/>
              <pc:sldMasterMk cId="2534388412" sldId="2147483826"/>
              <pc:sldLayoutMk cId="3449698238" sldId="2147483833"/>
              <ac:spMk id="4" creationId="{100179CD-2DFE-FE48-88FA-99A080006606}"/>
            </ac:spMkLst>
          </pc:spChg>
        </pc:sldLayoutChg>
        <pc:sldLayoutChg chg="modSp mod">
          <pc:chgData name="Tobias Unger" userId="0a5458e38b5f4a0f" providerId="LiveId" clId="{5C6CAE59-BAC7-4E9C-B1A6-AA8C1CFC41BD}" dt="2026-10-02T10:08:41.511" v="186" actId="20577"/>
          <pc:sldLayoutMkLst>
            <pc:docMk/>
            <pc:sldMasterMk cId="2534388412" sldId="2147483826"/>
            <pc:sldLayoutMk cId="1087756823" sldId="2147483834"/>
          </pc:sldLayoutMkLst>
          <pc:spChg chg="mod">
            <ac:chgData name="Tobias Unger" userId="0a5458e38b5f4a0f" providerId="LiveId" clId="{5C6CAE59-BAC7-4E9C-B1A6-AA8C1CFC41BD}" dt="2026-10-02T10:08:41.511" v="186" actId="20577"/>
            <ac:spMkLst>
              <pc:docMk/>
              <pc:sldMasterMk cId="2534388412" sldId="2147483826"/>
              <pc:sldLayoutMk cId="1087756823" sldId="2147483834"/>
              <ac:spMk id="4" creationId="{73B06E7E-E9A1-9840-A9E1-79686DE197B3}"/>
            </ac:spMkLst>
          </pc:spChg>
        </pc:sldLayoutChg>
        <pc:sldLayoutChg chg="modSp mod">
          <pc:chgData name="Tobias Unger" userId="0a5458e38b5f4a0f" providerId="LiveId" clId="{5C6CAE59-BAC7-4E9C-B1A6-AA8C1CFC41BD}" dt="2026-10-02T10:08:48.141" v="189" actId="20577"/>
          <pc:sldLayoutMkLst>
            <pc:docMk/>
            <pc:sldMasterMk cId="2534388412" sldId="2147483826"/>
            <pc:sldLayoutMk cId="1421266352" sldId="2147483835"/>
          </pc:sldLayoutMkLst>
          <pc:spChg chg="mod">
            <ac:chgData name="Tobias Unger" userId="0a5458e38b5f4a0f" providerId="LiveId" clId="{5C6CAE59-BAC7-4E9C-B1A6-AA8C1CFC41BD}" dt="2026-10-02T10:08:48.141" v="189" actId="20577"/>
            <ac:spMkLst>
              <pc:docMk/>
              <pc:sldMasterMk cId="2534388412" sldId="2147483826"/>
              <pc:sldLayoutMk cId="1421266352" sldId="2147483835"/>
              <ac:spMk id="3" creationId="{439B1BBC-665F-AF4B-8F72-7AB1B40FEBE5}"/>
            </ac:spMkLst>
          </pc:spChg>
        </pc:sldLayoutChg>
        <pc:sldLayoutChg chg="modSp mod">
          <pc:chgData name="Tobias Unger" userId="0a5458e38b5f4a0f" providerId="LiveId" clId="{5C6CAE59-BAC7-4E9C-B1A6-AA8C1CFC41BD}" dt="2026-10-02T10:08:53.552" v="192" actId="20577"/>
          <pc:sldLayoutMkLst>
            <pc:docMk/>
            <pc:sldMasterMk cId="2534388412" sldId="2147483826"/>
            <pc:sldLayoutMk cId="3505848889" sldId="2147483836"/>
          </pc:sldLayoutMkLst>
          <pc:spChg chg="mod">
            <ac:chgData name="Tobias Unger" userId="0a5458e38b5f4a0f" providerId="LiveId" clId="{5C6CAE59-BAC7-4E9C-B1A6-AA8C1CFC41BD}" dt="2026-10-02T10:08:53.552" v="192" actId="20577"/>
            <ac:spMkLst>
              <pc:docMk/>
              <pc:sldMasterMk cId="2534388412" sldId="2147483826"/>
              <pc:sldLayoutMk cId="3505848889" sldId="2147483836"/>
              <ac:spMk id="3" creationId="{33D1ADDF-8F4C-BC48-B65C-59B0BEC4AA8D}"/>
            </ac:spMkLst>
          </pc:spChg>
        </pc:sldLayoutChg>
        <pc:sldLayoutChg chg="modSp mod">
          <pc:chgData name="Tobias Unger" userId="0a5458e38b5f4a0f" providerId="LiveId" clId="{5C6CAE59-BAC7-4E9C-B1A6-AA8C1CFC41BD}" dt="2026-10-02T10:09:00.544" v="195" actId="20577"/>
          <pc:sldLayoutMkLst>
            <pc:docMk/>
            <pc:sldMasterMk cId="2534388412" sldId="2147483826"/>
            <pc:sldLayoutMk cId="2306951066" sldId="2147483838"/>
          </pc:sldLayoutMkLst>
          <pc:spChg chg="mod">
            <ac:chgData name="Tobias Unger" userId="0a5458e38b5f4a0f" providerId="LiveId" clId="{5C6CAE59-BAC7-4E9C-B1A6-AA8C1CFC41BD}" dt="2026-10-02T10:09:00.544" v="195" actId="20577"/>
            <ac:spMkLst>
              <pc:docMk/>
              <pc:sldMasterMk cId="2534388412" sldId="2147483826"/>
              <pc:sldLayoutMk cId="2306951066" sldId="2147483838"/>
              <ac:spMk id="4" creationId="{48B3E935-DC8B-EE4A-A835-A6B75AB07EE4}"/>
            </ac:spMkLst>
          </pc:spChg>
        </pc:sldLayoutChg>
        <pc:sldLayoutChg chg="modSp mod">
          <pc:chgData name="Tobias Unger" userId="0a5458e38b5f4a0f" providerId="LiveId" clId="{5C6CAE59-BAC7-4E9C-B1A6-AA8C1CFC41BD}" dt="2026-10-02T10:09:08.682" v="198" actId="20577"/>
          <pc:sldLayoutMkLst>
            <pc:docMk/>
            <pc:sldMasterMk cId="2534388412" sldId="2147483826"/>
            <pc:sldLayoutMk cId="2574526683" sldId="2147483840"/>
          </pc:sldLayoutMkLst>
          <pc:spChg chg="mod">
            <ac:chgData name="Tobias Unger" userId="0a5458e38b5f4a0f" providerId="LiveId" clId="{5C6CAE59-BAC7-4E9C-B1A6-AA8C1CFC41BD}" dt="2026-10-02T10:09:08.682" v="198" actId="20577"/>
            <ac:spMkLst>
              <pc:docMk/>
              <pc:sldMasterMk cId="2534388412" sldId="2147483826"/>
              <pc:sldLayoutMk cId="2574526683" sldId="2147483840"/>
              <ac:spMk id="3" creationId="{0FADD80C-69BF-394C-8E09-B1E69D9AF17E}"/>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02.10.2026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Folie 8: Bewegungsschätzung und Vorhersage</a:t>
            </a:r>
          </a:p>
          <a:p xmlns:a="http://schemas.openxmlformats.org/drawingml/2006/main">
            <a:r>
              <a:t>Sprechzeit: etwa 75 Sekunden.</a:t>
            </a:r>
          </a:p>
          <a:p xmlns:a="http://schemas.openxmlformats.org/drawingml/2006/main">
            <a:r>
              <a:t/>
            </a:r>
          </a:p>
          <a:p xmlns:a="http://schemas.openxmlformats.org/drawingml/2006/main">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xmlns:a="http://schemas.openxmlformats.org/drawingml/2006/main">
            <a:r>
              <a:t/>
            </a:r>
          </a:p>
          <a:p xmlns:a="http://schemas.openxmlformats.org/drawingml/2006/main">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xmlns:a="http://schemas.openxmlformats.org/drawingml/2006/main">
            <a:r>
              <a:t/>
            </a:r>
          </a:p>
          <a:p xmlns:a="http://schemas.openxmlformats.org/drawingml/2006/main">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xmlns:a="http://schemas.openxmlformats.org/drawingml/2006/main">
            <a:r>
              <a:t/>
            </a:r>
          </a:p>
          <a:p xmlns:a="http://schemas.openxmlformats.org/drawingml/2006/main">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xmlns:a="http://schemas.openxmlformats.org/drawingml/2006/main">
            <a:r>
              <a:t/>
            </a:r>
          </a:p>
          <a:p xmlns:a="http://schemas.openxmlformats.org/drawingml/2006/main">
            <a:r>
              <a:t>Quellen: Projektbericht/entwuerfe/berichtstext.md, Abschnitt 3.2.2. docs/uebersicht/systemgraph.md. source/roboter_tetris/roboter_tetris/track_estimation.py. Stand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NotesNew"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47A8F93-1AD2-4015-9BD6-9131895F5D96}"/>
              </a:ext>
            </a:extLst>
          </p:cNvPr>
          <p:cNvSpPr>
            <a:spLocks noGrp="1"/>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66D958DD-4980-41C2-84A1-869C39F69CA4}"/>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noGrp="1"/>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01114E5A-F915-4737-9CFC-2ECB188B511C}"/>
              </a:ext>
            </a:extLst>
          </p:cNvPr>
          <p:cNvSpPr>
            <a:spLocks noGrp="1"/>
          </p:cNvSpPr>
          <p:nvPr/>
        </p:nvSpPr>
        <p:spPr>
          <a:xfrm>
            <a:off x="9525000" y="1685925"/>
            <a:ext cx="809625" cy="953"/>
          </a:xfrm>
          <a:custGeom>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AFBA706-BA2E-4C1B-ADF6-3C441DC74EF7}"/>
              </a:ext>
            </a:extLst>
          </p:cNvPr>
          <p:cNvSpPr>
            <a:spLocks noGrp="1"/>
          </p:cNvSpPr>
          <p:nvPr/>
        </p:nvSpPr>
        <p:spPr>
          <a:xfrm>
            <a:off x="10325100" y="1628775"/>
            <a:ext cx="123825" cy="114300"/>
          </a:xfrm>
          <a:custGeom>
            <a:pathLst>
              <a:path w="123825" h="114300">
                <a:moveTo>
                  <a:pt x="123825" y="57150"/>
                </a:moveTo>
                <a:lnTo>
                  <a:pt x="0" y="114300"/>
                </a:lnTo>
                <a:lnTo>
                  <a:pt x="0" y="0"/>
                </a:lnTo>
                <a:close/>
              </a:path>
            </a:pathLst>
          </a:custGeom>
          <a:solidFill>
            <a:srgbClr val="61707D"/>
          </a:solidFill>
          <a:ln w="0">
            <a:noFill/>
          </a:ln>
        </p:spPr>
      </p:sp>
      <p:sp>
        <p:nvSpPr>
          <p:cNvPr id="2008" name="belt-surface">
            <a:extLst>
              <a:ext uri="{FF2B5EF4-FFF2-40B4-BE49-F238E27FC236}">
                <a16:creationId xmlns:a16="http://schemas.microsoft.com/office/drawing/2014/main" id="{494A4E88-2C01-4B97-BE2A-DD2429C337F2}"/>
              </a:ext>
            </a:extLst>
          </p:cNvPr>
          <p:cNvSpPr>
            <a:spLocks noGrp="1"/>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noGrp="1"/>
          </p:cNvSpPr>
          <p:nvPr/>
        </p:nvSpPr>
        <p:spPr>
          <a:xfrm>
            <a:off x="1666875" y="2333625"/>
            <a:ext cx="4905375" cy="2952750"/>
          </a:xfrm>
          <a:prstGeom prst="rect">
            <a:avLst/>
          </a:prstGeom>
          <a:solidFill>
            <a:srgbClr val="E3EFF3"/>
          </a:solidFill>
          <a:ln w="0">
            <a:noFill/>
          </a:ln>
        </p:spPr>
      </p:sp>
      <p:sp>
        <p:nvSpPr>
          <p:cNvPr id="2010" name="belt-upper-edge">
            <a:extLst>
              <a:ext uri="{FF2B5EF4-FFF2-40B4-BE49-F238E27FC236}">
                <a16:creationId xmlns:a16="http://schemas.microsoft.com/office/drawing/2014/main" id="{38198B2C-84F8-44C5-8270-AD333621237F}"/>
              </a:ext>
            </a:extLst>
          </p:cNvPr>
          <p:cNvSpPr>
            <a:spLocks noGrp="1"/>
          </p:cNvSpPr>
          <p:nvPr/>
        </p:nvSpPr>
        <p:spPr>
          <a:xfrm>
            <a:off x="1666875" y="2333625"/>
            <a:ext cx="8572500" cy="953"/>
          </a:xfrm>
          <a:custGeom>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noGrp="1"/>
          </p:cNvSpPr>
          <p:nvPr/>
        </p:nvSpPr>
        <p:spPr>
          <a:xfrm>
            <a:off x="1666875" y="5286375"/>
            <a:ext cx="8572500" cy="953"/>
          </a:xfrm>
          <a:custGeom>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noGrp="1"/>
          </p:cNvSpPr>
          <p:nvPr/>
        </p:nvSpPr>
        <p:spPr>
          <a:xfrm>
            <a:off x="1552575" y="2162175"/>
            <a:ext cx="953" cy="3314700"/>
          </a:xfrm>
          <a:custGeom>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261AC450-4E0C-4698-B3B4-F52280D90967}"/>
              </a:ext>
            </a:extLst>
          </p:cNvPr>
          <p:cNvSpPr>
            <a:spLocks noGrp="1"/>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F56D2934-C361-42E6-AF49-DF0C9EB1C5C3}"/>
              </a:ext>
            </a:extLst>
          </p:cNvPr>
          <p:cNvSpPr>
            <a:spLocks noGrp="1"/>
          </p:cNvSpPr>
          <p:nvPr/>
        </p:nvSpPr>
        <p:spPr>
          <a:xfrm>
            <a:off x="1552575" y="2333625"/>
            <a:ext cx="953" cy="2952750"/>
          </a:xfrm>
          <a:custGeom>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noGrp="1"/>
          </p:cNvSpPr>
          <p:nvPr/>
        </p:nvSpPr>
        <p:spPr>
          <a:xfrm>
            <a:off x="10353675" y="2162175"/>
            <a:ext cx="953" cy="3314700"/>
          </a:xfrm>
          <a:custGeom>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noGrp="1"/>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noGrp="1"/>
          </p:cNvSpPr>
          <p:nvPr/>
        </p:nvSpPr>
        <p:spPr>
          <a:xfrm>
            <a:off x="10353675" y="2333625"/>
            <a:ext cx="953" cy="2952750"/>
          </a:xfrm>
          <a:custGeom>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noGrp="1"/>
          </p:cNvSpPr>
          <p:nvPr/>
        </p:nvSpPr>
        <p:spPr>
          <a:xfrm>
            <a:off x="6572250" y="2333625"/>
            <a:ext cx="953" cy="2952750"/>
          </a:xfrm>
          <a:custGeom>
            <a:pathLst>
              <a:path w="953" h="2952750">
                <a:moveTo>
                  <a:pt x="0" y="0"/>
                </a:moveTo>
                <a:lnTo>
                  <a:pt x="0" y="2952750"/>
                </a:lnTo>
              </a:path>
            </a:pathLst>
          </a:custGeom>
          <a:noFill/>
          <a:ln w="17145">
            <a:solidFill>
              <a:srgbClr val="61707D"/>
            </a:solidFill>
            <a:prstDash val="dash"/>
          </a:ln>
        </p:spPr>
      </p:sp>
      <p:sp>
        <p:nvSpPr>
          <p:cNvPr id="2019" name="object-1-fit">
            <a:extLst>
              <a:ext uri="{FF2B5EF4-FFF2-40B4-BE49-F238E27FC236}">
                <a16:creationId xmlns:a16="http://schemas.microsoft.com/office/drawing/2014/main" id="{2CD2B820-CEE1-4101-95E0-9FBCE4CF905F}"/>
              </a:ext>
            </a:extLst>
          </p:cNvPr>
          <p:cNvSpPr>
            <a:spLocks noGrp="1"/>
          </p:cNvSpPr>
          <p:nvPr/>
        </p:nvSpPr>
        <p:spPr>
          <a:xfrm>
            <a:off x="1762125" y="2520768"/>
            <a:ext cx="8905875" cy="1386441"/>
          </a:xfrm>
          <a:custGeom>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noGrp="1"/>
          </p:cNvSpPr>
          <p:nvPr/>
        </p:nvSpPr>
        <p:spPr>
          <a:xfrm>
            <a:off x="1762125" y="4044875"/>
            <a:ext cx="8905875" cy="829377"/>
          </a:xfrm>
          <a:custGeom>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noGrp="1"/>
          </p:cNvSpPr>
          <p:nvPr/>
        </p:nvSpPr>
        <p:spPr>
          <a:xfrm>
            <a:off x="1762125" y="3282821"/>
            <a:ext cx="8905875" cy="1107909"/>
          </a:xfrm>
          <a:custGeom>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noGrp="1"/>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noGrp="1"/>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noGrp="1"/>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noGrp="1"/>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noGrp="1"/>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noGrp="1"/>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noGrp="1"/>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noGrp="1"/>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noGrp="1"/>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noGrp="1"/>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noGrp="1"/>
          </p:cNvSpPr>
          <p:nvPr/>
        </p:nvSpPr>
        <p:spPr>
          <a:xfrm>
            <a:off x="1266825" y="2171700"/>
            <a:ext cx="953" cy="3143250"/>
          </a:xfrm>
          <a:custGeom>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noGrp="1"/>
          </p:cNvSpPr>
          <p:nvPr/>
        </p:nvSpPr>
        <p:spPr>
          <a:xfrm>
            <a:off x="1209675" y="2047875"/>
            <a:ext cx="114300" cy="133350"/>
          </a:xfrm>
          <a:custGeom>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noGrp="1"/>
          </p:cNvSpPr>
          <p:nvPr/>
        </p:nvSpPr>
        <p:spPr>
          <a:xfrm>
            <a:off x="1266825" y="5314950"/>
            <a:ext cx="9401175" cy="953"/>
          </a:xfrm>
          <a:custGeom>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noGrp="1"/>
          </p:cNvSpPr>
          <p:nvPr/>
        </p:nvSpPr>
        <p:spPr>
          <a:xfrm>
            <a:off x="10668000" y="5257800"/>
            <a:ext cx="133350" cy="114300"/>
          </a:xfrm>
          <a:custGeom>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noGrp="1"/>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E6340EA-A9AE-4E80-9ADD-BAFC2A953DB4}"/>
              </a:ext>
            </a:extLst>
          </p:cNvPr>
          <p:cNvSpPr>
            <a:spLocks noGrp="1"/>
          </p:cNvSpPr>
          <p:nvPr/>
        </p:nvSpPr>
        <p:spPr>
          <a:xfrm>
            <a:off x="333375" y="5857875"/>
            <a:ext cx="542925" cy="953"/>
          </a:xfrm>
          <a:custGeom>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noGrp="1"/>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0EA94913-B955-4B44-9EBB-74ED571188EC}"/>
              </a:ext>
            </a:extLst>
          </p:cNvPr>
          <p:cNvSpPr>
            <a:spLocks noGrp="1"/>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noGrp="1"/>
          </p:cNvSpPr>
          <p:nvPr/>
        </p:nvSpPr>
        <p:spPr>
          <a:xfrm>
            <a:off x="3171825" y="5857875"/>
            <a:ext cx="542925" cy="953"/>
          </a:xfrm>
          <a:custGeom>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70CF4E9F-CCC4-449C-B95C-4B33B33EC334}"/>
              </a:ext>
            </a:extLst>
          </p:cNvPr>
          <p:cNvSpPr>
            <a:spLocks noGrp="1"/>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noGrp="1"/>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noGrp="1"/>
          </p:cNvSpPr>
          <p:nvPr/>
        </p:nvSpPr>
        <p:spPr>
          <a:xfrm>
            <a:off x="6000750" y="5857875"/>
            <a:ext cx="552450" cy="953"/>
          </a:xfrm>
          <a:custGeom>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noGrp="1"/>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noGrp="1"/>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3002</Words>
  <Application>Microsoft Office PowerPoint</Application>
  <PresentationFormat>Breitbild</PresentationFormat>
  <Paragraphs>296</Paragraphs>
  <Slides>14</Slides>
  <Notes>13</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14</vt:i4>
      </vt:variant>
    </vt:vector>
  </HeadingPairs>
  <TitlesOfParts>
    <vt:vector size="20" baseType="lpstr">
      <vt:lpstr>Calibri Bold</vt:lpstr>
      <vt:lpstr>Arial</vt:lpstr>
      <vt:lpstr>Calibri</vt:lpstr>
      <vt:lpstr>MMT_Präsentation // Cover</vt:lpstr>
      <vt:lpstr>MMT_Präsentation // Inhalt</vt:lpstr>
      <vt:lpstr>MMT_Präsentation // ENDE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Tobias Unger</cp:lastModifiedBy>
  <cp:revision>3</cp:revision>
  <cp:lastPrinted>2020-09-16T09:23:03Z</cp:lastPrinted>
  <dcterms:created xsi:type="dcterms:W3CDTF">2024-06-23T17:11:02Z</dcterms:created>
  <dcterms:modified xsi:type="dcterms:W3CDTF">2026-10-02T16:32:17Z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