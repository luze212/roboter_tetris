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823" r:id="rId1"/>
    <p:sldMasterId id="2147483826" r:id="rId2"/>
    <p:sldMasterId id="2147483841" r:id="rId3"/>
  </p:sldMasterIdLst>
  <p:notesMasterIdLst>
    <p:notesMasterId r:id="rId18"/>
  </p:notesMasterIdLst>
  <p:handoutMasterIdLst>
    <p:handoutMasterId r:id="rId19"/>
  </p:handoutMasterIdLst>
  <p:sldIdLst>
    <p:sldId id="515" r:id="rId4"/>
    <p:sldId id="502" r:id="rId5"/>
    <p:sldId id="503" r:id="rId6"/>
    <p:sldId id="504" r:id="rId7"/>
    <p:sldId id="505" r:id="rId8"/>
    <p:sldId id="517" r:id="rId9"/>
    <p:sldId id="507" r:id="rId10"/>
    <p:sldId id="518" r:id="rId11"/>
    <p:sldId id="509" r:id="rId12"/>
    <p:sldId id="510" r:id="rId13"/>
    <p:sldId id="511" r:id="rId14"/>
    <p:sldId id="512" r:id="rId15"/>
    <p:sldId id="513" r:id="rId16"/>
    <p:sldId id="284" r:id="rId17"/>
  </p:sldIdLst>
  <p:sldSz cx="12192000" cy="6858000"/>
  <p:notesSz cx="6858000" cy="9144000"/>
  <p:embeddedFontLst>
    <p:embeddedFont>
      <p:font typeface="Calibri Bold" panose="020F0702030404030204" pitchFamily="34" charset="0"/>
      <p:bold r:id="rId20"/>
    </p:embeddedFont>
  </p:embeddedFontLst>
  <p:defaultTextStyle>
    <a:defPPr>
      <a:defRPr lang="en-US"/>
    </a:defPPr>
    <a:lvl1pPr marL="0" algn="l" defTabSz="207340" rtl="0" eaLnBrk="1" latinLnBrk="0" hangingPunct="1">
      <a:defRPr sz="816" kern="1200">
        <a:solidFill>
          <a:schemeClr val="tx1"/>
        </a:solidFill>
        <a:latin typeface="+mn-lt"/>
        <a:ea typeface="+mn-ea"/>
        <a:cs typeface="+mn-cs"/>
      </a:defRPr>
    </a:lvl1pPr>
    <a:lvl2pPr marL="207340" algn="l" defTabSz="207340" rtl="0" eaLnBrk="1" latinLnBrk="0" hangingPunct="1">
      <a:defRPr sz="816" kern="1200">
        <a:solidFill>
          <a:schemeClr val="tx1"/>
        </a:solidFill>
        <a:latin typeface="+mn-lt"/>
        <a:ea typeface="+mn-ea"/>
        <a:cs typeface="+mn-cs"/>
      </a:defRPr>
    </a:lvl2pPr>
    <a:lvl3pPr marL="414680" algn="l" defTabSz="207340" rtl="0" eaLnBrk="1" latinLnBrk="0" hangingPunct="1">
      <a:defRPr sz="816" kern="1200">
        <a:solidFill>
          <a:schemeClr val="tx1"/>
        </a:solidFill>
        <a:latin typeface="+mn-lt"/>
        <a:ea typeface="+mn-ea"/>
        <a:cs typeface="+mn-cs"/>
      </a:defRPr>
    </a:lvl3pPr>
    <a:lvl4pPr marL="622021" algn="l" defTabSz="207340" rtl="0" eaLnBrk="1" latinLnBrk="0" hangingPunct="1">
      <a:defRPr sz="816" kern="1200">
        <a:solidFill>
          <a:schemeClr val="tx1"/>
        </a:solidFill>
        <a:latin typeface="+mn-lt"/>
        <a:ea typeface="+mn-ea"/>
        <a:cs typeface="+mn-cs"/>
      </a:defRPr>
    </a:lvl4pPr>
    <a:lvl5pPr marL="829361" algn="l" defTabSz="207340" rtl="0" eaLnBrk="1" latinLnBrk="0" hangingPunct="1">
      <a:defRPr sz="816" kern="1200">
        <a:solidFill>
          <a:schemeClr val="tx1"/>
        </a:solidFill>
        <a:latin typeface="+mn-lt"/>
        <a:ea typeface="+mn-ea"/>
        <a:cs typeface="+mn-cs"/>
      </a:defRPr>
    </a:lvl5pPr>
    <a:lvl6pPr marL="1036701" algn="l" defTabSz="207340" rtl="0" eaLnBrk="1" latinLnBrk="0" hangingPunct="1">
      <a:defRPr sz="816" kern="1200">
        <a:solidFill>
          <a:schemeClr val="tx1"/>
        </a:solidFill>
        <a:latin typeface="+mn-lt"/>
        <a:ea typeface="+mn-ea"/>
        <a:cs typeface="+mn-cs"/>
      </a:defRPr>
    </a:lvl6pPr>
    <a:lvl7pPr marL="1244041" algn="l" defTabSz="207340" rtl="0" eaLnBrk="1" latinLnBrk="0" hangingPunct="1">
      <a:defRPr sz="816" kern="1200">
        <a:solidFill>
          <a:schemeClr val="tx1"/>
        </a:solidFill>
        <a:latin typeface="+mn-lt"/>
        <a:ea typeface="+mn-ea"/>
        <a:cs typeface="+mn-cs"/>
      </a:defRPr>
    </a:lvl7pPr>
    <a:lvl8pPr marL="1451381" algn="l" defTabSz="207340" rtl="0" eaLnBrk="1" latinLnBrk="0" hangingPunct="1">
      <a:defRPr sz="816" kern="1200">
        <a:solidFill>
          <a:schemeClr val="tx1"/>
        </a:solidFill>
        <a:latin typeface="+mn-lt"/>
        <a:ea typeface="+mn-ea"/>
        <a:cs typeface="+mn-cs"/>
      </a:defRPr>
    </a:lvl8pPr>
    <a:lvl9pPr marL="1658722" algn="l" defTabSz="207340" rtl="0" eaLnBrk="1" latinLnBrk="0" hangingPunct="1">
      <a:defRPr sz="816"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11611D-4589-AE68-FED2-9F023B544461}" name="Tobias Unger" initials="TU" userId="S::unto1011@hs-karlsruhe.de::ac2bba53-662c-47e6-be32-e48104c639a2" providerId="AD"/>
  <p188:author id="{53DF6B4A-7EC5-C862-4DA5-E40D162ED618}" name="Hauke Stürenburg" initials="" userId="S::stha1012@h-ka.de::a8bb1362-552c-4f92-a794-b11d716a31b4" providerId="AD"/>
  <p188:author id="{B1C7D5B7-C62C-72EF-1484-F62F31472190}" name="Tobias Unger" initials="TU" userId="0a5458e38b5f4a0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AEAE"/>
    <a:srgbClr val="FF7E29"/>
    <a:srgbClr val="0E5F84"/>
    <a:srgbClr val="2869AF"/>
    <a:srgbClr val="D9D9D9"/>
    <a:srgbClr val="C4F7BB"/>
    <a:srgbClr val="D62305"/>
    <a:srgbClr val="FFFFFF"/>
    <a:srgbClr val="D723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89482" autoAdjust="0"/>
  </p:normalViewPr>
  <p:slideViewPr>
    <p:cSldViewPr snapToGrid="0">
      <p:cViewPr varScale="1">
        <p:scale>
          <a:sx n="96" d="100"/>
          <a:sy n="96" d="100"/>
        </p:scale>
        <p:origin x="876" y="48"/>
      </p:cViewPr>
      <p:guideLst/>
    </p:cSldViewPr>
  </p:slideViewPr>
  <p:notesTextViewPr>
    <p:cViewPr>
      <p:scale>
        <a:sx n="1" d="1"/>
        <a:sy n="1" d="1"/>
      </p:scale>
      <p:origin x="0" y="0"/>
    </p:cViewPr>
  </p:notesTextViewPr>
  <p:notesViewPr>
    <p:cSldViewPr snapToGrid="0">
      <p:cViewPr>
        <p:scale>
          <a:sx n="1" d="2"/>
          <a:sy n="1" d="2"/>
        </p:scale>
        <p:origin x="3920" y="101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undo redo custSel addSld delSld modSld sldOrd modMainMaster">
      <pc:chgData name="Tobias Unger" userId="0a5458e38b5f4a0f" providerId="LiveId" clId="{5C6CAE59-BAC7-4E9C-B1A6-AA8C1CFC41BD}" dt="2026-10-02T16:59:23.768" v="1768" actId="47"/>
      <pc:docMkLst>
        <pc:docMk/>
      </pc:docMkLst>
      <pc:sldChg chg="del">
        <pc:chgData name="Tobias Unger" userId="0a5458e38b5f4a0f" providerId="LiveId" clId="{5C6CAE59-BAC7-4E9C-B1A6-AA8C1CFC41BD}" dt="2026-10-02T09:51:23.201" v="11" actId="47"/>
        <pc:sldMkLst>
          <pc:docMk/>
          <pc:sldMk cId="4064054551" sldId="257"/>
        </pc:sldMkLst>
      </pc:sldChg>
      <pc:sldChg chg="del">
        <pc:chgData name="Tobias Unger" userId="0a5458e38b5f4a0f" providerId="LiveId" clId="{5C6CAE59-BAC7-4E9C-B1A6-AA8C1CFC41BD}" dt="2026-10-02T09:51:26.192" v="16" actId="47"/>
        <pc:sldMkLst>
          <pc:docMk/>
          <pc:sldMk cId="776697194" sldId="258"/>
        </pc:sldMkLst>
      </pc:sldChg>
      <pc:sldChg chg="del">
        <pc:chgData name="Tobias Unger" userId="0a5458e38b5f4a0f" providerId="LiveId" clId="{5C6CAE59-BAC7-4E9C-B1A6-AA8C1CFC41BD}" dt="2026-10-02T09:51:23.685" v="12" actId="47"/>
        <pc:sldMkLst>
          <pc:docMk/>
          <pc:sldMk cId="2547372177" sldId="259"/>
        </pc:sldMkLst>
      </pc:sldChg>
      <pc:sldChg chg="del">
        <pc:chgData name="Tobias Unger" userId="0a5458e38b5f4a0f" providerId="LiveId" clId="{5C6CAE59-BAC7-4E9C-B1A6-AA8C1CFC41BD}" dt="2026-10-02T09:51:24.787" v="14" actId="47"/>
        <pc:sldMkLst>
          <pc:docMk/>
          <pc:sldMk cId="4130864484" sldId="261"/>
        </pc:sldMkLst>
      </pc:sldChg>
      <pc:sldChg chg="del">
        <pc:chgData name="Tobias Unger" userId="0a5458e38b5f4a0f" providerId="LiveId" clId="{5C6CAE59-BAC7-4E9C-B1A6-AA8C1CFC41BD}" dt="2026-10-02T09:51:24.178" v="13" actId="47"/>
        <pc:sldMkLst>
          <pc:docMk/>
          <pc:sldMk cId="1654567552" sldId="262"/>
        </pc:sldMkLst>
      </pc:sldChg>
      <pc:sldChg chg="del">
        <pc:chgData name="Tobias Unger" userId="0a5458e38b5f4a0f" providerId="LiveId" clId="{5C6CAE59-BAC7-4E9C-B1A6-AA8C1CFC41BD}" dt="2026-10-02T09:51:25.296" v="15" actId="47"/>
        <pc:sldMkLst>
          <pc:docMk/>
          <pc:sldMk cId="1081979601" sldId="263"/>
        </pc:sldMkLst>
      </pc:sldChg>
      <pc:sldChg chg="del">
        <pc:chgData name="Tobias Unger" userId="0a5458e38b5f4a0f" providerId="LiveId" clId="{5C6CAE59-BAC7-4E9C-B1A6-AA8C1CFC41BD}" dt="2026-10-02T09:51:26.772" v="17" actId="47"/>
        <pc:sldMkLst>
          <pc:docMk/>
          <pc:sldMk cId="262804524" sldId="264"/>
        </pc:sldMkLst>
      </pc:sldChg>
      <pc:sldChg chg="modSp mod modNotesTx">
        <pc:chgData name="Tobias Unger" userId="0a5458e38b5f4a0f" providerId="LiveId" clId="{5C6CAE59-BAC7-4E9C-B1A6-AA8C1CFC41BD}" dt="2026-10-02T10:11:51.110" v="219" actId="20577"/>
        <pc:sldMkLst>
          <pc:docMk/>
          <pc:sldMk cId="1507760600" sldId="283"/>
        </pc:sldMkLst>
        <pc:spChg chg="mod">
          <ac:chgData name="Tobias Unger" userId="0a5458e38b5f4a0f" providerId="LiveId" clId="{5C6CAE59-BAC7-4E9C-B1A6-AA8C1CFC41BD}" dt="2026-10-02T10:11:51.110" v="219" actId="20577"/>
          <ac:spMkLst>
            <pc:docMk/>
            <pc:sldMk cId="1507760600" sldId="283"/>
            <ac:spMk id="2" creationId="{CD85A63D-333E-6514-BF40-3AB9B57780BE}"/>
          </ac:spMkLst>
        </pc:spChg>
      </pc:sldChg>
      <pc:sldChg chg="addSp delSp modSp add del mod">
        <pc:chgData name="Tobias Unger" userId="0a5458e38b5f4a0f" providerId="LiveId" clId="{5C6CAE59-BAC7-4E9C-B1A6-AA8C1CFC41BD}" dt="2026-10-02T14:53:39.538" v="453" actId="47"/>
        <pc:sldMkLst>
          <pc:docMk/>
          <pc:sldMk cId="3959822671" sldId="283"/>
        </pc:sldMkLst>
        <pc:spChg chg="mod">
          <ac:chgData name="Tobias Unger" userId="0a5458e38b5f4a0f" providerId="LiveId" clId="{5C6CAE59-BAC7-4E9C-B1A6-AA8C1CFC41BD}" dt="2026-10-02T14:51:12.046" v="435" actId="14100"/>
          <ac:spMkLst>
            <pc:docMk/>
            <pc:sldMk cId="3959822671" sldId="283"/>
            <ac:spMk id="2" creationId="{CD85A63D-333E-6514-BF40-3AB9B57780BE}"/>
          </ac:spMkLst>
        </pc:spChg>
        <pc:spChg chg="del mod">
          <ac:chgData name="Tobias Unger" userId="0a5458e38b5f4a0f" providerId="LiveId" clId="{5C6CAE59-BAC7-4E9C-B1A6-AA8C1CFC41BD}" dt="2026-10-02T12:29:01.353" v="228" actId="478"/>
          <ac:spMkLst>
            <pc:docMk/>
            <pc:sldMk cId="3959822671" sldId="283"/>
            <ac:spMk id="3" creationId="{032C1DEA-9068-FDCF-462E-AFB5B730C995}"/>
          </ac:spMkLst>
        </pc:spChg>
        <pc:spChg chg="add del">
          <ac:chgData name="Tobias Unger" userId="0a5458e38b5f4a0f" providerId="LiveId" clId="{5C6CAE59-BAC7-4E9C-B1A6-AA8C1CFC41BD}" dt="2026-10-02T12:28:56.556" v="226" actId="22"/>
          <ac:spMkLst>
            <pc:docMk/>
            <pc:sldMk cId="3959822671" sldId="283"/>
            <ac:spMk id="7" creationId="{56E5A914-1972-1E64-4451-91CF336C4128}"/>
          </ac:spMkLst>
        </pc:spChg>
        <pc:spChg chg="add del">
          <ac:chgData name="Tobias Unger" userId="0a5458e38b5f4a0f" providerId="LiveId" clId="{5C6CAE59-BAC7-4E9C-B1A6-AA8C1CFC41BD}" dt="2026-10-02T12:28:56.556" v="226" actId="22"/>
          <ac:spMkLst>
            <pc:docMk/>
            <pc:sldMk cId="3959822671" sldId="283"/>
            <ac:spMk id="9" creationId="{05795172-42C9-0BCE-538A-CB8408EF240A}"/>
          </ac:spMkLst>
        </pc:spChg>
        <pc:spChg chg="add mod">
          <ac:chgData name="Tobias Unger" userId="0a5458e38b5f4a0f" providerId="LiveId" clId="{5C6CAE59-BAC7-4E9C-B1A6-AA8C1CFC41BD}" dt="2026-10-02T12:29:04.764" v="241" actId="1035"/>
          <ac:spMkLst>
            <pc:docMk/>
            <pc:sldMk cId="3959822671" sldId="283"/>
            <ac:spMk id="11" creationId="{E510FF0E-141A-DB3C-4CAF-3C7A9544F1EA}"/>
          </ac:spMkLst>
        </pc:spChg>
        <pc:spChg chg="add mod">
          <ac:chgData name="Tobias Unger" userId="0a5458e38b5f4a0f" providerId="LiveId" clId="{5C6CAE59-BAC7-4E9C-B1A6-AA8C1CFC41BD}" dt="2026-10-02T12:29:04.764" v="241" actId="1035"/>
          <ac:spMkLst>
            <pc:docMk/>
            <pc:sldMk cId="3959822671" sldId="283"/>
            <ac:spMk id="13" creationId="{47CF21F4-A74A-A3A7-56EC-A9EABE35AEBE}"/>
          </ac:spMkLst>
        </pc:spChg>
        <pc:picChg chg="add mod modCrop">
          <ac:chgData name="Tobias Unger" userId="0a5458e38b5f4a0f" providerId="LiveId" clId="{5C6CAE59-BAC7-4E9C-B1A6-AA8C1CFC41BD}" dt="2026-10-02T14:48:39.895" v="369" actId="14100"/>
          <ac:picMkLst>
            <pc:docMk/>
            <pc:sldMk cId="3959822671" sldId="283"/>
            <ac:picMk id="6" creationId="{F885DB37-4A85-F17D-A7BE-975F7841FB38}"/>
          </ac:picMkLst>
        </pc:picChg>
      </pc:sldChg>
      <pc:sldChg chg="add ord">
        <pc:chgData name="Tobias Unger" userId="0a5458e38b5f4a0f" providerId="LiveId" clId="{5C6CAE59-BAC7-4E9C-B1A6-AA8C1CFC41BD}" dt="2026-10-02T12:30:38.985" v="286"/>
        <pc:sldMkLst>
          <pc:docMk/>
          <pc:sldMk cId="2471770557" sldId="284"/>
        </pc:sldMkLst>
      </pc:sldChg>
      <pc:sldChg chg="del">
        <pc:chgData name="Tobias Unger" userId="0a5458e38b5f4a0f" providerId="LiveId" clId="{5C6CAE59-BAC7-4E9C-B1A6-AA8C1CFC41BD}" dt="2026-10-02T09:51:10.158" v="0" actId="47"/>
        <pc:sldMkLst>
          <pc:docMk/>
          <pc:sldMk cId="2705658137" sldId="285"/>
        </pc:sldMkLst>
      </pc:sldChg>
      <pc:sldChg chg="del">
        <pc:chgData name="Tobias Unger" userId="0a5458e38b5f4a0f" providerId="LiveId" clId="{5C6CAE59-BAC7-4E9C-B1A6-AA8C1CFC41BD}" dt="2026-10-02T09:51:10.612" v="1" actId="47"/>
        <pc:sldMkLst>
          <pc:docMk/>
          <pc:sldMk cId="2320437464" sldId="286"/>
        </pc:sldMkLst>
      </pc:sldChg>
      <pc:sldChg chg="addSp delSp modSp mod modNotesTx">
        <pc:chgData name="Tobias Unger" userId="0a5458e38b5f4a0f" providerId="LiveId" clId="{5C6CAE59-BAC7-4E9C-B1A6-AA8C1CFC41BD}" dt="2026-10-02T10:10:30.498" v="208" actId="732"/>
        <pc:sldMkLst>
          <pc:docMk/>
          <pc:sldMk cId="1106493487" sldId="287"/>
        </pc:sldMkLst>
        <pc:spChg chg="del">
          <ac:chgData name="Tobias Unger" userId="0a5458e38b5f4a0f" providerId="LiveId" clId="{5C6CAE59-BAC7-4E9C-B1A6-AA8C1CFC41BD}" dt="2026-10-02T10:04:29.514" v="39" actId="478"/>
          <ac:spMkLst>
            <pc:docMk/>
            <pc:sldMk cId="1106493487" sldId="287"/>
            <ac:spMk id="2" creationId="{92AB0512-8960-8919-E57C-28ABD78254AD}"/>
          </ac:spMkLst>
        </pc:spChg>
        <pc:spChg chg="mod">
          <ac:chgData name="Tobias Unger" userId="0a5458e38b5f4a0f" providerId="LiveId" clId="{5C6CAE59-BAC7-4E9C-B1A6-AA8C1CFC41BD}" dt="2026-10-02T10:09:56.809" v="203" actId="20577"/>
          <ac:spMkLst>
            <pc:docMk/>
            <pc:sldMk cId="1106493487" sldId="287"/>
            <ac:spMk id="4" creationId="{E0FFCA09-E868-9414-C3D5-52C11A450128}"/>
          </ac:spMkLst>
        </pc:spChg>
        <pc:picChg chg="add mod modCrop">
          <ac:chgData name="Tobias Unger" userId="0a5458e38b5f4a0f" providerId="LiveId" clId="{5C6CAE59-BAC7-4E9C-B1A6-AA8C1CFC41BD}" dt="2026-10-02T10:10:30.498" v="208" actId="732"/>
          <ac:picMkLst>
            <pc:docMk/>
            <pc:sldMk cId="1106493487" sldId="287"/>
            <ac:picMk id="8" creationId="{3CF03F9A-F67E-9F69-BD76-4B3981425054}"/>
          </ac:picMkLst>
        </pc:picChg>
        <pc:picChg chg="del">
          <ac:chgData name="Tobias Unger" userId="0a5458e38b5f4a0f" providerId="LiveId" clId="{5C6CAE59-BAC7-4E9C-B1A6-AA8C1CFC41BD}" dt="2026-10-02T10:04:06.355" v="18" actId="478"/>
          <ac:picMkLst>
            <pc:docMk/>
            <pc:sldMk cId="1106493487" sldId="287"/>
            <ac:picMk id="11" creationId="{402FCDD3-F931-CA83-9606-42AB528288E8}"/>
          </ac:picMkLst>
        </pc:picChg>
      </pc:sldChg>
      <pc:sldChg chg="new del">
        <pc:chgData name="Tobias Unger" userId="0a5458e38b5f4a0f" providerId="LiveId" clId="{5C6CAE59-BAC7-4E9C-B1A6-AA8C1CFC41BD}" dt="2026-10-02T10:10:01.624" v="205" actId="47"/>
        <pc:sldMkLst>
          <pc:docMk/>
          <pc:sldMk cId="1030919349" sldId="288"/>
        </pc:sldMkLst>
      </pc:sldChg>
      <pc:sldChg chg="del">
        <pc:chgData name="Tobias Unger" userId="0a5458e38b5f4a0f" providerId="LiveId" clId="{5C6CAE59-BAC7-4E9C-B1A6-AA8C1CFC41BD}" dt="2026-10-02T09:51:12.937" v="2" actId="47"/>
        <pc:sldMkLst>
          <pc:docMk/>
          <pc:sldMk cId="2330328085" sldId="288"/>
        </pc:sldMkLst>
      </pc:sldChg>
      <pc:sldChg chg="del">
        <pc:chgData name="Tobias Unger" userId="0a5458e38b5f4a0f" providerId="LiveId" clId="{5C6CAE59-BAC7-4E9C-B1A6-AA8C1CFC41BD}" dt="2026-10-02T09:51:16.276" v="3" actId="47"/>
        <pc:sldMkLst>
          <pc:docMk/>
          <pc:sldMk cId="1861167432" sldId="289"/>
        </pc:sldMkLst>
      </pc:sldChg>
      <pc:sldChg chg="del">
        <pc:chgData name="Tobias Unger" userId="0a5458e38b5f4a0f" providerId="LiveId" clId="{5C6CAE59-BAC7-4E9C-B1A6-AA8C1CFC41BD}" dt="2026-10-02T09:51:17.442" v="6" actId="47"/>
        <pc:sldMkLst>
          <pc:docMk/>
          <pc:sldMk cId="469138483" sldId="290"/>
        </pc:sldMkLst>
      </pc:sldChg>
      <pc:sldChg chg="del">
        <pc:chgData name="Tobias Unger" userId="0a5458e38b5f4a0f" providerId="LiveId" clId="{5C6CAE59-BAC7-4E9C-B1A6-AA8C1CFC41BD}" dt="2026-10-02T09:51:20.002" v="10" actId="47"/>
        <pc:sldMkLst>
          <pc:docMk/>
          <pc:sldMk cId="842808788" sldId="291"/>
        </pc:sldMkLst>
      </pc:sldChg>
      <pc:sldChg chg="del">
        <pc:chgData name="Tobias Unger" userId="0a5458e38b5f4a0f" providerId="LiveId" clId="{5C6CAE59-BAC7-4E9C-B1A6-AA8C1CFC41BD}" dt="2026-10-02T09:51:16.626" v="4" actId="47"/>
        <pc:sldMkLst>
          <pc:docMk/>
          <pc:sldMk cId="3053518870" sldId="292"/>
        </pc:sldMkLst>
      </pc:sldChg>
      <pc:sldChg chg="del">
        <pc:chgData name="Tobias Unger" userId="0a5458e38b5f4a0f" providerId="LiveId" clId="{5C6CAE59-BAC7-4E9C-B1A6-AA8C1CFC41BD}" dt="2026-10-02T09:51:17.052" v="5" actId="47"/>
        <pc:sldMkLst>
          <pc:docMk/>
          <pc:sldMk cId="3433869764" sldId="293"/>
        </pc:sldMkLst>
      </pc:sldChg>
      <pc:sldChg chg="del">
        <pc:chgData name="Tobias Unger" userId="0a5458e38b5f4a0f" providerId="LiveId" clId="{5C6CAE59-BAC7-4E9C-B1A6-AA8C1CFC41BD}" dt="2026-10-02T09:51:18.303" v="9" actId="47"/>
        <pc:sldMkLst>
          <pc:docMk/>
          <pc:sldMk cId="3407056978" sldId="294"/>
        </pc:sldMkLst>
      </pc:sldChg>
      <pc:sldChg chg="del">
        <pc:chgData name="Tobias Unger" userId="0a5458e38b5f4a0f" providerId="LiveId" clId="{5C6CAE59-BAC7-4E9C-B1A6-AA8C1CFC41BD}" dt="2026-10-02T09:51:17.754" v="7" actId="47"/>
        <pc:sldMkLst>
          <pc:docMk/>
          <pc:sldMk cId="3290981332" sldId="295"/>
        </pc:sldMkLst>
      </pc:sldChg>
      <pc:sldChg chg="del">
        <pc:chgData name="Tobias Unger" userId="0a5458e38b5f4a0f" providerId="LiveId" clId="{5C6CAE59-BAC7-4E9C-B1A6-AA8C1CFC41BD}" dt="2026-10-02T09:51:18.017" v="8" actId="47"/>
        <pc:sldMkLst>
          <pc:docMk/>
          <pc:sldMk cId="4125639930" sldId="296"/>
        </pc:sldMkLst>
      </pc:sldChg>
      <pc:sldChg chg="del">
        <pc:chgData name="Tobias Unger" userId="0a5458e38b5f4a0f" providerId="LiveId" clId="{5C6CAE59-BAC7-4E9C-B1A6-AA8C1CFC41BD}" dt="2026-10-02T14:55:07.648" v="457" actId="47"/>
        <pc:sldMkLst>
          <pc:docMk/>
          <pc:sldMk cId="1507760600" sldId="501"/>
        </pc:sldMkLst>
      </pc:sldChg>
      <pc:sldChg chg="delSp modSp mod">
        <pc:chgData name="Tobias Unger" userId="0a5458e38b5f4a0f" providerId="LiveId" clId="{5C6CAE59-BAC7-4E9C-B1A6-AA8C1CFC41BD}" dt="2026-10-02T15:39:53.673" v="499" actId="20577"/>
        <pc:sldMkLst>
          <pc:docMk/>
          <pc:sldMk cId="1106493487" sldId="502"/>
        </pc:sldMkLst>
        <pc:spChg chg="mod">
          <ac:chgData name="Tobias Unger" userId="0a5458e38b5f4a0f" providerId="LiveId" clId="{5C6CAE59-BAC7-4E9C-B1A6-AA8C1CFC41BD}" dt="2026-10-02T15:39:53.673" v="499" actId="20577"/>
          <ac:spMkLst>
            <pc:docMk/>
            <pc:sldMk cId="1106493487" sldId="502"/>
            <ac:spMk id="1004" creationId="{808922D0-6143-4374-A754-175AF22DCFBD}"/>
          </ac:spMkLst>
        </pc:spChg>
        <pc:spChg chg="mod">
          <ac:chgData name="Tobias Unger" userId="0a5458e38b5f4a0f" providerId="LiveId" clId="{5C6CAE59-BAC7-4E9C-B1A6-AA8C1CFC41BD}" dt="2026-10-02T15:37:49.267" v="482" actId="20577"/>
          <ac:spMkLst>
            <pc:docMk/>
            <pc:sldMk cId="1106493487" sldId="502"/>
            <ac:spMk id="1006" creationId="{01353B30-97F6-4963-B45B-DC86A6F2DEA7}"/>
          </ac:spMkLst>
        </pc:spChg>
        <pc:spChg chg="del">
          <ac:chgData name="Tobias Unger" userId="0a5458e38b5f4a0f" providerId="LiveId" clId="{5C6CAE59-BAC7-4E9C-B1A6-AA8C1CFC41BD}" dt="2026-10-02T15:39:27.941" v="483" actId="478"/>
          <ac:spMkLst>
            <pc:docMk/>
            <pc:sldMk cId="1106493487" sldId="502"/>
            <ac:spMk id="1009" creationId="{0ACE4B2F-0CD0-4108-B3E3-9CCB4C2D0FC9}"/>
          </ac:spMkLst>
        </pc:spChg>
        <pc:spChg chg="del">
          <ac:chgData name="Tobias Unger" userId="0a5458e38b5f4a0f" providerId="LiveId" clId="{5C6CAE59-BAC7-4E9C-B1A6-AA8C1CFC41BD}" dt="2026-10-02T15:39:27.941" v="483" actId="478"/>
          <ac:spMkLst>
            <pc:docMk/>
            <pc:sldMk cId="1106493487" sldId="502"/>
            <ac:spMk id="1010" creationId="{FAEAA48E-8A90-4F86-B239-5766FB090C16}"/>
          </ac:spMkLst>
        </pc:spChg>
        <pc:spChg chg="del">
          <ac:chgData name="Tobias Unger" userId="0a5458e38b5f4a0f" providerId="LiveId" clId="{5C6CAE59-BAC7-4E9C-B1A6-AA8C1CFC41BD}" dt="2026-10-02T15:39:27.941" v="483" actId="478"/>
          <ac:spMkLst>
            <pc:docMk/>
            <pc:sldMk cId="1106493487" sldId="502"/>
            <ac:spMk id="1011" creationId="{717FFB99-0D0E-4E2A-A1DA-78A9B80B2F80}"/>
          </ac:spMkLst>
        </pc:spChg>
        <pc:spChg chg="del">
          <ac:chgData name="Tobias Unger" userId="0a5458e38b5f4a0f" providerId="LiveId" clId="{5C6CAE59-BAC7-4E9C-B1A6-AA8C1CFC41BD}" dt="2026-10-02T15:39:27.941" v="483" actId="478"/>
          <ac:spMkLst>
            <pc:docMk/>
            <pc:sldMk cId="1106493487" sldId="502"/>
            <ac:spMk id="1012" creationId="{900F2CCF-C32B-4CD4-9A70-E318A53D7CC2}"/>
          </ac:spMkLst>
        </pc:spChg>
      </pc:sldChg>
      <pc:sldChg chg="modSp mod">
        <pc:chgData name="Tobias Unger" userId="0a5458e38b5f4a0f" providerId="LiveId" clId="{5C6CAE59-BAC7-4E9C-B1A6-AA8C1CFC41BD}" dt="2026-10-02T15:42:14.247" v="652" actId="20577"/>
        <pc:sldMkLst>
          <pc:docMk/>
          <pc:sldMk cId="1106493487" sldId="504"/>
        </pc:sldMkLst>
        <pc:spChg chg="mod">
          <ac:chgData name="Tobias Unger" userId="0a5458e38b5f4a0f" providerId="LiveId" clId="{5C6CAE59-BAC7-4E9C-B1A6-AA8C1CFC41BD}" dt="2026-10-02T15:42:14.247" v="652" actId="20577"/>
          <ac:spMkLst>
            <pc:docMk/>
            <pc:sldMk cId="1106493487" sldId="504"/>
            <ac:spMk id="1009" creationId="{3A06F77F-D7E6-4E6C-BE2E-0157D1A876A8}"/>
          </ac:spMkLst>
        </pc:spChg>
      </pc:sldChg>
      <pc:sldChg chg="modSp mod">
        <pc:chgData name="Tobias Unger" userId="0a5458e38b5f4a0f" providerId="LiveId" clId="{5C6CAE59-BAC7-4E9C-B1A6-AA8C1CFC41BD}" dt="2026-10-02T15:42:07.274" v="650" actId="6549"/>
        <pc:sldMkLst>
          <pc:docMk/>
          <pc:sldMk cId="1106493487" sldId="505"/>
        </pc:sldMkLst>
        <pc:spChg chg="mod">
          <ac:chgData name="Tobias Unger" userId="0a5458e38b5f4a0f" providerId="LiveId" clId="{5C6CAE59-BAC7-4E9C-B1A6-AA8C1CFC41BD}" dt="2026-10-02T15:42:07.274" v="650" actId="6549"/>
          <ac:spMkLst>
            <pc:docMk/>
            <pc:sldMk cId="1106493487" sldId="505"/>
            <ac:spMk id="1009" creationId="{439011C0-6FFA-49B6-8A8F-8FBE4050D675}"/>
          </ac:spMkLst>
        </pc:spChg>
      </pc:sldChg>
      <pc:sldChg chg="del">
        <pc:chgData name="Tobias Unger" userId="0a5458e38b5f4a0f" providerId="LiveId" clId="{5C6CAE59-BAC7-4E9C-B1A6-AA8C1CFC41BD}" dt="2026-10-02T16:30:20.938" v="1441" actId="47"/>
        <pc:sldMkLst>
          <pc:docMk/>
          <pc:sldMk cId="1106493487" sldId="506"/>
        </pc:sldMkLst>
      </pc:sldChg>
      <pc:sldChg chg="addSp modSp del mod">
        <pc:chgData name="Tobias Unger" userId="0a5458e38b5f4a0f" providerId="LiveId" clId="{5C6CAE59-BAC7-4E9C-B1A6-AA8C1CFC41BD}" dt="2026-10-02T16:59:23.768" v="1768" actId="47"/>
        <pc:sldMkLst>
          <pc:docMk/>
          <pc:sldMk cId="1106493487" sldId="508"/>
        </pc:sldMkLst>
        <pc:spChg chg="add mod">
          <ac:chgData name="Tobias Unger" userId="0a5458e38b5f4a0f" providerId="LiveId" clId="{5C6CAE59-BAC7-4E9C-B1A6-AA8C1CFC41BD}" dt="2026-10-02T16:32:16.228" v="1499" actId="403"/>
          <ac:spMkLst>
            <pc:docMk/>
            <pc:sldMk cId="1106493487" sldId="508"/>
            <ac:spMk id="2" creationId="{384F2686-59C2-44F5-AD55-620C9C339C2D}"/>
          </ac:spMkLst>
        </pc:spChg>
        <pc:spChg chg="mod">
          <ac:chgData name="Tobias Unger" userId="0a5458e38b5f4a0f" providerId="LiveId" clId="{5C6CAE59-BAC7-4E9C-B1A6-AA8C1CFC41BD}" dt="2026-10-02T15:44:27.112" v="655" actId="20577"/>
          <ac:spMkLst>
            <pc:docMk/>
            <pc:sldMk cId="1106493487" sldId="508"/>
            <ac:spMk id="1009" creationId="{4FEEADA6-D95A-4E58-95C3-E9EA50A20404}"/>
          </ac:spMkLst>
        </pc:spChg>
        <pc:spChg chg="mod">
          <ac:chgData name="Tobias Unger" userId="0a5458e38b5f4a0f" providerId="LiveId" clId="{5C6CAE59-BAC7-4E9C-B1A6-AA8C1CFC41BD}" dt="2026-10-02T15:44:25.818" v="654" actId="20577"/>
          <ac:spMkLst>
            <pc:docMk/>
            <pc:sldMk cId="1106493487" sldId="508"/>
            <ac:spMk id="1010" creationId="{3D417465-D6A9-49FE-8464-60E23D2B7111}"/>
          </ac:spMkLst>
        </pc:spChg>
        <pc:spChg chg="mod">
          <ac:chgData name="Tobias Unger" userId="0a5458e38b5f4a0f" providerId="LiveId" clId="{5C6CAE59-BAC7-4E9C-B1A6-AA8C1CFC41BD}" dt="2026-10-02T15:44:21.991" v="653" actId="20577"/>
          <ac:spMkLst>
            <pc:docMk/>
            <pc:sldMk cId="1106493487" sldId="508"/>
            <ac:spMk id="1012" creationId="{F3FA78FB-D3D8-4906-B1CF-BF989B6610E2}"/>
          </ac:spMkLst>
        </pc:spChg>
      </pc:sldChg>
      <pc:sldChg chg="addSp delSp modSp mod">
        <pc:chgData name="Tobias Unger" userId="0a5458e38b5f4a0f" providerId="LiveId" clId="{5C6CAE59-BAC7-4E9C-B1A6-AA8C1CFC41BD}" dt="2026-10-02T16:46:27.007" v="1513" actId="1037"/>
        <pc:sldMkLst>
          <pc:docMk/>
          <pc:sldMk cId="1106493487" sldId="509"/>
        </pc:sldMkLst>
        <pc:spChg chg="add del mod">
          <ac:chgData name="Tobias Unger" userId="0a5458e38b5f4a0f" providerId="LiveId" clId="{5C6CAE59-BAC7-4E9C-B1A6-AA8C1CFC41BD}" dt="2026-10-02T16:03:30.432" v="1160" actId="21"/>
          <ac:spMkLst>
            <pc:docMk/>
            <pc:sldMk cId="1106493487" sldId="509"/>
            <ac:spMk id="3" creationId="{1D26E673-0DAA-9B1A-31F4-6B0AE914A972}"/>
          </ac:spMkLst>
        </pc:spChg>
        <pc:spChg chg="add del mod">
          <ac:chgData name="Tobias Unger" userId="0a5458e38b5f4a0f" providerId="LiveId" clId="{5C6CAE59-BAC7-4E9C-B1A6-AA8C1CFC41BD}" dt="2026-10-02T16:03:30.432" v="1160" actId="21"/>
          <ac:spMkLst>
            <pc:docMk/>
            <pc:sldMk cId="1106493487" sldId="509"/>
            <ac:spMk id="8" creationId="{AE61F004-734C-3F42-47FC-23491E07981D}"/>
          </ac:spMkLst>
        </pc:spChg>
        <pc:spChg chg="add del mod">
          <ac:chgData name="Tobias Unger" userId="0a5458e38b5f4a0f" providerId="LiveId" clId="{5C6CAE59-BAC7-4E9C-B1A6-AA8C1CFC41BD}" dt="2026-10-02T16:03:30.432" v="1160" actId="21"/>
          <ac:spMkLst>
            <pc:docMk/>
            <pc:sldMk cId="1106493487" sldId="509"/>
            <ac:spMk id="10" creationId="{83AF94D2-C1D0-F12D-684C-D0881F878201}"/>
          </ac:spMkLst>
        </pc:spChg>
        <pc:spChg chg="add del mod">
          <ac:chgData name="Tobias Unger" userId="0a5458e38b5f4a0f" providerId="LiveId" clId="{5C6CAE59-BAC7-4E9C-B1A6-AA8C1CFC41BD}" dt="2026-10-02T16:03:30.432" v="1160" actId="21"/>
          <ac:spMkLst>
            <pc:docMk/>
            <pc:sldMk cId="1106493487" sldId="509"/>
            <ac:spMk id="12" creationId="{044C81BB-3E2F-DDA0-2BF2-C9EC2455DA0B}"/>
          </ac:spMkLst>
        </pc:spChg>
        <pc:spChg chg="add del mod">
          <ac:chgData name="Tobias Unger" userId="0a5458e38b5f4a0f" providerId="LiveId" clId="{5C6CAE59-BAC7-4E9C-B1A6-AA8C1CFC41BD}" dt="2026-10-02T16:03:30.432" v="1160" actId="21"/>
          <ac:spMkLst>
            <pc:docMk/>
            <pc:sldMk cId="1106493487" sldId="509"/>
            <ac:spMk id="14" creationId="{04CD089E-CB92-65EF-D72C-E2BC2575D589}"/>
          </ac:spMkLst>
        </pc:spChg>
        <pc:spChg chg="add del mod">
          <ac:chgData name="Tobias Unger" userId="0a5458e38b5f4a0f" providerId="LiveId" clId="{5C6CAE59-BAC7-4E9C-B1A6-AA8C1CFC41BD}" dt="2026-10-02T16:03:30.432" v="1160" actId="21"/>
          <ac:spMkLst>
            <pc:docMk/>
            <pc:sldMk cId="1106493487" sldId="509"/>
            <ac:spMk id="16" creationId="{97847FE9-9276-2768-9A9F-04EDA5EA0943}"/>
          </ac:spMkLst>
        </pc:spChg>
        <pc:spChg chg="add del mod">
          <ac:chgData name="Tobias Unger" userId="0a5458e38b5f4a0f" providerId="LiveId" clId="{5C6CAE59-BAC7-4E9C-B1A6-AA8C1CFC41BD}" dt="2026-10-02T16:03:30.432" v="1160" actId="21"/>
          <ac:spMkLst>
            <pc:docMk/>
            <pc:sldMk cId="1106493487" sldId="509"/>
            <ac:spMk id="18" creationId="{52093896-15D8-2FF0-2A35-6CDC3BBB838C}"/>
          </ac:spMkLst>
        </pc:spChg>
        <pc:spChg chg="add del mod">
          <ac:chgData name="Tobias Unger" userId="0a5458e38b5f4a0f" providerId="LiveId" clId="{5C6CAE59-BAC7-4E9C-B1A6-AA8C1CFC41BD}" dt="2026-10-02T16:03:30.432" v="1160" actId="21"/>
          <ac:spMkLst>
            <pc:docMk/>
            <pc:sldMk cId="1106493487" sldId="509"/>
            <ac:spMk id="20" creationId="{861B9BC1-B1C3-9BA4-B783-80E6733C9F28}"/>
          </ac:spMkLst>
        </pc:spChg>
        <pc:spChg chg="add del mod">
          <ac:chgData name="Tobias Unger" userId="0a5458e38b5f4a0f" providerId="LiveId" clId="{5C6CAE59-BAC7-4E9C-B1A6-AA8C1CFC41BD}" dt="2026-10-02T16:03:30.432" v="1160" actId="21"/>
          <ac:spMkLst>
            <pc:docMk/>
            <pc:sldMk cId="1106493487" sldId="509"/>
            <ac:spMk id="22" creationId="{063F9649-B30E-D588-9DF4-5EBCBD28663A}"/>
          </ac:spMkLst>
        </pc:spChg>
        <pc:spChg chg="add del mod">
          <ac:chgData name="Tobias Unger" userId="0a5458e38b5f4a0f" providerId="LiveId" clId="{5C6CAE59-BAC7-4E9C-B1A6-AA8C1CFC41BD}" dt="2026-10-02T16:03:30.432" v="1160" actId="21"/>
          <ac:spMkLst>
            <pc:docMk/>
            <pc:sldMk cId="1106493487" sldId="509"/>
            <ac:spMk id="24" creationId="{0B1C16CA-FF21-42F2-1EC9-603607730B3F}"/>
          </ac:spMkLst>
        </pc:spChg>
        <pc:spChg chg="mod">
          <ac:chgData name="Tobias Unger" userId="0a5458e38b5f4a0f" providerId="LiveId" clId="{5C6CAE59-BAC7-4E9C-B1A6-AA8C1CFC41BD}" dt="2026-10-02T16:03:14.029" v="1069" actId="27636"/>
          <ac:spMkLst>
            <pc:docMk/>
            <pc:sldMk cId="1106493487" sldId="509"/>
            <ac:spMk id="26" creationId="{9389A85D-2E19-223B-2296-CF8E25BCE52A}"/>
          </ac:spMkLst>
        </pc:spChg>
        <pc:spChg chg="add mod">
          <ac:chgData name="Tobias Unger" userId="0a5458e38b5f4a0f" providerId="LiveId" clId="{5C6CAE59-BAC7-4E9C-B1A6-AA8C1CFC41BD}" dt="2026-10-02T16:05:01.643" v="1376" actId="1037"/>
          <ac:spMkLst>
            <pc:docMk/>
            <pc:sldMk cId="1106493487" sldId="509"/>
            <ac:spMk id="28" creationId="{FB4AC40B-D575-CE46-9C3C-D88DDDEBDFFC}"/>
          </ac:spMkLst>
        </pc:spChg>
        <pc:spChg chg="add mod">
          <ac:chgData name="Tobias Unger" userId="0a5458e38b5f4a0f" providerId="LiveId" clId="{5C6CAE59-BAC7-4E9C-B1A6-AA8C1CFC41BD}" dt="2026-10-02T16:05:01.643" v="1376" actId="1037"/>
          <ac:spMkLst>
            <pc:docMk/>
            <pc:sldMk cId="1106493487" sldId="509"/>
            <ac:spMk id="30" creationId="{FC25956C-F9E8-22C7-40D1-42205E064E21}"/>
          </ac:spMkLst>
        </pc:spChg>
        <pc:spChg chg="add mod">
          <ac:chgData name="Tobias Unger" userId="0a5458e38b5f4a0f" providerId="LiveId" clId="{5C6CAE59-BAC7-4E9C-B1A6-AA8C1CFC41BD}" dt="2026-10-02T16:05:01.643" v="1376" actId="1037"/>
          <ac:spMkLst>
            <pc:docMk/>
            <pc:sldMk cId="1106493487" sldId="509"/>
            <ac:spMk id="32" creationId="{13151373-9620-43F2-D9CE-F1C65F1A51B7}"/>
          </ac:spMkLst>
        </pc:spChg>
        <pc:spChg chg="add mod">
          <ac:chgData name="Tobias Unger" userId="0a5458e38b5f4a0f" providerId="LiveId" clId="{5C6CAE59-BAC7-4E9C-B1A6-AA8C1CFC41BD}" dt="2026-10-02T16:05:01.643" v="1376" actId="1037"/>
          <ac:spMkLst>
            <pc:docMk/>
            <pc:sldMk cId="1106493487" sldId="509"/>
            <ac:spMk id="34" creationId="{29EE048F-C1E2-04B2-7A6E-394C418526AF}"/>
          </ac:spMkLst>
        </pc:spChg>
        <pc:spChg chg="add mod">
          <ac:chgData name="Tobias Unger" userId="0a5458e38b5f4a0f" providerId="LiveId" clId="{5C6CAE59-BAC7-4E9C-B1A6-AA8C1CFC41BD}" dt="2026-10-02T16:05:01.643" v="1376" actId="1037"/>
          <ac:spMkLst>
            <pc:docMk/>
            <pc:sldMk cId="1106493487" sldId="509"/>
            <ac:spMk id="36" creationId="{D28BF024-2692-F460-CEDE-F10B46B37BC4}"/>
          </ac:spMkLst>
        </pc:spChg>
        <pc:spChg chg="add mod">
          <ac:chgData name="Tobias Unger" userId="0a5458e38b5f4a0f" providerId="LiveId" clId="{5C6CAE59-BAC7-4E9C-B1A6-AA8C1CFC41BD}" dt="2026-10-02T16:05:01.643" v="1376" actId="1037"/>
          <ac:spMkLst>
            <pc:docMk/>
            <pc:sldMk cId="1106493487" sldId="509"/>
            <ac:spMk id="38" creationId="{81F695D2-5C04-984E-79AF-8B67659BEE74}"/>
          </ac:spMkLst>
        </pc:spChg>
        <pc:spChg chg="add mod">
          <ac:chgData name="Tobias Unger" userId="0a5458e38b5f4a0f" providerId="LiveId" clId="{5C6CAE59-BAC7-4E9C-B1A6-AA8C1CFC41BD}" dt="2026-10-02T16:05:01.643" v="1376" actId="1037"/>
          <ac:spMkLst>
            <pc:docMk/>
            <pc:sldMk cId="1106493487" sldId="509"/>
            <ac:spMk id="40" creationId="{2CFF33D7-A15C-6611-50B7-216929EE5F4D}"/>
          </ac:spMkLst>
        </pc:spChg>
        <pc:spChg chg="add mod">
          <ac:chgData name="Tobias Unger" userId="0a5458e38b5f4a0f" providerId="LiveId" clId="{5C6CAE59-BAC7-4E9C-B1A6-AA8C1CFC41BD}" dt="2026-10-02T16:05:01.643" v="1376" actId="1037"/>
          <ac:spMkLst>
            <pc:docMk/>
            <pc:sldMk cId="1106493487" sldId="509"/>
            <ac:spMk id="42" creationId="{1DC5DF24-28E4-3594-6B86-91C188BA0C81}"/>
          </ac:spMkLst>
        </pc:spChg>
        <pc:spChg chg="mod">
          <ac:chgData name="Tobias Unger" userId="0a5458e38b5f4a0f" providerId="LiveId" clId="{5C6CAE59-BAC7-4E9C-B1A6-AA8C1CFC41BD}" dt="2026-10-02T15:56:23.247" v="778" actId="120"/>
          <ac:spMkLst>
            <pc:docMk/>
            <pc:sldMk cId="1106493487" sldId="509"/>
            <ac:spMk id="1004" creationId="{53F8AE99-821F-423C-ADCC-F340EDF2D1DE}"/>
          </ac:spMkLst>
        </pc:spChg>
        <pc:spChg chg="mod">
          <ac:chgData name="Tobias Unger" userId="0a5458e38b5f4a0f" providerId="LiveId" clId="{5C6CAE59-BAC7-4E9C-B1A6-AA8C1CFC41BD}" dt="2026-10-02T16:01:10.332" v="1008" actId="14100"/>
          <ac:spMkLst>
            <pc:docMk/>
            <pc:sldMk cId="1106493487" sldId="509"/>
            <ac:spMk id="1007" creationId="{E6A18E1D-2166-42EB-81A8-F13C249FE7B9}"/>
          </ac:spMkLst>
        </pc:spChg>
        <pc:spChg chg="mod">
          <ac:chgData name="Tobias Unger" userId="0a5458e38b5f4a0f" providerId="LiveId" clId="{5C6CAE59-BAC7-4E9C-B1A6-AA8C1CFC41BD}" dt="2026-10-02T16:31:50.802" v="1476" actId="208"/>
          <ac:spMkLst>
            <pc:docMk/>
            <pc:sldMk cId="1106493487" sldId="509"/>
            <ac:spMk id="1008" creationId="{F3FA55B6-7962-4CB7-8D4E-A6659A4DB67F}"/>
          </ac:spMkLst>
        </pc:spChg>
        <pc:spChg chg="mod">
          <ac:chgData name="Tobias Unger" userId="0a5458e38b5f4a0f" providerId="LiveId" clId="{5C6CAE59-BAC7-4E9C-B1A6-AA8C1CFC41BD}" dt="2026-10-02T16:01:05.768" v="1006" actId="1036"/>
          <ac:spMkLst>
            <pc:docMk/>
            <pc:sldMk cId="1106493487" sldId="509"/>
            <ac:spMk id="1009" creationId="{1809F7FE-64BD-47B1-9087-9B8E3525DB95}"/>
          </ac:spMkLst>
        </pc:spChg>
        <pc:spChg chg="mod">
          <ac:chgData name="Tobias Unger" userId="0a5458e38b5f4a0f" providerId="LiveId" clId="{5C6CAE59-BAC7-4E9C-B1A6-AA8C1CFC41BD}" dt="2026-10-02T16:31:43.693" v="1475" actId="207"/>
          <ac:spMkLst>
            <pc:docMk/>
            <pc:sldMk cId="1106493487" sldId="509"/>
            <ac:spMk id="1010" creationId="{44DC8F82-30EC-41BF-B8EB-01D5B1E9ADBA}"/>
          </ac:spMkLst>
        </pc:spChg>
        <pc:spChg chg="mod">
          <ac:chgData name="Tobias Unger" userId="0a5458e38b5f4a0f" providerId="LiveId" clId="{5C6CAE59-BAC7-4E9C-B1A6-AA8C1CFC41BD}" dt="2026-10-02T16:00:50.586" v="976" actId="1036"/>
          <ac:spMkLst>
            <pc:docMk/>
            <pc:sldMk cId="1106493487" sldId="509"/>
            <ac:spMk id="1014" creationId="{BF925AE4-B5DF-4F86-AE91-DF5C60F72CBC}"/>
          </ac:spMkLst>
        </pc:spChg>
        <pc:spChg chg="mod">
          <ac:chgData name="Tobias Unger" userId="0a5458e38b5f4a0f" providerId="LiveId" clId="{5C6CAE59-BAC7-4E9C-B1A6-AA8C1CFC41BD}" dt="2026-10-02T16:00:50.586" v="976" actId="1036"/>
          <ac:spMkLst>
            <pc:docMk/>
            <pc:sldMk cId="1106493487" sldId="509"/>
            <ac:spMk id="1015" creationId="{70D1634B-182F-4522-A2EA-FC4280D89DCE}"/>
          </ac:spMkLst>
        </pc:spChg>
        <pc:spChg chg="mod">
          <ac:chgData name="Tobias Unger" userId="0a5458e38b5f4a0f" providerId="LiveId" clId="{5C6CAE59-BAC7-4E9C-B1A6-AA8C1CFC41BD}" dt="2026-10-02T16:46:27.007" v="1513" actId="1037"/>
          <ac:spMkLst>
            <pc:docMk/>
            <pc:sldMk cId="1106493487" sldId="509"/>
            <ac:spMk id="1016" creationId="{92F92F70-E486-48E8-AD73-4EAF0D6040B3}"/>
          </ac:spMkLst>
        </pc:spChg>
      </pc:sldChg>
      <pc:sldChg chg="addSp modSp mod">
        <pc:chgData name="Tobias Unger" userId="0a5458e38b5f4a0f" providerId="LiveId" clId="{5C6CAE59-BAC7-4E9C-B1A6-AA8C1CFC41BD}" dt="2026-10-02T16:46:43.759" v="1515" actId="1076"/>
        <pc:sldMkLst>
          <pc:docMk/>
          <pc:sldMk cId="1106493487" sldId="510"/>
        </pc:sldMkLst>
        <pc:picChg chg="add mod">
          <ac:chgData name="Tobias Unger" userId="0a5458e38b5f4a0f" providerId="LiveId" clId="{5C6CAE59-BAC7-4E9C-B1A6-AA8C1CFC41BD}" dt="2026-10-02T16:46:43.759" v="1515" actId="1076"/>
          <ac:picMkLst>
            <pc:docMk/>
            <pc:sldMk cId="1106493487" sldId="510"/>
            <ac:picMk id="2" creationId="{C5088F6C-1511-32DE-CD13-3342F24CB9FF}"/>
          </ac:picMkLst>
        </pc:picChg>
      </pc:sldChg>
      <pc:sldChg chg="modSp mod">
        <pc:chgData name="Tobias Unger" userId="0a5458e38b5f4a0f" providerId="LiveId" clId="{5C6CAE59-BAC7-4E9C-B1A6-AA8C1CFC41BD}" dt="2026-10-02T16:54:11.279" v="1766" actId="1036"/>
        <pc:sldMkLst>
          <pc:docMk/>
          <pc:sldMk cId="1106493487" sldId="512"/>
        </pc:sldMkLst>
        <pc:spChg chg="mod">
          <ac:chgData name="Tobias Unger" userId="0a5458e38b5f4a0f" providerId="LiveId" clId="{5C6CAE59-BAC7-4E9C-B1A6-AA8C1CFC41BD}" dt="2026-10-02T16:54:04.864" v="1753" actId="1037"/>
          <ac:spMkLst>
            <pc:docMk/>
            <pc:sldMk cId="1106493487" sldId="512"/>
            <ac:spMk id="1003" creationId="{72B74606-102F-4175-9DB8-51E3A125FFEC}"/>
          </ac:spMkLst>
        </pc:spChg>
        <pc:spChg chg="mod">
          <ac:chgData name="Tobias Unger" userId="0a5458e38b5f4a0f" providerId="LiveId" clId="{5C6CAE59-BAC7-4E9C-B1A6-AA8C1CFC41BD}" dt="2026-10-02T16:54:04.864" v="1753" actId="1037"/>
          <ac:spMkLst>
            <pc:docMk/>
            <pc:sldMk cId="1106493487" sldId="512"/>
            <ac:spMk id="1004" creationId="{8F3FA940-90C6-4A3D-AA01-7F3332E9014D}"/>
          </ac:spMkLst>
        </pc:spChg>
        <pc:spChg chg="mod">
          <ac:chgData name="Tobias Unger" userId="0a5458e38b5f4a0f" providerId="LiveId" clId="{5C6CAE59-BAC7-4E9C-B1A6-AA8C1CFC41BD}" dt="2026-10-02T16:54:04.864" v="1753" actId="1037"/>
          <ac:spMkLst>
            <pc:docMk/>
            <pc:sldMk cId="1106493487" sldId="512"/>
            <ac:spMk id="1005" creationId="{BC86444D-A9B6-418E-BEEA-DD6D9DC6EE01}"/>
          </ac:spMkLst>
        </pc:spChg>
        <pc:spChg chg="mod">
          <ac:chgData name="Tobias Unger" userId="0a5458e38b5f4a0f" providerId="LiveId" clId="{5C6CAE59-BAC7-4E9C-B1A6-AA8C1CFC41BD}" dt="2026-10-02T16:54:04.864" v="1753" actId="1037"/>
          <ac:spMkLst>
            <pc:docMk/>
            <pc:sldMk cId="1106493487" sldId="512"/>
            <ac:spMk id="1006" creationId="{73FDCB29-0031-4C87-9CF6-2D0BBE815EF9}"/>
          </ac:spMkLst>
        </pc:spChg>
        <pc:spChg chg="mod">
          <ac:chgData name="Tobias Unger" userId="0a5458e38b5f4a0f" providerId="LiveId" clId="{5C6CAE59-BAC7-4E9C-B1A6-AA8C1CFC41BD}" dt="2026-10-02T16:54:04.864" v="1753" actId="1037"/>
          <ac:spMkLst>
            <pc:docMk/>
            <pc:sldMk cId="1106493487" sldId="512"/>
            <ac:spMk id="1007" creationId="{196F3EA7-FA3B-4A61-B5F5-401C8CF494EE}"/>
          </ac:spMkLst>
        </pc:spChg>
        <pc:spChg chg="mod">
          <ac:chgData name="Tobias Unger" userId="0a5458e38b5f4a0f" providerId="LiveId" clId="{5C6CAE59-BAC7-4E9C-B1A6-AA8C1CFC41BD}" dt="2026-10-02T16:54:04.864" v="1753" actId="1037"/>
          <ac:spMkLst>
            <pc:docMk/>
            <pc:sldMk cId="1106493487" sldId="512"/>
            <ac:spMk id="1008" creationId="{518E772B-2299-45A5-9731-0FBB03B056D5}"/>
          </ac:spMkLst>
        </pc:spChg>
        <pc:spChg chg="mod">
          <ac:chgData name="Tobias Unger" userId="0a5458e38b5f4a0f" providerId="LiveId" clId="{5C6CAE59-BAC7-4E9C-B1A6-AA8C1CFC41BD}" dt="2026-10-02T16:54:04.864" v="1753" actId="1037"/>
          <ac:spMkLst>
            <pc:docMk/>
            <pc:sldMk cId="1106493487" sldId="512"/>
            <ac:spMk id="1009" creationId="{38E55A21-ED92-408E-844E-61389314752C}"/>
          </ac:spMkLst>
        </pc:spChg>
        <pc:spChg chg="mod">
          <ac:chgData name="Tobias Unger" userId="0a5458e38b5f4a0f" providerId="LiveId" clId="{5C6CAE59-BAC7-4E9C-B1A6-AA8C1CFC41BD}" dt="2026-10-02T16:54:11.279" v="1766" actId="1036"/>
          <ac:spMkLst>
            <pc:docMk/>
            <pc:sldMk cId="1106493487" sldId="512"/>
            <ac:spMk id="1010" creationId="{D234FBCF-B69D-4AE1-A8B0-02A57F89C92B}"/>
          </ac:spMkLst>
        </pc:spChg>
        <pc:spChg chg="mod">
          <ac:chgData name="Tobias Unger" userId="0a5458e38b5f4a0f" providerId="LiveId" clId="{5C6CAE59-BAC7-4E9C-B1A6-AA8C1CFC41BD}" dt="2026-10-02T16:54:11.279" v="1766" actId="1036"/>
          <ac:spMkLst>
            <pc:docMk/>
            <pc:sldMk cId="1106493487" sldId="512"/>
            <ac:spMk id="1011" creationId="{63671181-1977-4B60-A38B-05721186480C}"/>
          </ac:spMkLst>
        </pc:spChg>
        <pc:spChg chg="mod">
          <ac:chgData name="Tobias Unger" userId="0a5458e38b5f4a0f" providerId="LiveId" clId="{5C6CAE59-BAC7-4E9C-B1A6-AA8C1CFC41BD}" dt="2026-10-02T16:53:53.883" v="1717" actId="1076"/>
          <ac:spMkLst>
            <pc:docMk/>
            <pc:sldMk cId="1106493487" sldId="512"/>
            <ac:spMk id="1012" creationId="{3808468A-C58E-4065-A915-87F8165B1860}"/>
          </ac:spMkLst>
        </pc:spChg>
        <pc:picChg chg="mod modCrop">
          <ac:chgData name="Tobias Unger" userId="0a5458e38b5f4a0f" providerId="LiveId" clId="{5C6CAE59-BAC7-4E9C-B1A6-AA8C1CFC41BD}" dt="2026-10-02T16:53:42.532" v="1695" actId="1076"/>
          <ac:picMkLst>
            <pc:docMk/>
            <pc:sldMk cId="1106493487" sldId="512"/>
            <ac:picMk id="1013" creationId="{00000000-0000-0000-0000-000000000000}"/>
          </ac:picMkLst>
        </pc:picChg>
      </pc:sldChg>
      <pc:sldChg chg="delSp modSp add del mod">
        <pc:chgData name="Tobias Unger" userId="0a5458e38b5f4a0f" providerId="LiveId" clId="{5C6CAE59-BAC7-4E9C-B1A6-AA8C1CFC41BD}" dt="2026-10-02T14:55:34.410" v="458" actId="47"/>
        <pc:sldMkLst>
          <pc:docMk/>
          <pc:sldMk cId="2736207691" sldId="514"/>
        </pc:sldMkLst>
        <pc:picChg chg="del mod modCrop">
          <ac:chgData name="Tobias Unger" userId="0a5458e38b5f4a0f" providerId="LiveId" clId="{5C6CAE59-BAC7-4E9C-B1A6-AA8C1CFC41BD}" dt="2026-10-02T14:48:02.115" v="363" actId="21"/>
          <ac:picMkLst>
            <pc:docMk/>
            <pc:sldMk cId="2736207691" sldId="514"/>
            <ac:picMk id="1009" creationId="{52263730-AF5F-DC18-9A4F-4670FFB7B403}"/>
          </ac:picMkLst>
        </pc:picChg>
      </pc:sldChg>
      <pc:sldChg chg="addSp modSp add mod">
        <pc:chgData name="Tobias Unger" userId="0a5458e38b5f4a0f" providerId="LiveId" clId="{5C6CAE59-BAC7-4E9C-B1A6-AA8C1CFC41BD}" dt="2026-10-02T14:54:59.148" v="456" actId="1076"/>
        <pc:sldMkLst>
          <pc:docMk/>
          <pc:sldMk cId="1504766625" sldId="515"/>
        </pc:sldMkLst>
        <pc:spChg chg="mod">
          <ac:chgData name="Tobias Unger" userId="0a5458e38b5f4a0f" providerId="LiveId" clId="{5C6CAE59-BAC7-4E9C-B1A6-AA8C1CFC41BD}" dt="2026-10-02T14:54:59.148" v="456" actId="1076"/>
          <ac:spMkLst>
            <pc:docMk/>
            <pc:sldMk cId="1504766625" sldId="515"/>
            <ac:spMk id="2" creationId="{13C243C5-59C3-0C50-277A-7D93A49711B1}"/>
          </ac:spMkLst>
        </pc:spChg>
        <pc:spChg chg="add mod">
          <ac:chgData name="Tobias Unger" userId="0a5458e38b5f4a0f" providerId="LiveId" clId="{5C6CAE59-BAC7-4E9C-B1A6-AA8C1CFC41BD}" dt="2026-10-02T14:53:30.177" v="452" actId="242"/>
          <ac:spMkLst>
            <pc:docMk/>
            <pc:sldMk cId="1504766625" sldId="515"/>
            <ac:spMk id="3" creationId="{7A771CDB-B4DE-DAA3-20B8-E54914C6565E}"/>
          </ac:spMkLst>
        </pc:spChg>
        <pc:spChg chg="mod">
          <ac:chgData name="Tobias Unger" userId="0a5458e38b5f4a0f" providerId="LiveId" clId="{5C6CAE59-BAC7-4E9C-B1A6-AA8C1CFC41BD}" dt="2026-10-02T14:54:33.535" v="455"/>
          <ac:spMkLst>
            <pc:docMk/>
            <pc:sldMk cId="1504766625" sldId="515"/>
            <ac:spMk id="5" creationId="{A3D23DA7-473F-2E99-6799-85294DE4E1E5}"/>
          </ac:spMkLst>
        </pc:spChg>
      </pc:sldChg>
      <pc:sldChg chg="addSp delSp modSp new del mod">
        <pc:chgData name="Tobias Unger" userId="0a5458e38b5f4a0f" providerId="LiveId" clId="{5C6CAE59-BAC7-4E9C-B1A6-AA8C1CFC41BD}" dt="2026-10-02T16:30:38.099" v="1442" actId="47"/>
        <pc:sldMkLst>
          <pc:docMk/>
          <pc:sldMk cId="115382278" sldId="516"/>
        </pc:sldMkLst>
        <pc:spChg chg="del">
          <ac:chgData name="Tobias Unger" userId="0a5458e38b5f4a0f" providerId="LiveId" clId="{5C6CAE59-BAC7-4E9C-B1A6-AA8C1CFC41BD}" dt="2026-10-02T16:03:35.744" v="1162" actId="478"/>
          <ac:spMkLst>
            <pc:docMk/>
            <pc:sldMk cId="115382278" sldId="516"/>
            <ac:spMk id="2" creationId="{2EC56BDD-BFDD-9CBF-EFC2-54DBBADB0C1A}"/>
          </ac:spMkLst>
        </pc:spChg>
        <pc:spChg chg="del">
          <ac:chgData name="Tobias Unger" userId="0a5458e38b5f4a0f" providerId="LiveId" clId="{5C6CAE59-BAC7-4E9C-B1A6-AA8C1CFC41BD}" dt="2026-10-02T16:04:25.624" v="1203" actId="21"/>
          <ac:spMkLst>
            <pc:docMk/>
            <pc:sldMk cId="115382278" sldId="516"/>
            <ac:spMk id="8" creationId="{76D1AE9E-81AB-45C4-4DA1-8698A3562E6C}"/>
          </ac:spMkLst>
        </pc:spChg>
        <pc:spChg chg="add del mod">
          <ac:chgData name="Tobias Unger" userId="0a5458e38b5f4a0f" providerId="LiveId" clId="{5C6CAE59-BAC7-4E9C-B1A6-AA8C1CFC41BD}" dt="2026-10-02T16:04:25.624" v="1203" actId="21"/>
          <ac:spMkLst>
            <pc:docMk/>
            <pc:sldMk cId="115382278" sldId="516"/>
            <ac:spMk id="10" creationId="{F3323B53-87A0-6FBE-1772-47E9A66897E9}"/>
          </ac:spMkLst>
        </pc:spChg>
        <pc:spChg chg="add del mod">
          <ac:chgData name="Tobias Unger" userId="0a5458e38b5f4a0f" providerId="LiveId" clId="{5C6CAE59-BAC7-4E9C-B1A6-AA8C1CFC41BD}" dt="2026-10-02T16:04:25.624" v="1203" actId="21"/>
          <ac:spMkLst>
            <pc:docMk/>
            <pc:sldMk cId="115382278" sldId="516"/>
            <ac:spMk id="12" creationId="{751236B8-7D69-9B67-FC77-E0D8C4CC0772}"/>
          </ac:spMkLst>
        </pc:spChg>
        <pc:spChg chg="add del mod">
          <ac:chgData name="Tobias Unger" userId="0a5458e38b5f4a0f" providerId="LiveId" clId="{5C6CAE59-BAC7-4E9C-B1A6-AA8C1CFC41BD}" dt="2026-10-02T16:04:25.624" v="1203" actId="21"/>
          <ac:spMkLst>
            <pc:docMk/>
            <pc:sldMk cId="115382278" sldId="516"/>
            <ac:spMk id="14" creationId="{87F27632-E7C7-4A23-97C0-3B71AF0E750F}"/>
          </ac:spMkLst>
        </pc:spChg>
        <pc:spChg chg="add del mod">
          <ac:chgData name="Tobias Unger" userId="0a5458e38b5f4a0f" providerId="LiveId" clId="{5C6CAE59-BAC7-4E9C-B1A6-AA8C1CFC41BD}" dt="2026-10-02T16:04:25.624" v="1203" actId="21"/>
          <ac:spMkLst>
            <pc:docMk/>
            <pc:sldMk cId="115382278" sldId="516"/>
            <ac:spMk id="16" creationId="{51559637-52FD-5AFA-6F2D-4560241EA13A}"/>
          </ac:spMkLst>
        </pc:spChg>
        <pc:spChg chg="add del mod">
          <ac:chgData name="Tobias Unger" userId="0a5458e38b5f4a0f" providerId="LiveId" clId="{5C6CAE59-BAC7-4E9C-B1A6-AA8C1CFC41BD}" dt="2026-10-02T16:04:25.624" v="1203" actId="21"/>
          <ac:spMkLst>
            <pc:docMk/>
            <pc:sldMk cId="115382278" sldId="516"/>
            <ac:spMk id="18" creationId="{CB24E68B-9C29-FE20-08E5-C87550B672D8}"/>
          </ac:spMkLst>
        </pc:spChg>
        <pc:spChg chg="add del mod">
          <ac:chgData name="Tobias Unger" userId="0a5458e38b5f4a0f" providerId="LiveId" clId="{5C6CAE59-BAC7-4E9C-B1A6-AA8C1CFC41BD}" dt="2026-10-02T16:04:25.624" v="1203" actId="21"/>
          <ac:spMkLst>
            <pc:docMk/>
            <pc:sldMk cId="115382278" sldId="516"/>
            <ac:spMk id="20" creationId="{CA7FDA6B-D9B5-9BCB-4EB9-3B05A10F787E}"/>
          </ac:spMkLst>
        </pc:spChg>
        <pc:spChg chg="add del mod">
          <ac:chgData name="Tobias Unger" userId="0a5458e38b5f4a0f" providerId="LiveId" clId="{5C6CAE59-BAC7-4E9C-B1A6-AA8C1CFC41BD}" dt="2026-10-02T16:04:25.624" v="1203" actId="21"/>
          <ac:spMkLst>
            <pc:docMk/>
            <pc:sldMk cId="115382278" sldId="516"/>
            <ac:spMk id="22" creationId="{41F93E9F-8FEB-6B56-548A-DFC53952BBC8}"/>
          </ac:spMkLst>
        </pc:spChg>
        <pc:spChg chg="add del mod">
          <ac:chgData name="Tobias Unger" userId="0a5458e38b5f4a0f" providerId="LiveId" clId="{5C6CAE59-BAC7-4E9C-B1A6-AA8C1CFC41BD}" dt="2026-10-02T16:03:43.174" v="1199" actId="478"/>
          <ac:spMkLst>
            <pc:docMk/>
            <pc:sldMk cId="115382278" sldId="516"/>
            <ac:spMk id="24" creationId="{ED8EBD0E-33C0-8345-BB28-8FB0CCE207B1}"/>
          </ac:spMkLst>
        </pc:spChg>
        <pc:spChg chg="add del mod">
          <ac:chgData name="Tobias Unger" userId="0a5458e38b5f4a0f" providerId="LiveId" clId="{5C6CAE59-BAC7-4E9C-B1A6-AA8C1CFC41BD}" dt="2026-10-02T16:03:48.675" v="1201" actId="478"/>
          <ac:spMkLst>
            <pc:docMk/>
            <pc:sldMk cId="115382278" sldId="516"/>
            <ac:spMk id="26" creationId="{F6E6DA25-D830-1D17-9F3D-AE0F2E257DA7}"/>
          </ac:spMkLst>
        </pc:spChg>
        <pc:spChg chg="add del mod">
          <ac:chgData name="Tobias Unger" userId="0a5458e38b5f4a0f" providerId="LiveId" clId="{5C6CAE59-BAC7-4E9C-B1A6-AA8C1CFC41BD}" dt="2026-10-02T16:03:45.930" v="1200" actId="478"/>
          <ac:spMkLst>
            <pc:docMk/>
            <pc:sldMk cId="115382278" sldId="516"/>
            <ac:spMk id="28" creationId="{8B94B8B0-DE76-80FC-B366-F974ED2AB1E1}"/>
          </ac:spMkLst>
        </pc:spChg>
        <pc:spChg chg="add mod">
          <ac:chgData name="Tobias Unger" userId="0a5458e38b5f4a0f" providerId="LiveId" clId="{5C6CAE59-BAC7-4E9C-B1A6-AA8C1CFC41BD}" dt="2026-10-02T16:04:11.221" v="1202" actId="767"/>
          <ac:spMkLst>
            <pc:docMk/>
            <pc:sldMk cId="115382278" sldId="516"/>
            <ac:spMk id="29" creationId="{4CB23020-0145-A948-DB67-15AB3ABB5262}"/>
          </ac:spMkLst>
        </pc:spChg>
      </pc:sldChg>
      <pc:sldChg chg="add">
        <pc:chgData name="Tobias Unger" userId="0a5458e38b5f4a0f" providerId="LiveId" clId="{5C6CAE59-BAC7-4E9C-B1A6-AA8C1CFC41BD}" dt="2026-10-02T16:30:09.293" v="1440"/>
        <pc:sldMkLst>
          <pc:docMk/>
          <pc:sldMk cId="3355191270" sldId="517"/>
        </pc:sldMkLst>
      </pc:sldChg>
      <pc:sldChg chg="add">
        <pc:chgData name="Tobias Unger" userId="0a5458e38b5f4a0f" providerId="LiveId" clId="{5C6CAE59-BAC7-4E9C-B1A6-AA8C1CFC41BD}" dt="2026-10-02T16:59:19.142" v="1767"/>
        <pc:sldMkLst>
          <pc:docMk/>
          <pc:sldMk cId="2791437818" sldId="518"/>
        </pc:sldMkLst>
      </pc:sldChg>
      <pc:sldMasterChg chg="delSldLayout modSldLayout">
        <pc:chgData name="Tobias Unger" userId="0a5458e38b5f4a0f" providerId="LiveId" clId="{5C6CAE59-BAC7-4E9C-B1A6-AA8C1CFC41BD}" dt="2026-10-02T10:07:10.517" v="158" actId="20577"/>
        <pc:sldMasterMkLst>
          <pc:docMk/>
          <pc:sldMasterMk cId="921850606" sldId="2147483823"/>
        </pc:sldMasterMkLst>
        <pc:sldLayoutChg chg="modSp mod">
          <pc:chgData name="Tobias Unger" userId="0a5458e38b5f4a0f" providerId="LiveId" clId="{5C6CAE59-BAC7-4E9C-B1A6-AA8C1CFC41BD}" dt="2026-10-02T10:05:56.679" v="124" actId="20577"/>
          <pc:sldLayoutMkLst>
            <pc:docMk/>
            <pc:sldMasterMk cId="921850606" sldId="2147483823"/>
            <pc:sldLayoutMk cId="1401137780" sldId="2147483824"/>
          </pc:sldLayoutMkLst>
          <pc:spChg chg="mod">
            <ac:chgData name="Tobias Unger" userId="0a5458e38b5f4a0f" providerId="LiveId" clId="{5C6CAE59-BAC7-4E9C-B1A6-AA8C1CFC41BD}" dt="2026-10-02T10:05:56.679" v="124" actId="20577"/>
            <ac:spMkLst>
              <pc:docMk/>
              <pc:sldMasterMk cId="921850606" sldId="2147483823"/>
              <pc:sldLayoutMk cId="1401137780" sldId="2147483824"/>
              <ac:spMk id="4" creationId="{F600A371-89E2-ED47-9691-9E9170B97BE8}"/>
            </ac:spMkLst>
          </pc:spChg>
        </pc:sldLayoutChg>
        <pc:sldLayoutChg chg="modSp mod">
          <pc:chgData name="Tobias Unger" userId="0a5458e38b5f4a0f" providerId="LiveId" clId="{5C6CAE59-BAC7-4E9C-B1A6-AA8C1CFC41BD}" dt="2026-10-02T10:07:10.517" v="158" actId="20577"/>
          <pc:sldLayoutMkLst>
            <pc:docMk/>
            <pc:sldMasterMk cId="921850606" sldId="2147483823"/>
            <pc:sldLayoutMk cId="2257337023" sldId="2147483825"/>
          </pc:sldLayoutMkLst>
          <pc:spChg chg="mod">
            <ac:chgData name="Tobias Unger" userId="0a5458e38b5f4a0f" providerId="LiveId" clId="{5C6CAE59-BAC7-4E9C-B1A6-AA8C1CFC41BD}" dt="2026-10-02T10:07:10.517" v="158" actId="20577"/>
            <ac:spMkLst>
              <pc:docMk/>
              <pc:sldMasterMk cId="921850606" sldId="2147483823"/>
              <pc:sldLayoutMk cId="2257337023" sldId="2147483825"/>
              <ac:spMk id="8" creationId="{C8BD6479-55DD-AC47-9F75-3DCC5AA8DAAA}"/>
            </ac:spMkLst>
          </pc:spChg>
        </pc:sldLayoutChg>
        <pc:sldLayoutChg chg="del">
          <pc:chgData name="Tobias Unger" userId="0a5458e38b5f4a0f" providerId="LiveId" clId="{5C6CAE59-BAC7-4E9C-B1A6-AA8C1CFC41BD}" dt="2026-10-02T09:51:23.201" v="11" actId="47"/>
          <pc:sldLayoutMkLst>
            <pc:docMk/>
            <pc:sldMasterMk cId="921850606" sldId="2147483823"/>
            <pc:sldLayoutMk cId="400087694" sldId="2147483871"/>
          </pc:sldLayoutMkLst>
        </pc:sldLayoutChg>
        <pc:sldLayoutChg chg="del">
          <pc:chgData name="Tobias Unger" userId="0a5458e38b5f4a0f" providerId="LiveId" clId="{5C6CAE59-BAC7-4E9C-B1A6-AA8C1CFC41BD}" dt="2026-10-02T09:51:26.772" v="17" actId="47"/>
          <pc:sldLayoutMkLst>
            <pc:docMk/>
            <pc:sldMasterMk cId="921850606" sldId="2147483823"/>
            <pc:sldLayoutMk cId="715836009" sldId="2147483872"/>
          </pc:sldLayoutMkLst>
        </pc:sldLayoutChg>
      </pc:sldMasterChg>
      <pc:sldMasterChg chg="modSldLayout sldLayoutOrd">
        <pc:chgData name="Tobias Unger" userId="0a5458e38b5f4a0f" providerId="LiveId" clId="{5C6CAE59-BAC7-4E9C-B1A6-AA8C1CFC41BD}" dt="2026-10-02T10:09:08.682" v="198" actId="20577"/>
        <pc:sldMasterMkLst>
          <pc:docMk/>
          <pc:sldMasterMk cId="2534388412" sldId="2147483826"/>
        </pc:sldMasterMkLst>
        <pc:sldLayoutChg chg="modSp mod">
          <pc:chgData name="Tobias Unger" userId="0a5458e38b5f4a0f" providerId="LiveId" clId="{5C6CAE59-BAC7-4E9C-B1A6-AA8C1CFC41BD}" dt="2026-10-02T10:07:36.214" v="162" actId="20577"/>
          <pc:sldLayoutMkLst>
            <pc:docMk/>
            <pc:sldMasterMk cId="2534388412" sldId="2147483826"/>
            <pc:sldLayoutMk cId="1593054334" sldId="2147483827"/>
          </pc:sldLayoutMkLst>
          <pc:spChg chg="mod">
            <ac:chgData name="Tobias Unger" userId="0a5458e38b5f4a0f" providerId="LiveId" clId="{5C6CAE59-BAC7-4E9C-B1A6-AA8C1CFC41BD}" dt="2026-10-02T10:07:36.214" v="162" actId="20577"/>
            <ac:spMkLst>
              <pc:docMk/>
              <pc:sldMasterMk cId="2534388412" sldId="2147483826"/>
              <pc:sldLayoutMk cId="1593054334" sldId="2147483827"/>
              <ac:spMk id="6" creationId="{6AB2C604-EF2B-4241-9B8D-353525CC64B5}"/>
            </ac:spMkLst>
          </pc:spChg>
        </pc:sldLayoutChg>
        <pc:sldLayoutChg chg="modSp mod">
          <pc:chgData name="Tobias Unger" userId="0a5458e38b5f4a0f" providerId="LiveId" clId="{5C6CAE59-BAC7-4E9C-B1A6-AA8C1CFC41BD}" dt="2026-10-02T10:07:47.534" v="165" actId="20577"/>
          <pc:sldLayoutMkLst>
            <pc:docMk/>
            <pc:sldMasterMk cId="2534388412" sldId="2147483826"/>
            <pc:sldLayoutMk cId="1470982144" sldId="2147483828"/>
          </pc:sldLayoutMkLst>
          <pc:spChg chg="mod">
            <ac:chgData name="Tobias Unger" userId="0a5458e38b5f4a0f" providerId="LiveId" clId="{5C6CAE59-BAC7-4E9C-B1A6-AA8C1CFC41BD}" dt="2026-10-02T10:07:47.534" v="165" actId="20577"/>
            <ac:spMkLst>
              <pc:docMk/>
              <pc:sldMasterMk cId="2534388412" sldId="2147483826"/>
              <pc:sldLayoutMk cId="1470982144" sldId="2147483828"/>
              <ac:spMk id="9" creationId="{C5E3C4FF-AC9F-F54B-8465-1AC4021BC55E}"/>
            </ac:spMkLst>
          </pc:spChg>
        </pc:sldLayoutChg>
        <pc:sldLayoutChg chg="modSp mod ord">
          <pc:chgData name="Tobias Unger" userId="0a5458e38b5f4a0f" providerId="LiveId" clId="{5C6CAE59-BAC7-4E9C-B1A6-AA8C1CFC41BD}" dt="2026-10-02T10:07:54.678" v="170" actId="20577"/>
          <pc:sldLayoutMkLst>
            <pc:docMk/>
            <pc:sldMasterMk cId="2534388412" sldId="2147483826"/>
            <pc:sldLayoutMk cId="1547547267" sldId="2147483829"/>
          </pc:sldLayoutMkLst>
          <pc:spChg chg="mod">
            <ac:chgData name="Tobias Unger" userId="0a5458e38b5f4a0f" providerId="LiveId" clId="{5C6CAE59-BAC7-4E9C-B1A6-AA8C1CFC41BD}" dt="2026-10-02T10:07:54.678" v="170" actId="20577"/>
            <ac:spMkLst>
              <pc:docMk/>
              <pc:sldMasterMk cId="2534388412" sldId="2147483826"/>
              <pc:sldLayoutMk cId="1547547267" sldId="2147483829"/>
              <ac:spMk id="5" creationId="{BACCCF20-7C7E-1A46-AA50-89130936CD2A}"/>
            </ac:spMkLst>
          </pc:spChg>
        </pc:sldLayoutChg>
        <pc:sldLayoutChg chg="modSp mod">
          <pc:chgData name="Tobias Unger" userId="0a5458e38b5f4a0f" providerId="LiveId" clId="{5C6CAE59-BAC7-4E9C-B1A6-AA8C1CFC41BD}" dt="2026-10-02T10:08:02.504" v="174" actId="20577"/>
          <pc:sldLayoutMkLst>
            <pc:docMk/>
            <pc:sldMasterMk cId="2534388412" sldId="2147483826"/>
            <pc:sldLayoutMk cId="3120061420" sldId="2147483830"/>
          </pc:sldLayoutMkLst>
          <pc:spChg chg="mod">
            <ac:chgData name="Tobias Unger" userId="0a5458e38b5f4a0f" providerId="LiveId" clId="{5C6CAE59-BAC7-4E9C-B1A6-AA8C1CFC41BD}" dt="2026-10-02T10:08:02.504" v="174" actId="20577"/>
            <ac:spMkLst>
              <pc:docMk/>
              <pc:sldMasterMk cId="2534388412" sldId="2147483826"/>
              <pc:sldLayoutMk cId="3120061420" sldId="2147483830"/>
              <ac:spMk id="2" creationId="{D50B5E35-EA0F-7F44-9443-E548EA3B39D6}"/>
            </ac:spMkLst>
          </pc:spChg>
        </pc:sldLayoutChg>
        <pc:sldLayoutChg chg="modSp mod">
          <pc:chgData name="Tobias Unger" userId="0a5458e38b5f4a0f" providerId="LiveId" clId="{5C6CAE59-BAC7-4E9C-B1A6-AA8C1CFC41BD}" dt="2026-10-02T10:08:11.198" v="177" actId="20577"/>
          <pc:sldLayoutMkLst>
            <pc:docMk/>
            <pc:sldMasterMk cId="2534388412" sldId="2147483826"/>
            <pc:sldLayoutMk cId="3779162260" sldId="2147483831"/>
          </pc:sldLayoutMkLst>
          <pc:spChg chg="mod">
            <ac:chgData name="Tobias Unger" userId="0a5458e38b5f4a0f" providerId="LiveId" clId="{5C6CAE59-BAC7-4E9C-B1A6-AA8C1CFC41BD}" dt="2026-10-02T10:08:11.198" v="177" actId="20577"/>
            <ac:spMkLst>
              <pc:docMk/>
              <pc:sldMasterMk cId="2534388412" sldId="2147483826"/>
              <pc:sldLayoutMk cId="3779162260" sldId="2147483831"/>
              <ac:spMk id="2" creationId="{19335B3D-A935-7941-BAFB-C7A98F057C47}"/>
            </ac:spMkLst>
          </pc:spChg>
        </pc:sldLayoutChg>
        <pc:sldLayoutChg chg="modSp mod">
          <pc:chgData name="Tobias Unger" userId="0a5458e38b5f4a0f" providerId="LiveId" clId="{5C6CAE59-BAC7-4E9C-B1A6-AA8C1CFC41BD}" dt="2026-10-02T10:08:25.895" v="180" actId="20577"/>
          <pc:sldLayoutMkLst>
            <pc:docMk/>
            <pc:sldMasterMk cId="2534388412" sldId="2147483826"/>
            <pc:sldLayoutMk cId="2512498250" sldId="2147483832"/>
          </pc:sldLayoutMkLst>
          <pc:spChg chg="mod">
            <ac:chgData name="Tobias Unger" userId="0a5458e38b5f4a0f" providerId="LiveId" clId="{5C6CAE59-BAC7-4E9C-B1A6-AA8C1CFC41BD}" dt="2026-10-02T10:08:25.895" v="180" actId="20577"/>
            <ac:spMkLst>
              <pc:docMk/>
              <pc:sldMasterMk cId="2534388412" sldId="2147483826"/>
              <pc:sldLayoutMk cId="2512498250" sldId="2147483832"/>
              <ac:spMk id="2" creationId="{F96A7003-49E0-2846-9672-C857D8C45E91}"/>
            </ac:spMkLst>
          </pc:spChg>
        </pc:sldLayoutChg>
        <pc:sldLayoutChg chg="modSp mod">
          <pc:chgData name="Tobias Unger" userId="0a5458e38b5f4a0f" providerId="LiveId" clId="{5C6CAE59-BAC7-4E9C-B1A6-AA8C1CFC41BD}" dt="2026-10-02T10:08:31.270" v="183" actId="20577"/>
          <pc:sldLayoutMkLst>
            <pc:docMk/>
            <pc:sldMasterMk cId="2534388412" sldId="2147483826"/>
            <pc:sldLayoutMk cId="3449698238" sldId="2147483833"/>
          </pc:sldLayoutMkLst>
          <pc:spChg chg="mod">
            <ac:chgData name="Tobias Unger" userId="0a5458e38b5f4a0f" providerId="LiveId" clId="{5C6CAE59-BAC7-4E9C-B1A6-AA8C1CFC41BD}" dt="2026-10-02T10:08:31.270" v="183" actId="20577"/>
            <ac:spMkLst>
              <pc:docMk/>
              <pc:sldMasterMk cId="2534388412" sldId="2147483826"/>
              <pc:sldLayoutMk cId="3449698238" sldId="2147483833"/>
              <ac:spMk id="4" creationId="{100179CD-2DFE-FE48-88FA-99A080006606}"/>
            </ac:spMkLst>
          </pc:spChg>
        </pc:sldLayoutChg>
        <pc:sldLayoutChg chg="modSp mod">
          <pc:chgData name="Tobias Unger" userId="0a5458e38b5f4a0f" providerId="LiveId" clId="{5C6CAE59-BAC7-4E9C-B1A6-AA8C1CFC41BD}" dt="2026-10-02T10:08:41.511" v="186" actId="20577"/>
          <pc:sldLayoutMkLst>
            <pc:docMk/>
            <pc:sldMasterMk cId="2534388412" sldId="2147483826"/>
            <pc:sldLayoutMk cId="1087756823" sldId="2147483834"/>
          </pc:sldLayoutMkLst>
          <pc:spChg chg="mod">
            <ac:chgData name="Tobias Unger" userId="0a5458e38b5f4a0f" providerId="LiveId" clId="{5C6CAE59-BAC7-4E9C-B1A6-AA8C1CFC41BD}" dt="2026-10-02T10:08:41.511" v="186" actId="20577"/>
            <ac:spMkLst>
              <pc:docMk/>
              <pc:sldMasterMk cId="2534388412" sldId="2147483826"/>
              <pc:sldLayoutMk cId="1087756823" sldId="2147483834"/>
              <ac:spMk id="4" creationId="{73B06E7E-E9A1-9840-A9E1-79686DE197B3}"/>
            </ac:spMkLst>
          </pc:spChg>
        </pc:sldLayoutChg>
        <pc:sldLayoutChg chg="modSp mod">
          <pc:chgData name="Tobias Unger" userId="0a5458e38b5f4a0f" providerId="LiveId" clId="{5C6CAE59-BAC7-4E9C-B1A6-AA8C1CFC41BD}" dt="2026-10-02T10:08:48.141" v="189" actId="20577"/>
          <pc:sldLayoutMkLst>
            <pc:docMk/>
            <pc:sldMasterMk cId="2534388412" sldId="2147483826"/>
            <pc:sldLayoutMk cId="1421266352" sldId="2147483835"/>
          </pc:sldLayoutMkLst>
          <pc:spChg chg="mod">
            <ac:chgData name="Tobias Unger" userId="0a5458e38b5f4a0f" providerId="LiveId" clId="{5C6CAE59-BAC7-4E9C-B1A6-AA8C1CFC41BD}" dt="2026-10-02T10:08:48.141" v="189" actId="20577"/>
            <ac:spMkLst>
              <pc:docMk/>
              <pc:sldMasterMk cId="2534388412" sldId="2147483826"/>
              <pc:sldLayoutMk cId="1421266352" sldId="2147483835"/>
              <ac:spMk id="3" creationId="{439B1BBC-665F-AF4B-8F72-7AB1B40FEBE5}"/>
            </ac:spMkLst>
          </pc:spChg>
        </pc:sldLayoutChg>
        <pc:sldLayoutChg chg="modSp mod">
          <pc:chgData name="Tobias Unger" userId="0a5458e38b5f4a0f" providerId="LiveId" clId="{5C6CAE59-BAC7-4E9C-B1A6-AA8C1CFC41BD}" dt="2026-10-02T10:08:53.552" v="192" actId="20577"/>
          <pc:sldLayoutMkLst>
            <pc:docMk/>
            <pc:sldMasterMk cId="2534388412" sldId="2147483826"/>
            <pc:sldLayoutMk cId="3505848889" sldId="2147483836"/>
          </pc:sldLayoutMkLst>
          <pc:spChg chg="mod">
            <ac:chgData name="Tobias Unger" userId="0a5458e38b5f4a0f" providerId="LiveId" clId="{5C6CAE59-BAC7-4E9C-B1A6-AA8C1CFC41BD}" dt="2026-10-02T10:08:53.552" v="192" actId="20577"/>
            <ac:spMkLst>
              <pc:docMk/>
              <pc:sldMasterMk cId="2534388412" sldId="2147483826"/>
              <pc:sldLayoutMk cId="3505848889" sldId="2147483836"/>
              <ac:spMk id="3" creationId="{33D1ADDF-8F4C-BC48-B65C-59B0BEC4AA8D}"/>
            </ac:spMkLst>
          </pc:spChg>
        </pc:sldLayoutChg>
        <pc:sldLayoutChg chg="modSp mod">
          <pc:chgData name="Tobias Unger" userId="0a5458e38b5f4a0f" providerId="LiveId" clId="{5C6CAE59-BAC7-4E9C-B1A6-AA8C1CFC41BD}" dt="2026-10-02T10:09:00.544" v="195" actId="20577"/>
          <pc:sldLayoutMkLst>
            <pc:docMk/>
            <pc:sldMasterMk cId="2534388412" sldId="2147483826"/>
            <pc:sldLayoutMk cId="2306951066" sldId="2147483838"/>
          </pc:sldLayoutMkLst>
          <pc:spChg chg="mod">
            <ac:chgData name="Tobias Unger" userId="0a5458e38b5f4a0f" providerId="LiveId" clId="{5C6CAE59-BAC7-4E9C-B1A6-AA8C1CFC41BD}" dt="2026-10-02T10:09:00.544" v="195" actId="20577"/>
            <ac:spMkLst>
              <pc:docMk/>
              <pc:sldMasterMk cId="2534388412" sldId="2147483826"/>
              <pc:sldLayoutMk cId="2306951066" sldId="2147483838"/>
              <ac:spMk id="4" creationId="{48B3E935-DC8B-EE4A-A835-A6B75AB07EE4}"/>
            </ac:spMkLst>
          </pc:spChg>
        </pc:sldLayoutChg>
        <pc:sldLayoutChg chg="modSp mod">
          <pc:chgData name="Tobias Unger" userId="0a5458e38b5f4a0f" providerId="LiveId" clId="{5C6CAE59-BAC7-4E9C-B1A6-AA8C1CFC41BD}" dt="2026-10-02T10:09:08.682" v="198" actId="20577"/>
          <pc:sldLayoutMkLst>
            <pc:docMk/>
            <pc:sldMasterMk cId="2534388412" sldId="2147483826"/>
            <pc:sldLayoutMk cId="2574526683" sldId="2147483840"/>
          </pc:sldLayoutMkLst>
          <pc:spChg chg="mod">
            <ac:chgData name="Tobias Unger" userId="0a5458e38b5f4a0f" providerId="LiveId" clId="{5C6CAE59-BAC7-4E9C-B1A6-AA8C1CFC41BD}" dt="2026-10-02T10:09:08.682" v="198" actId="20577"/>
            <ac:spMkLst>
              <pc:docMk/>
              <pc:sldMasterMk cId="2534388412" sldId="2147483826"/>
              <pc:sldLayoutMk cId="2574526683" sldId="2147483840"/>
              <ac:spMk id="3" creationId="{0FADD80C-69BF-394C-8E09-B1E69D9AF17E}"/>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bar"/>
        <c:grouping val="clustered"/>
        <c:varyColors val="0"/>
        <c:ser>
          <c:idx val="0"/>
          <c:order val="0"/>
          <c:tx>
            <c:v>Mittleres Messalter</c:v>
          </c:tx>
          <c:spPr>
            <a:solidFill>
              <a:srgbClr val="2869AF"/>
            </a:solidFill>
          </c:spPr>
          <c:invertIfNegative val="1"/>
          <c:dPt>
            <c:idx val="0"/>
            <c:invertIfNegative val="0"/>
            <c:bubble3D val="0"/>
            <c:spPr>
              <a:solidFill>
                <a:srgbClr val="A8B7C5"/>
              </a:solidFill>
            </c:spPr>
            <c:extLst>
              <c:ext xmlns:c16="http://schemas.microsoft.com/office/drawing/2014/chart" uri="{C3380CC4-5D6E-409C-BE32-E72D297353CC}">
                <c16:uniqueId val="{00000001-A158-4ED0-B5ED-207DBB482472}"/>
              </c:ext>
            </c:extLst>
          </c:dPt>
          <c:dPt>
            <c:idx val="1"/>
            <c:invertIfNegative val="0"/>
            <c:bubble3D val="0"/>
            <c:extLst>
              <c:ext xmlns:c16="http://schemas.microsoft.com/office/drawing/2014/chart" uri="{C3380CC4-5D6E-409C-BE32-E72D297353CC}">
                <c16:uniqueId val="{00000003-A158-4ED0-B5ED-207DBB482472}"/>
              </c:ext>
            </c:extLst>
          </c:dPt>
          <c:dLbls>
            <c:spPr>
              <a:noFill/>
              <a:ln>
                <a:noFill/>
              </a:ln>
              <a:effectLst/>
            </c:spPr>
            <c:txPr>
              <a:bodyPr anchorCtr="1"/>
              <a:lstStyle/>
              <a:p>
                <a:pPr>
                  <a:defRPr sz="1650" b="1">
                    <a:solidFill>
                      <a:srgbClr val="2869AF"/>
                    </a:solidFill>
                    <a:latin typeface="Calibri"/>
                    <a:ea typeface="Calibri"/>
                    <a:cs typeface="Calibri"/>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Vor Optimierung</c:v>
                </c:pt>
                <c:pt idx="1">
                  <c:v>Nach Maßnahmen</c:v>
                </c:pt>
              </c:strCache>
            </c:strRef>
          </c:cat>
          <c:val>
            <c:numRef>
              <c:f>'Chart Data'!$B$2:$B$3</c:f>
              <c:numCache>
                <c:formatCode>0" ms"</c:formatCode>
                <c:ptCount val="2"/>
                <c:pt idx="0">
                  <c:v>450</c:v>
                </c:pt>
                <c:pt idx="1">
                  <c:v>139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A158-4ED0-B5ED-207DBB482472}"/>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l"/>
        <c:majorGridlines>
          <c:spPr>
            <a:ln w="9525">
              <a:solidFill>
                <a:srgbClr val="DCE2E8"/>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1707D"/>
                </a:solidFill>
                <a:latin typeface="Calibri"/>
                <a:ea typeface="Calibri"/>
                <a:cs typeface="Calibri"/>
              </a:defRPr>
            </a:pPr>
            <a:endParaRPr lang="de-DE"/>
          </a:p>
        </c:txPr>
        <c:crossAx val="48672768"/>
        <c:crosses val="autoZero"/>
        <c:auto val="1"/>
        <c:lblAlgn val="ctr"/>
        <c:lblOffset val="100"/>
        <c:noMultiLvlLbl val="1"/>
      </c:catAx>
      <c:valAx>
        <c:axId val="48672768"/>
        <c:scaling>
          <c:orientation val="minMax"/>
        </c:scaling>
        <c:delete val="0"/>
        <c:axPos val="b"/>
        <c:numFmt formatCode="0&quot; ms&quot;" sourceLinked="1"/>
        <c:majorTickMark val="none"/>
        <c:minorTickMark val="none"/>
        <c:tickLblPos val="nextTo"/>
        <c:spPr>
          <a:ln w="9525">
            <a:solidFill>
              <a:srgbClr val="D4D4D4"/>
            </a:solidFill>
            <a:prstDash val="solid"/>
          </a:ln>
        </c:spPr>
        <c:txPr>
          <a:bodyPr anchorCtr="1"/>
          <a:lstStyle/>
          <a:p>
            <a:pPr>
              <a:defRPr sz="1575">
                <a:solidFill>
                  <a:srgbClr val="17232E"/>
                </a:solidFill>
                <a:latin typeface="Calibri"/>
                <a:ea typeface="Calibri"/>
                <a:cs typeface="Calibri"/>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20189E0-1142-8C4C-AC05-A6F1DE011E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4" name="Fußzeilenplatzhalter 3">
            <a:extLst>
              <a:ext uri="{FF2B5EF4-FFF2-40B4-BE49-F238E27FC236}">
                <a16:creationId xmlns:a16="http://schemas.microsoft.com/office/drawing/2014/main" id="{3EF4CE7F-CDCE-EE4B-955F-AE4E1EB583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Tree>
    <p:extLst>
      <p:ext uri="{BB962C8B-B14F-4D97-AF65-F5344CB8AC3E}">
        <p14:creationId xmlns:p14="http://schemas.microsoft.com/office/powerpoint/2010/main" val="287341796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F5FE6-0578-6C48-AD34-F15B08E4EDC5}" type="datetimeFigureOut">
              <a:rPr lang="de-DE" smtClean="0"/>
              <a:t>02.10.2026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FB68A-13DA-DB4F-867D-DB048D314C26}" type="slidenum">
              <a:rPr lang="de-DE" smtClean="0"/>
              <a:t>‹Nr.›</a:t>
            </a:fld>
            <a:endParaRPr lang="de-DE"/>
          </a:p>
        </p:txBody>
      </p:sp>
    </p:spTree>
    <p:extLst>
      <p:ext uri="{BB962C8B-B14F-4D97-AF65-F5344CB8AC3E}">
        <p14:creationId xmlns:p14="http://schemas.microsoft.com/office/powerpoint/2010/main" val="2271907043"/>
      </p:ext>
    </p:extLst>
  </p:cSld>
  <p:clrMap bg1="lt1" tx1="dk1" bg2="lt2" tx2="dk2" accent1="accent1" accent2="accent2" accent3="accent3" accent4="accent4" accent5="accent5" accent6="accent6" hlink="hlink" folHlink="folHlink"/>
  <p:hf hdr="0" dt="0"/>
  <p:notesStyle>
    <a:lvl1pPr marL="0" algn="l" defTabSz="414680" rtl="0" eaLnBrk="1" latinLnBrk="0" hangingPunct="1">
      <a:defRPr sz="544" kern="1200">
        <a:solidFill>
          <a:schemeClr val="tx1"/>
        </a:solidFill>
        <a:latin typeface="+mn-lt"/>
        <a:ea typeface="+mn-ea"/>
        <a:cs typeface="+mn-cs"/>
      </a:defRPr>
    </a:lvl1pPr>
    <a:lvl2pPr marL="207340" algn="l" defTabSz="414680" rtl="0" eaLnBrk="1" latinLnBrk="0" hangingPunct="1">
      <a:defRPr sz="544" kern="1200">
        <a:solidFill>
          <a:schemeClr val="tx1"/>
        </a:solidFill>
        <a:latin typeface="+mn-lt"/>
        <a:ea typeface="+mn-ea"/>
        <a:cs typeface="+mn-cs"/>
      </a:defRPr>
    </a:lvl2pPr>
    <a:lvl3pPr marL="414680" algn="l" defTabSz="414680" rtl="0" eaLnBrk="1" latinLnBrk="0" hangingPunct="1">
      <a:defRPr sz="544" kern="1200">
        <a:solidFill>
          <a:schemeClr val="tx1"/>
        </a:solidFill>
        <a:latin typeface="+mn-lt"/>
        <a:ea typeface="+mn-ea"/>
        <a:cs typeface="+mn-cs"/>
      </a:defRPr>
    </a:lvl3pPr>
    <a:lvl4pPr marL="622021" algn="l" defTabSz="414680" rtl="0" eaLnBrk="1" latinLnBrk="0" hangingPunct="1">
      <a:defRPr sz="544" kern="1200">
        <a:solidFill>
          <a:schemeClr val="tx1"/>
        </a:solidFill>
        <a:latin typeface="+mn-lt"/>
        <a:ea typeface="+mn-ea"/>
        <a:cs typeface="+mn-cs"/>
      </a:defRPr>
    </a:lvl4pPr>
    <a:lvl5pPr marL="829361" algn="l" defTabSz="414680" rtl="0" eaLnBrk="1" latinLnBrk="0" hangingPunct="1">
      <a:defRPr sz="544" kern="1200">
        <a:solidFill>
          <a:schemeClr val="tx1"/>
        </a:solidFill>
        <a:latin typeface="+mn-lt"/>
        <a:ea typeface="+mn-ea"/>
        <a:cs typeface="+mn-cs"/>
      </a:defRPr>
    </a:lvl5pPr>
    <a:lvl6pPr marL="1036701" algn="l" defTabSz="414680" rtl="0" eaLnBrk="1" latinLnBrk="0" hangingPunct="1">
      <a:defRPr sz="544" kern="1200">
        <a:solidFill>
          <a:schemeClr val="tx1"/>
        </a:solidFill>
        <a:latin typeface="+mn-lt"/>
        <a:ea typeface="+mn-ea"/>
        <a:cs typeface="+mn-cs"/>
      </a:defRPr>
    </a:lvl6pPr>
    <a:lvl7pPr marL="1244041" algn="l" defTabSz="414680" rtl="0" eaLnBrk="1" latinLnBrk="0" hangingPunct="1">
      <a:defRPr sz="544" kern="1200">
        <a:solidFill>
          <a:schemeClr val="tx1"/>
        </a:solidFill>
        <a:latin typeface="+mn-lt"/>
        <a:ea typeface="+mn-ea"/>
        <a:cs typeface="+mn-cs"/>
      </a:defRPr>
    </a:lvl7pPr>
    <a:lvl8pPr marL="1451381" algn="l" defTabSz="414680" rtl="0" eaLnBrk="1" latinLnBrk="0" hangingPunct="1">
      <a:defRPr sz="544" kern="1200">
        <a:solidFill>
          <a:schemeClr val="tx1"/>
        </a:solidFill>
        <a:latin typeface="+mn-lt"/>
        <a:ea typeface="+mn-ea"/>
        <a:cs typeface="+mn-cs"/>
      </a:defRPr>
    </a:lvl8pPr>
    <a:lvl9pPr marL="1658722" algn="l" defTabSz="414680" rtl="0" eaLnBrk="1" latinLnBrk="0" hangingPunct="1">
      <a:defRPr sz="54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4A8FC-4924-0632-0F2F-FCA58C83877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D9B4C35-92D3-9D2D-BF30-41279F175DA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47ED0DF-CFD3-4E6A-E3A9-35B4A8A73220}"/>
              </a:ext>
            </a:extLst>
          </p:cNvPr>
          <p:cNvSpPr>
            <a:spLocks noGrp="1"/>
          </p:cNvSpPr>
          <p:nvPr>
            <p:ph type="body" idx="1"/>
          </p:nvPr>
        </p:nvSpPr>
        <p:spPr/>
        <p:txBody>
          <a:bodyPr/>
          <a:lstStyle/>
          <a:p>
            <a:endParaRPr lang="de-DE" dirty="0"/>
          </a:p>
        </p:txBody>
      </p:sp>
      <p:sp>
        <p:nvSpPr>
          <p:cNvPr id="4" name="Fußzeilenplatzhalter 3">
            <a:extLst>
              <a:ext uri="{FF2B5EF4-FFF2-40B4-BE49-F238E27FC236}">
                <a16:creationId xmlns:a16="http://schemas.microsoft.com/office/drawing/2014/main" id="{6BC0C7FD-6A34-72E0-FD48-6FEA14EEE519}"/>
              </a:ext>
            </a:extLst>
          </p:cNvPr>
          <p:cNvSpPr>
            <a:spLocks noGrp="1"/>
          </p:cNvSpPr>
          <p:nvPr>
            <p:ph type="ftr" sz="quarter" idx="4"/>
          </p:nvPr>
        </p:nvSpPr>
        <p:spPr/>
        <p:txBody>
          <a:bodyPr/>
          <a:lstStyle/>
          <a:p>
            <a:r>
              <a:rPr lang="de-DE"/>
              <a:t>hier</a:t>
            </a:r>
          </a:p>
        </p:txBody>
      </p:sp>
      <p:sp>
        <p:nvSpPr>
          <p:cNvPr id="5" name="Foliennummernplatzhalter 4">
            <a:extLst>
              <a:ext uri="{FF2B5EF4-FFF2-40B4-BE49-F238E27FC236}">
                <a16:creationId xmlns:a16="http://schemas.microsoft.com/office/drawing/2014/main" id="{1792F3E9-2B27-6946-DEE8-145C49A4F00B}"/>
              </a:ext>
            </a:extLst>
          </p:cNvPr>
          <p:cNvSpPr>
            <a:spLocks noGrp="1"/>
          </p:cNvSpPr>
          <p:nvPr>
            <p:ph type="sldNum" sz="quarter" idx="5"/>
          </p:nvPr>
        </p:nvSpPr>
        <p:spPr/>
        <p:txBody>
          <a:bodyPr/>
          <a:lstStyle/>
          <a:p>
            <a:fld id="{FD5FB68A-13DA-DB4F-867D-DB048D314C26}" type="slidenum">
              <a:rPr lang="de-DE" smtClean="0"/>
              <a:t>1</a:t>
            </a:fld>
            <a:endParaRPr lang="de-DE"/>
          </a:p>
        </p:txBody>
      </p:sp>
    </p:spTree>
    <p:extLst>
      <p:ext uri="{BB962C8B-B14F-4D97-AF65-F5344CB8AC3E}">
        <p14:creationId xmlns:p14="http://schemas.microsoft.com/office/powerpoint/2010/main" val="652861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2: Aufgabenstellung und Projektziel</a:t>
            </a:r>
          </a:p>
          <a:p>
            <a:r>
              <a:t>Geplante Sprechzeit: 1:30 Minuten.</a:t>
            </a:r>
          </a:p>
          <a:p>
            <a:endParaRPr/>
          </a:p>
          <a:p>
            <a:r>
              <a:t>Ausgangslage: Das bestehende System fuhr einen berechneten festen Abgriffpunkt an und wartete dort auf das Objekt. Die Weiterentwicklung soll mitfahrend greifen. Die Aufgabenstellung fordert mehrere gleichzeitig vorhandene Objekte, bildbasierte Positions- und Geschwindigkeitsschätzung, AICA-Ansteuerung, schnelle Kamerakalibrierung sowie Priorisierung und Bahnplanung.</a:t>
            </a:r>
          </a:p>
          <a:p>
            <a:r>
              <a:t>Die Entwicklung wurde mit quaderförmigen Klötzen geprüft. Eine vollständige Sortierung in mehrere Zielkisten ist keine erbrachte Projektleistung. Das neue Förderband war vorgesehen, seine Integration wegen unsicherer Lieferzeiten aber keine Voraussetzung. Wir nutzten verschiedene Stufen des vorhandenen Bandes. Höhere Stufen bis 3 wurden erfolgreich beobachtet, aber nicht vermessen. Die Auslagerung der Bildverarbeitung war nur bei Bedarf gefordert. Wir begrenzten stattdessen die Last im bestehenden Rechner.</a:t>
            </a:r>
          </a:p>
          <a:p>
            <a:r>
              <a:t>Zusätzliche Funktionen sind die Laufzeitdiagnose sowie kontrollierte Abbruch-/Ablageabläufe. Dass die Basiskamera allein genügt, vereinfacht das ursprünglich duale Konzept. Priorisierung und verschiedene Geschwindigkeiten sind bereits Anforderungen, keine zusätzlichen Ziele. Eine feste Mindest-Erfolgsquote wurde nicht verlangt.</a:t>
            </a:r>
          </a:p>
          <a:p>
            <a:endParaRPr/>
          </a:p>
          <a:p>
            <a:r>
              <a:t>Quellen: Projektbericht/entwuerfe/berichtstext.md, Abschnitte 1.1 bis 1.3, 3.1, 3.7 und 6.4; Aufgabenstellung [1],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3: Versuchsaufbau</a:t>
            </a:r>
          </a:p>
          <a:p>
            <a:r>
              <a:t>Geplante Sprechzeit: 1:00 Minuten.</a:t>
            </a:r>
          </a:p>
          <a:p>
            <a:endParaRPr/>
          </a:p>
          <a:p>
            <a:r>
              <a:t>Der UR10e steht in Bandlaufrichtung links neben dem Förderband nahe dem Bandende. Die Ablagebox steht auf derselben Seite vor dem Roboter. Der Robotiq 2F-140 ist per USB extern angesteuert. Die L515 hängt mittig über dem Bandanfang, etwa 0,85 m über der Bandebene.</a:t>
            </a:r>
          </a:p>
          <a:p>
            <a:r>
              <a:t>Die Kamera beobachtet den Bereich vor der Greifzone. Sobald ein Klotz diese erreicht, liegt er bereits außerhalb der Kameraerfassung. Die weitere Lage ist dann vorhergesagt.</a:t>
            </a:r>
          </a:p>
          <a:p>
            <a:r>
              <a:t>conveyor_frame war die anfängliche Kalibrierkonvention: Ursprung mittig am Bandanfang, Y in Bandrichtung, X in Bandlaufrichtung rechts, Z nach oben. Im finalen Regelpfad werden world-Koordinaten verwendet. world liegt in der Roboterbasis. Der technische UR-Rahmen base ist gegenüber world um 180 Grad gedreht. Nicht beide Systeme ohne Einschränkung gleichsetzen.</a:t>
            </a:r>
          </a:p>
          <a:p>
            <a:r>
              <a:t>Die D435i ist am Flansch vorhanden, wird im finalen Regelpfad aber nicht verwendet. Die Abbildung ist der bestehende freigegebene Arbeitsstand. Eine spätere maßstäbliche Überarbeitung wird getrennt vorgenommen.</a:t>
            </a:r>
          </a:p>
          <a:p>
            <a:endParaRPr/>
          </a:p>
          <a:p>
            <a:r>
              <a:t>Quellen: Projektbericht/entwuerfe/berichtstext.md, Abschnitte 2.1.1, 2.1.3, 2.1.5, 2.1.6 und 2.2, Stand 02.10.2026. Abbildung: Projektbericht/abbildungen/systemskizzen_layout_v03.pdf, Seite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4: Kalibrierung mit der Roboterkamera</a:t>
            </a:r>
          </a:p>
          <a:p>
            <a:r>
              <a:t>Geplante Sprechzeit: 1:15 Minuten.</a:t>
            </a:r>
          </a:p>
          <a:p>
            <a:endParaRPr/>
          </a:p>
          <a:p>
            <a:r>
              <a:t>Anordnung: Die D435i bewegt sich mit dem Flansch. Das ChArUco-Board bleibt fest am Bandrand. Das ist Eye-in-Hand. Gesucht ist die feste Transformation zwischen Kamera und Flansch.</a:t>
            </a:r>
          </a:p>
          <a:p>
            <a:r>
              <a:t>Der Roboter fährt eine Orbit-Trajektorie: Startpose im Zentrum und acht Punkte auf einem Kreisring mit Radius 50 mm. Die Kamera blickt an jedem Punkt auf die Boardmitte. Nach dem Ausschwingen werden mehrere Detektionen gemittelt. Aus Flansch- und Boardposen berechnet OpenCV die Transformation. Daneben entstehen weitere Transformationen als Nebenprodukt.</a:t>
            </a:r>
          </a:p>
          <a:p>
            <a:r>
              <a:t>Eine Prüffahrt zentriert das Fadenkreuz auf dem Board und fährt 200 mm entlang der Bandachse vor und zurück. Im beschriebenen Lauf lag der RMSE über die Wegpunkte bei etwa 1,5 bis 2 mm. Das ist kein direkt vergleichbarer Fehlerwert zu den unabhängigen Prüfposen des AprilGrid-Verfahrens.</a:t>
            </a:r>
          </a:p>
          <a:p>
            <a:r>
              <a:t>Diese eigenständige Kalibrieranwendung ist für die spätere Roboterkamera-Einbindung vorhanden. Im finalen Greifbetrieb ist die Roboterkamera nicht aktiv.</a:t>
            </a:r>
          </a:p>
          <a:p>
            <a:r>
              <a:t>Externe Grundlagen aus dem Bericht: OpenCV Camera Calibration and 3D Reconstruction, https://docs.opencv.org/4.x/d9/d0c/group__calib3d.html; ChArUco-Erkennung, https://docs.opencv.org/4.12.0/df/d4a/tutorial_charuco_detection.html.</a:t>
            </a:r>
          </a:p>
          <a:p>
            <a:endParaRPr/>
          </a:p>
          <a:p>
            <a:r>
              <a:t>Quellen: Projektbericht/entwuerfe/berichtstext.md, Abschnitt 4.3, Stand 02.10.2026. Abbildung: Projektbericht/abbildungen/fig-orbit-trajektorie.jpg, schematische KI-generierte Darstellung.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5: Kalibrierung der Basiskamera</a:t>
            </a:r>
          </a:p>
          <a:p>
            <a:r>
              <a:t>Geplante Sprechzeit: 1:30 Minuten.</a:t>
            </a:r>
          </a:p>
          <a:p>
            <a:endParaRPr/>
          </a:p>
          <a:p>
            <a:r>
              <a:t>Anordnung: Die L515 bleibt ortsfest, der Greifer hält das AprilGrid aus 7 mal 11 AprilTags und bewegt es durch verschiedene Posen. Gesucht sind Kameralage in world und Boardlage am Flansch. Beide werden gemeinsam bestimmt und anschließend anhand der Tag-Ecken optimiert.</a:t>
            </a:r>
          </a:p>
          <a:p>
            <a:r>
              <a:t>Das Board wird einmal von Hand eingelegt. Danach fährt der Roboter 40 Messposen und vier unabhängige Prüfposen. Die erste Pose wird zum Abschluss wiederholt, um Verrutschen des Boards zu erkennen. Ein Messlauf dauert rund vier Minuten, mit Vorbereitung etwa fünf.</a:t>
            </a:r>
          </a:p>
          <a:p>
            <a:r>
              <a:t>Die Prüfung am 28.09.2026 ergab 0,34 px mittleren Bildfehler, 0,54 mm Prüfposenabweichung und 0,04 mm Boardverrutschen. Zwischen Läufen über drei Tage war die Kameralage mit unter 1 mm Abweichung wiederholbar. Diese Größen sind keine absolute Greifgenauigkeit.</a:t>
            </a:r>
          </a:p>
          <a:p>
            <a:r>
              <a:t>Die Farb-/Tiefengeometrie der L515 weicht ab: Tiefenebene 1,0 bis 1,8 Grad verkippt, Tiefe am Klotz 5,5 bis 13,5 mm zu tief. Deshalb wird die Kalibrierung für die tatsächlich verwendete Tiefenauswertung angepasst.</a:t>
            </a:r>
          </a:p>
          <a:p>
            <a:r>
              <a:t>Das Verfahren wird für die Basiskamera im Greifbetrieb verwendet. Ein protokollierter Kalibrier-Greiflauf mit sieben Klötzen wurde vollständig abgelegt. Kalibrierung liefert räumliche Zuordnung, nicht Geschwindigkeit oder Richtung der Bandbewegung.</a:t>
            </a:r>
          </a:p>
          <a:p>
            <a:r>
              <a:t>Grundlagen: Kalibr calibration targets, https://github.com/ethz-asl/kalibr/wiki/calibration-targets; OpenCV Camera Calibration and 3D Reconstruction, https://docs.opencv.org/4.x/d9/d0c/group__calib3d.html.</a:t>
            </a:r>
          </a:p>
          <a:p>
            <a:endParaRPr/>
          </a:p>
          <a:p>
            <a:r>
              <a:t>Quellen: Projektbericht/entwuerfe/berichtstext.md, Abschnitte 4.2 und 4.4, Stand 02.10.2026. Abbildung: Projektbericht/abbildungen/fig-kalibrierung-board-greifer.png.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6: Systemkonzept und AICA</a:t>
            </a:r>
          </a:p>
          <a:p>
            <a:r>
              <a:t>Sprechzeit: etwa 45 Sekunden.</a:t>
            </a:r>
          </a:p>
          <a:p>
            <a:endParaRPr/>
          </a:p>
          <a:p>
            <a:r>
              <a:t>Oben stehen die Komponenten mit den konfigurierten Taktraten, unten ihre Aufgaben. base_cam: Bildauswertung, 15 Hz. vectoring: Bewegungsschätzung, 15 Hz. priority_handler: Zielauswahl, 20 Hz. object_follower: Greifablauf und Flansch-Zielpose, 50 Hz. Signal Point Attractor: kartesische Sollgeschwindigkeit, 50 Hz. IK Velocity Controller: Gelenkgeschwindigkeiten im Hardware-Regelpfad mit 500 Hz. Die Pfeile nach unten zeigen die Zuordnung, die Pfeile zwischen den Funktionsgruppen den Ablauf.</a:t>
            </a:r>
          </a:p>
          <a:p>
            <a:endParaRPr/>
          </a:p>
          <a:p>
            <a:r>
              <a:t>Der Follower liefert eine Zielpose an den Attractor. Der Attractor erzeugt daraus einen Twist, der IK-Controller setzt diesen in Gelenkgeschwindigkeiten um. 50 Hz Zielposenaktualisierung und 500 Hz Hardware-Regelung sind unterschiedliche Takte. Konfigurierte Auswerterate bedeutet nicht, dass ebenso viele neue Kameramessungen ankommen.</a:t>
            </a:r>
          </a:p>
          <a:p>
            <a:endParaRPr/>
          </a:p>
          <a:p>
            <a:r>
              <a:t>Quellen: docs/uebersicht/systemgraph.md, Komponententabelle; docs/uebersicht/einrichtung-projektanwendung.md, Abschnitte 2, 4 und 5; Projektbericht/entwuerfe/berichtstext.md, Abschnitte 2.3, 3.1, 3.5 und 5.1. Stand 02.10.2026.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7: Erkennung und Objektbeschreibung</a:t>
            </a:r>
          </a:p>
          <a:p>
            <a:r>
              <a:t>Geplante Sprechzeit: 1:00 Minuten.</a:t>
            </a:r>
          </a:p>
          <a:p>
            <a:endParaRPr/>
          </a:p>
          <a:p>
            <a:r>
              <a:t>Die Basiskamera wertet Farb- und Tiefenbilder aus. Im Tiefenbild werden innerhalb des ROI Punkte oberhalb der Bandebene als Kandidaten betrachtet. Ein umschließendes Rechteck liefert Mittelpunkt, Länge, Breite und Winkel. Medianwerte reduzieren den Einfluss von Randpixeln. Die Farbe kommt aus dem Farbbild.</a:t>
            </a:r>
          </a:p>
          <a:p>
            <a:r>
              <a:t>Jedes Objekt erhält eine dauerhafte ID. Aufeinanderfolgende Bilder werden dadurch demselben Klotz zugeordnet. Die gezeigten Klötze tragen IDs 10 und 11 und ihre Farben. Positionen werden mit der Kalibrierung in world umgerechnet.</a:t>
            </a:r>
          </a:p>
          <a:p>
            <a:r>
              <a:t>Die Lage streut wenig, die gemessenen Abmessungen stärker. Reflexionen und unvollständige Tiefenwerte begrenzen die Erkennung. Die nächste Stufe glättet deshalb zeitlich. Farbe beschreibt den Klotz, ist aber kein Sortierkriterium für unterschiedliche Ablagekisten.</a:t>
            </a:r>
          </a:p>
          <a:p>
            <a:endParaRPr/>
          </a:p>
          <a:p>
            <a:r>
              <a:t>Quellen: Projektbericht/entwuerfe/berichtstext.md, Abschnitte 3.2.1 und 3.7, Stand 02.10.2026. Abbildung: Projektbericht/abbildungen/fig-basecam-erkennung-roi.png.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8: Bewegungsschätzung und Vorhersage</a:t>
            </a:r>
          </a:p>
          <a:p>
            <a:r>
              <a:t>Sprechzeit: etwa 75 Sekunden.</a:t>
            </a:r>
          </a:p>
          <a:p>
            <a:endParaRPr/>
          </a:p>
          <a:p>
            <a:r>
              <a:t>Die schematische Draufsicht zeigt die Positionshistorien von zwei Gegenständen auf dem Förderband. Die vertikale Achse bezeichnet die x-Koordinate, die horizontale Achse die y-Koordinate und die Bandrichtung. Diese frei gewählten Achsen stellen kein maßstäbliches Abbild des Laufzeitrahmens world dar. Im realen Aufbau läuft das Band in negativer world-y-Richtung.</a:t>
            </a:r>
          </a:p>
          <a:p>
            <a:endParaRPr/>
          </a:p>
          <a:p>
            <a:r>
              <a:t>Die blauen und grünen Punkte sind einzelne, nicht verbundene Kamerabeobachtungen. Alle Punkte liegen im Kamerabereich. Die untere Punktreihe enthält weniger Messungen, größere Längsabstände und stärkere Streuung als die obere. Die gestrichelten Geraden sind Ausgleichsgeraden zu den gezeichneten Punktwolken. Sie laufen über das Ende des Kamerabilds hinaus bis zum Ende der horizontalen Achse. Die durchgezogene rote Gerade veranschaulicht eine gemeinsame Bewegungsschätzung mit einer Richtung zwischen den beiden Einzelschätzungen. Die gezeichneten Punkte und Geraden sind illustrative Daten und keine protokollierte Messreihe. Die genaue Mittelung der gezeichneten Geraden ist keine Beschreibung des Implementierungsalgorithmus.</a:t>
            </a:r>
          </a:p>
          <a:p>
            <a:endParaRPr/>
          </a:p>
          <a:p>
            <a:r>
              <a:t>In einer x/y-Darstellung zeigt die Geradensteigung die Bewegungsrichtung. Den Geschwindigkeitsbetrag kann man daraus allein nicht ablesen. Dafür wertet vectoring die Positionshistorien zusammen mit ihren Zeitstempeln aus. Unterschiedliche räumliche Punktabstände können auch durch unterschiedlich viele Beobachtungen entstehen. Die Bandkalibrierung bestimmt die geometrische Transformation, nicht die Bandbewegung.</a:t>
            </a:r>
          </a:p>
          <a:p>
            <a:endParaRPr/>
          </a:p>
          <a:p>
            <a:r>
              <a:t>Im System: Einschwingen über zwei Fenster mit jeweils 5 Messungen und einer Geschwindigkeitstoleranz von 0,01 m/s. Aus den stabilen Tracks entsteht eine gemeinsame Ausgleichsrechnung für Betrag und Richtung der Bandgeschwindigkeit. Lange, ungestörte Messreihen erhalten mehr Gewicht als kurze. Position, Abmessungen und Orientierung werden ab dem Einschwingen über die letzten 20 Messungen geglättet. Mit der Bandgeschwindigkeit führt vectoring die Objektpositionen hinter dem Bildbereich weiter. Die dokumentierte bildbasierte Schätzung betrug rund 128 mm/s, die Gegenprobe mit Stoppuhr 125 bis 133 mm/s. Diese Werte gehören zu einer dokumentierten Gegenprobe und sind nicht aus dieser Skizze abgelesen.</a:t>
            </a:r>
          </a:p>
          <a:p>
            <a:endParaRPr/>
          </a:p>
          <a:p>
            <a:r>
              <a:t>Quellen: Projektbericht/entwuerfe/berichtstext.md, Abschnitt 3.2.2. docs/uebersicht/systemgraph.md. source/roboter_tetris/roboter_tetris/track_estimation.py. Stand 02.10.2026.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Folie 9: </a:t>
            </a:r>
            <a:r>
              <a:rPr dirty="0" err="1"/>
              <a:t>Zielauswahl</a:t>
            </a:r>
            <a:r>
              <a:rPr dirty="0"/>
              <a:t> und </a:t>
            </a:r>
            <a:r>
              <a:rPr dirty="0" err="1"/>
              <a:t>Erreichbarkeit</a:t>
            </a:r>
            <a:endParaRPr dirty="0"/>
          </a:p>
          <a:p>
            <a:r>
              <a:rPr dirty="0" err="1"/>
              <a:t>Geplante</a:t>
            </a:r>
            <a:r>
              <a:rPr dirty="0"/>
              <a:t> </a:t>
            </a:r>
            <a:r>
              <a:rPr dirty="0" err="1"/>
              <a:t>Sprechzeit</a:t>
            </a:r>
            <a:r>
              <a:rPr dirty="0"/>
              <a:t>: 1:00 Minuten.</a:t>
            </a:r>
          </a:p>
          <a:p>
            <a:endParaRPr dirty="0"/>
          </a:p>
          <a:p>
            <a:r>
              <a:rPr dirty="0"/>
              <a:t>Das </a:t>
            </a:r>
            <a:r>
              <a:rPr dirty="0" err="1"/>
              <a:t>Bandbild</a:t>
            </a:r>
            <a:r>
              <a:rPr dirty="0"/>
              <a:t> </a:t>
            </a:r>
            <a:r>
              <a:rPr dirty="0" err="1"/>
              <a:t>ist</a:t>
            </a:r>
            <a:r>
              <a:rPr dirty="0"/>
              <a:t> </a:t>
            </a:r>
            <a:r>
              <a:rPr dirty="0" err="1"/>
              <a:t>schematisch</a:t>
            </a:r>
            <a:r>
              <a:rPr dirty="0"/>
              <a:t> und </a:t>
            </a:r>
            <a:r>
              <a:rPr dirty="0" err="1"/>
              <a:t>zeigt</a:t>
            </a:r>
            <a:r>
              <a:rPr dirty="0"/>
              <a:t> </a:t>
            </a:r>
            <a:r>
              <a:rPr dirty="0" err="1"/>
              <a:t>verschiedene</a:t>
            </a:r>
            <a:r>
              <a:rPr dirty="0"/>
              <a:t> </a:t>
            </a:r>
            <a:r>
              <a:rPr dirty="0" err="1"/>
              <a:t>Auswahlzustände</a:t>
            </a:r>
            <a:r>
              <a:rPr dirty="0"/>
              <a:t>, </a:t>
            </a:r>
            <a:r>
              <a:rPr dirty="0" err="1"/>
              <a:t>keine</a:t>
            </a:r>
            <a:r>
              <a:rPr dirty="0"/>
              <a:t> </a:t>
            </a:r>
            <a:r>
              <a:rPr dirty="0" err="1"/>
              <a:t>realen</a:t>
            </a:r>
            <a:r>
              <a:rPr dirty="0"/>
              <a:t> IDs </a:t>
            </a:r>
            <a:r>
              <a:rPr dirty="0" err="1"/>
              <a:t>oder</a:t>
            </a:r>
            <a:r>
              <a:rPr dirty="0"/>
              <a:t> </a:t>
            </a:r>
            <a:r>
              <a:rPr dirty="0" err="1"/>
              <a:t>Versuchsdaten</a:t>
            </a:r>
            <a:r>
              <a:rPr dirty="0"/>
              <a:t>. Nur </a:t>
            </a:r>
            <a:r>
              <a:rPr dirty="0" err="1"/>
              <a:t>eingeschwungene</a:t>
            </a:r>
            <a:r>
              <a:rPr dirty="0"/>
              <a:t>, </a:t>
            </a:r>
            <a:r>
              <a:rPr dirty="0" err="1"/>
              <a:t>geometrisch</a:t>
            </a:r>
            <a:r>
              <a:rPr dirty="0"/>
              <a:t> </a:t>
            </a:r>
            <a:r>
              <a:rPr dirty="0" err="1"/>
              <a:t>greifbare</a:t>
            </a:r>
            <a:r>
              <a:rPr dirty="0"/>
              <a:t> und </a:t>
            </a:r>
            <a:r>
              <a:rPr dirty="0" err="1"/>
              <a:t>rechtzeitig</a:t>
            </a:r>
            <a:r>
              <a:rPr dirty="0"/>
              <a:t> </a:t>
            </a:r>
            <a:r>
              <a:rPr dirty="0" err="1"/>
              <a:t>erreichbare</a:t>
            </a:r>
            <a:r>
              <a:rPr dirty="0"/>
              <a:t> </a:t>
            </a:r>
            <a:r>
              <a:rPr dirty="0" err="1"/>
              <a:t>Klötze</a:t>
            </a:r>
            <a:r>
              <a:rPr dirty="0"/>
              <a:t> </a:t>
            </a:r>
            <a:r>
              <a:rPr dirty="0" err="1"/>
              <a:t>sind</a:t>
            </a:r>
            <a:r>
              <a:rPr dirty="0"/>
              <a:t> </a:t>
            </a:r>
            <a:r>
              <a:rPr dirty="0" err="1"/>
              <a:t>Kandidaten</a:t>
            </a:r>
            <a:r>
              <a:rPr dirty="0"/>
              <a:t>. Die </a:t>
            </a:r>
            <a:r>
              <a:rPr dirty="0" err="1"/>
              <a:t>Auswahl</a:t>
            </a:r>
            <a:r>
              <a:rPr dirty="0"/>
              <a:t> </a:t>
            </a:r>
            <a:r>
              <a:rPr dirty="0" err="1"/>
              <a:t>bleibt</a:t>
            </a:r>
            <a:r>
              <a:rPr dirty="0"/>
              <a:t> bis </a:t>
            </a:r>
            <a:r>
              <a:rPr dirty="0" err="1"/>
              <a:t>zur</a:t>
            </a:r>
            <a:r>
              <a:rPr dirty="0"/>
              <a:t> </a:t>
            </a:r>
            <a:r>
              <a:rPr dirty="0" err="1"/>
              <a:t>Abschlussmeldung</a:t>
            </a:r>
            <a:r>
              <a:rPr dirty="0"/>
              <a:t> </a:t>
            </a:r>
            <a:r>
              <a:rPr dirty="0" err="1"/>
              <a:t>gebunden</a:t>
            </a:r>
            <a:r>
              <a:rPr dirty="0"/>
              <a:t>.</a:t>
            </a:r>
          </a:p>
          <a:p>
            <a:r>
              <a:rPr dirty="0"/>
              <a:t>Die </a:t>
            </a:r>
            <a:r>
              <a:rPr dirty="0" err="1"/>
              <a:t>Greifzone</a:t>
            </a:r>
            <a:r>
              <a:rPr dirty="0"/>
              <a:t> </a:t>
            </a:r>
            <a:r>
              <a:rPr dirty="0" err="1"/>
              <a:t>ist</a:t>
            </a:r>
            <a:r>
              <a:rPr dirty="0"/>
              <a:t> der </a:t>
            </a:r>
            <a:r>
              <a:rPr dirty="0" err="1"/>
              <a:t>räumlich</a:t>
            </a:r>
            <a:r>
              <a:rPr dirty="0"/>
              <a:t> </a:t>
            </a:r>
            <a:r>
              <a:rPr dirty="0" err="1"/>
              <a:t>nutzbare</a:t>
            </a:r>
            <a:r>
              <a:rPr dirty="0"/>
              <a:t> </a:t>
            </a:r>
            <a:r>
              <a:rPr dirty="0" err="1"/>
              <a:t>Bereich</a:t>
            </a:r>
            <a:r>
              <a:rPr dirty="0"/>
              <a:t> auf dem Band. Die </a:t>
            </a:r>
            <a:r>
              <a:rPr dirty="0" err="1"/>
              <a:t>Greifebene</a:t>
            </a:r>
            <a:r>
              <a:rPr dirty="0"/>
              <a:t> </a:t>
            </a:r>
            <a:r>
              <a:rPr dirty="0" err="1"/>
              <a:t>ist</a:t>
            </a:r>
            <a:r>
              <a:rPr dirty="0"/>
              <a:t> </a:t>
            </a:r>
            <a:r>
              <a:rPr dirty="0" err="1"/>
              <a:t>dagegen</a:t>
            </a:r>
            <a:r>
              <a:rPr dirty="0"/>
              <a:t> die </a:t>
            </a:r>
            <a:r>
              <a:rPr dirty="0" err="1"/>
              <a:t>letzte</a:t>
            </a:r>
            <a:r>
              <a:rPr dirty="0"/>
              <a:t> Position, an der das </a:t>
            </a:r>
            <a:r>
              <a:rPr dirty="0" err="1"/>
              <a:t>Absenken</a:t>
            </a:r>
            <a:r>
              <a:rPr dirty="0"/>
              <a:t> </a:t>
            </a:r>
            <a:r>
              <a:rPr dirty="0" err="1"/>
              <a:t>beginnen</a:t>
            </a:r>
            <a:r>
              <a:rPr dirty="0"/>
              <a:t> </a:t>
            </a:r>
            <a:r>
              <a:rPr dirty="0" err="1"/>
              <a:t>darf</a:t>
            </a:r>
            <a:r>
              <a:rPr dirty="0"/>
              <a:t>. Bis </a:t>
            </a:r>
            <a:r>
              <a:rPr dirty="0" err="1"/>
              <a:t>zum</a:t>
            </a:r>
            <a:r>
              <a:rPr dirty="0"/>
              <a:t> </a:t>
            </a:r>
            <a:r>
              <a:rPr dirty="0" err="1"/>
              <a:t>Zonenende</a:t>
            </a:r>
            <a:r>
              <a:rPr dirty="0"/>
              <a:t> muss der </a:t>
            </a:r>
            <a:r>
              <a:rPr dirty="0" err="1"/>
              <a:t>Greifvorgang</a:t>
            </a:r>
            <a:r>
              <a:rPr dirty="0"/>
              <a:t> </a:t>
            </a:r>
            <a:r>
              <a:rPr dirty="0" err="1"/>
              <a:t>abgeschlossen</a:t>
            </a:r>
            <a:r>
              <a:rPr dirty="0"/>
              <a:t> sein. </a:t>
            </a:r>
            <a:r>
              <a:rPr dirty="0" err="1"/>
              <a:t>Ihre</a:t>
            </a:r>
            <a:r>
              <a:rPr dirty="0"/>
              <a:t> Lage </a:t>
            </a:r>
            <a:r>
              <a:rPr dirty="0" err="1"/>
              <a:t>folgt</a:t>
            </a:r>
            <a:r>
              <a:rPr dirty="0"/>
              <a:t> </a:t>
            </a:r>
            <a:r>
              <a:rPr dirty="0" err="1"/>
              <a:t>aus</a:t>
            </a:r>
            <a:r>
              <a:rPr dirty="0"/>
              <a:t> </a:t>
            </a:r>
            <a:r>
              <a:rPr dirty="0" err="1"/>
              <a:t>Geschwindigkeit</a:t>
            </a:r>
            <a:r>
              <a:rPr dirty="0"/>
              <a:t>, </a:t>
            </a:r>
            <a:r>
              <a:rPr dirty="0" err="1"/>
              <a:t>Prozessdauer</a:t>
            </a:r>
            <a:r>
              <a:rPr dirty="0"/>
              <a:t> und 20 </a:t>
            </a:r>
            <a:r>
              <a:rPr dirty="0" err="1"/>
              <a:t>Prozent</a:t>
            </a:r>
            <a:r>
              <a:rPr dirty="0"/>
              <a:t> Reserve. Bei </a:t>
            </a:r>
            <a:r>
              <a:rPr dirty="0" err="1"/>
              <a:t>höherer</a:t>
            </a:r>
            <a:r>
              <a:rPr dirty="0"/>
              <a:t> </a:t>
            </a:r>
            <a:r>
              <a:rPr dirty="0" err="1"/>
              <a:t>Geschwindigkeit</a:t>
            </a:r>
            <a:r>
              <a:rPr dirty="0"/>
              <a:t> </a:t>
            </a:r>
            <a:r>
              <a:rPr dirty="0" err="1"/>
              <a:t>rückt</a:t>
            </a:r>
            <a:r>
              <a:rPr dirty="0"/>
              <a:t> </a:t>
            </a:r>
            <a:r>
              <a:rPr dirty="0" err="1"/>
              <a:t>sie</a:t>
            </a:r>
            <a:r>
              <a:rPr dirty="0"/>
              <a:t> an den </a:t>
            </a:r>
            <a:r>
              <a:rPr dirty="0" err="1"/>
              <a:t>Zonenanfang</a:t>
            </a:r>
            <a:r>
              <a:rPr dirty="0"/>
              <a:t>.</a:t>
            </a:r>
          </a:p>
          <a:p>
            <a:r>
              <a:rPr dirty="0"/>
              <a:t>Zeit bis </a:t>
            </a:r>
            <a:r>
              <a:rPr dirty="0" err="1"/>
              <a:t>zur</a:t>
            </a:r>
            <a:r>
              <a:rPr dirty="0"/>
              <a:t> </a:t>
            </a:r>
            <a:r>
              <a:rPr dirty="0" err="1"/>
              <a:t>Greifebene</a:t>
            </a:r>
            <a:r>
              <a:rPr dirty="0"/>
              <a:t> </a:t>
            </a:r>
            <a:r>
              <a:rPr dirty="0" err="1"/>
              <a:t>wird</a:t>
            </a:r>
            <a:r>
              <a:rPr dirty="0"/>
              <a:t> </a:t>
            </a:r>
            <a:r>
              <a:rPr dirty="0" err="1"/>
              <a:t>mit</a:t>
            </a:r>
            <a:r>
              <a:rPr dirty="0"/>
              <a:t> </a:t>
            </a:r>
            <a:r>
              <a:rPr dirty="0" err="1"/>
              <a:t>Anfahr</a:t>
            </a:r>
            <a:r>
              <a:rPr dirty="0"/>
              <a:t>- und </a:t>
            </a:r>
            <a:r>
              <a:rPr dirty="0" err="1"/>
              <a:t>Einschwingzeit</a:t>
            </a:r>
            <a:r>
              <a:rPr dirty="0"/>
              <a:t> </a:t>
            </a:r>
            <a:r>
              <a:rPr dirty="0" err="1"/>
              <a:t>verglichen</a:t>
            </a:r>
            <a:r>
              <a:rPr dirty="0"/>
              <a:t>. Das </a:t>
            </a:r>
            <a:r>
              <a:rPr dirty="0" err="1"/>
              <a:t>dringendste</a:t>
            </a:r>
            <a:r>
              <a:rPr dirty="0"/>
              <a:t> </a:t>
            </a:r>
            <a:r>
              <a:rPr dirty="0" err="1"/>
              <a:t>noch</a:t>
            </a:r>
            <a:r>
              <a:rPr dirty="0"/>
              <a:t> </a:t>
            </a:r>
            <a:r>
              <a:rPr dirty="0" err="1"/>
              <a:t>erreichbare</a:t>
            </a:r>
            <a:r>
              <a:rPr dirty="0"/>
              <a:t> Ziel </a:t>
            </a:r>
            <a:r>
              <a:rPr dirty="0" err="1"/>
              <a:t>wird</a:t>
            </a:r>
            <a:r>
              <a:rPr dirty="0"/>
              <a:t> </a:t>
            </a:r>
            <a:r>
              <a:rPr dirty="0" err="1"/>
              <a:t>gewählt</a:t>
            </a:r>
            <a:r>
              <a:rPr dirty="0"/>
              <a:t>. Zu </a:t>
            </a:r>
            <a:r>
              <a:rPr dirty="0" err="1"/>
              <a:t>spät</a:t>
            </a:r>
            <a:r>
              <a:rPr dirty="0"/>
              <a:t> </a:t>
            </a:r>
            <a:r>
              <a:rPr dirty="0" err="1"/>
              <a:t>kommende</a:t>
            </a:r>
            <a:r>
              <a:rPr dirty="0"/>
              <a:t> </a:t>
            </a:r>
            <a:r>
              <a:rPr dirty="0" err="1"/>
              <a:t>Objekte</a:t>
            </a:r>
            <a:r>
              <a:rPr dirty="0"/>
              <a:t> </a:t>
            </a:r>
            <a:r>
              <a:rPr dirty="0" err="1"/>
              <a:t>bleiben</a:t>
            </a:r>
            <a:r>
              <a:rPr dirty="0"/>
              <a:t> auf dem Band. Ein </a:t>
            </a:r>
            <a:r>
              <a:rPr dirty="0" err="1"/>
              <a:t>Durchläufer</a:t>
            </a:r>
            <a:r>
              <a:rPr dirty="0"/>
              <a:t> </a:t>
            </a:r>
            <a:r>
              <a:rPr dirty="0" err="1"/>
              <a:t>kann</a:t>
            </a:r>
            <a:r>
              <a:rPr dirty="0"/>
              <a:t> </a:t>
            </a:r>
            <a:r>
              <a:rPr dirty="0" err="1"/>
              <a:t>daher</a:t>
            </a:r>
            <a:r>
              <a:rPr dirty="0"/>
              <a:t> die </a:t>
            </a:r>
            <a:r>
              <a:rPr dirty="0" err="1"/>
              <a:t>korrekte</a:t>
            </a:r>
            <a:r>
              <a:rPr dirty="0"/>
              <a:t> </a:t>
            </a:r>
            <a:r>
              <a:rPr dirty="0" err="1"/>
              <a:t>Auswahlentscheidung</a:t>
            </a:r>
            <a:r>
              <a:rPr dirty="0"/>
              <a:t> sein.</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3.3.1 und 3.3.2,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10: Greifen während der Bewegung</a:t>
            </a:r>
          </a:p>
          <a:p>
            <a:r>
              <a:t>Geplante Sprechzeit: 1:30 Minuten.</a:t>
            </a:r>
          </a:p>
          <a:p>
            <a:endParaRPr/>
          </a:p>
          <a:p>
            <a:r>
              <a:t>Der Zustandsautomat führt den vollständigen Versuch. Anfahren bringt den Greifer über die vorhergesagte Position. Folgen stabilisiert den Abstand. Beim Absenken und Schließen bewegt sich der Roboter mit dem Klotz weiter. Die Orientierung wird beim Absenken eingefroren.</a:t>
            </a:r>
          </a:p>
          <a:p>
            <a:r>
              <a:t>Der Greifer meldet Bewegung fertig und Klotz gehalten. Nach bestätigtem Griff wird zunächst mitfahrend angehoben, danach auf Freihöhe gestiegen und zur Box gefahren. Öffnen und Rückfahrt schließen den Zyklus ab.</a:t>
            </a:r>
          </a:p>
          <a:p>
            <a:r>
              <a:t>Der Attractor arbeitet proportional zur Abweichung von der Zielpose. Bei einem bewegten Ziel entsteht ein bleibender Nachlauf etwa v/K. Die empirisch abgestimmte Vorhaltezeit 0,24 s versetzt die Zielpose deshalb voraus. Geregelt wird der Flansch ur_tool0. Den gemessenen Abstand von 0,235 m zum Griffpunkt berücksichtigt der Follower.</a:t>
            </a:r>
          </a:p>
          <a:p>
            <a:r>
              <a:t>Bei veralteten Daten oder nicht mehr erreichbarer Greifebene wird vor erfolgreicher Aufnahme abgebrochen. Ein bereits gehaltener Klotz wird auch bei Abbruch kontrolliert abgelegt. Die Grafik fasst den Ablauf zusammen; das vollständige Zustandsdiagramm steht im Bericht.</a:t>
            </a:r>
          </a:p>
          <a:p>
            <a:endParaRPr/>
          </a:p>
          <a:p>
            <a:r>
              <a:t>Quellen: Projektbericht/entwuerfe/berichtstext.md, Abschnitte 3.4 bis 3.6; Grundlage fig-follower-zustandsdiagramm,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11: Inbetriebnahme und Rechenlast</a:t>
            </a:r>
          </a:p>
          <a:p>
            <a:r>
              <a:t>Geplante Sprechzeit: 1:00 Minuten.</a:t>
            </a:r>
          </a:p>
          <a:p>
            <a:endParaRPr/>
          </a:p>
          <a:p>
            <a:r>
              <a:t>Alle eigenen Python-Komponenten teilen sich einen Prozess. Diagnose und zusätzliche Auswertung können daher die Bildverarbeitung verzögern. Die Grafik vergleicht dokumentierte Entwicklungsstände, keine kontrollierte Einzelmaßnahmenstudie.</a:t>
            </a:r>
          </a:p>
          <a:p>
            <a:r>
              <a:t>Zunächst kamen etwa 5,1 neue Messungen je Sekunde an, mittleres Messalter etwa 450 ms. Nach Reduktion der Diagnoseraten stieg die Messrate auf 7,1 Hz; eine Eingangsqueue der Tiefe 1 verhinderte aufgestaute alte Bilder. Das dokumentierte mittlere Messalter sank auf 139 ms. Im finalen Betrieb wurden rund 8,6 neue Messungen je Sekunde erreicht.</a:t>
            </a:r>
          </a:p>
          <a:p>
            <a:r>
              <a:t>Konfigurierte Rate und neue Messrate unterscheiden. Kameraauswertung und Vectoring sind mit 15 Hz konfiguriert. Data Tracker läuft mit 2 Hz, Interface Streamer mit 10 Hz. Nicht benötigte Roboterkamera, RViz-Ansichten und parallele Diagnoseprozesse werden nicht geladen bzw. geschlossen. Der ROI beschränkt die auszuwertende Bildmenge.</a:t>
            </a:r>
          </a:p>
          <a:p>
            <a:r>
              <a:t>Die gezeigte Parameteransicht verdeutlicht die direkt einstellbare Rate in AICA. Die reale Roboterregelung bleibt davon getrennt bei 500 Hz.</a:t>
            </a:r>
          </a:p>
          <a:p>
            <a:endParaRPr/>
          </a:p>
          <a:p>
            <a:r>
              <a:t>Quellen: Projektbericht/entwuerfe/berichtstext.md, Abschnitte 5.1 und 5.3, Stand 02.10.2026. Abbildung: Projektbericht/abbildungen/fig-aica-vectoring-parameter.png, Ausschnitt.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12: Entwicklungsabnahme und Ergebnisse</a:t>
            </a:r>
          </a:p>
          <a:p>
            <a:r>
              <a:t>Geplante Sprechzeit: 1:45 Minuten.</a:t>
            </a:r>
          </a:p>
          <a:p>
            <a:endParaRPr/>
          </a:p>
          <a:p>
            <a:r>
              <a:t>Als Erfolg zählt Erkennen, Auswählen, Greifen im Lauf, Anheben und vollständige Ablage. Die Läufe wurden mit unterschiedlichen Einstellungen durchgeführt und dürfen nicht zu einer allgemeinen Erfolgsquote addiert werden.</a:t>
            </a:r>
          </a:p>
          <a:p>
            <a:r>
              <a:t>Vor Änderung der Zeitgrenzen wurden 3 von 7 Klötzen abgelegt. Die Daten waren teilweise zu alt, die Greifebene wurde zu spät erreicht und ein Timeout trat auf. Nach Anhebung der Extrapolationsgrenze von 0,6 auf 1,0 s und des Ziel-Timeouts von 1,0 auf 1,5 s wurden mit denselben Klötzen 9 von 9 Ablagen dokumentiert.</a:t>
            </a:r>
          </a:p>
          <a:p>
            <a:r>
              <a:t>Der separate Dauerlauf mit horizontal 0,5 m/s und vertikal 0,25 m/s ergab in rund zwei Minuten 15 Ablagen, einen Fehlgriff und neun Durchläufer. Die Durchläufer folgten zu dicht auf bereits gegriffene Ziele, während der Roboter noch hob, ablegte oder zurückfuhr. Sie waren nicht mehr sicher erreichbar.</a:t>
            </a:r>
          </a:p>
          <a:p>
            <a:r>
              <a:t>Weitere Läufe mit gedrehten und gemischten Klötzen sowie höhere Bandstufen bis Stufe 3 waren nach Beobachtung erfolgreich. Dafür liegen keine gemessenen Geschwindigkeiten oder systematische Zählung vor. Der zusätzliche Kalibrier-Greiflauf wird nicht nochmals als unabhängiger Datensatz gezählt.</a:t>
            </a:r>
          </a:p>
          <a:p>
            <a:r>
              <a:t>Der Screenshot zeigt die tatsächliche Laufzeitdiagnose mit Zustand, Ziel-ID, geschätzter Geschwindigkeit und Regelabweichungen. Es liegt derzeit kein Video vor; der Screenshot ist kein vollständiger videografischer Ablaufnachweis.</a:t>
            </a:r>
          </a:p>
          <a:p>
            <a:endParaRPr/>
          </a:p>
          <a:p>
            <a:r>
              <a:t>Quellen: Projektbericht/entwuerfe/berichtstext.md, Kapitel 6, Stand 02.10.2026. Abbildung: Projektbericht/abbildungen/fig-interface-streamer-betrieb.png.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13: Bewertung und Weiterentwicklung</a:t>
            </a:r>
          </a:p>
          <a:p>
            <a:r>
              <a:t>Geplante Sprechzeit: 1:00 Minuten.</a:t>
            </a:r>
          </a:p>
          <a:p>
            <a:endParaRPr/>
          </a:p>
          <a:p>
            <a:r>
              <a:t>Der Konzeptnachweis ist erbracht: quaderförmige Klötze werden auf dem laufenden Band anhand von Kameradaten ausgewählt, gegriffen, angehoben und abgelegt. Kein Encoder ist erforderlich. Bei dichter Folge wählt das System erreichbare Ziele statt unsichere Griffe zu erzwingen.</a:t>
            </a:r>
          </a:p>
          <a:p>
            <a:r>
              <a:t>Der Durchsatz wird wesentlich durch Heben, Ablage, Öffnen und Rückfahrt begrenzt. Bildverarbeitung und Rechenplattform arbeiten nahe ihrer Leistungsgrenze. Reflexionen, flache Klötze und positionsabhängige Tiefenfehler bleiben Randbedingungen. Es handelt sich nicht um ein fertig qualifiziertes Industrieprodukt.</a:t>
            </a:r>
          </a:p>
          <a:p>
            <a:r>
              <a:t>Weiterentwicklungsvorschläge: Ablage näher am Band verkürzt den Rückweg. Trennung von Bildverarbeitung und Diagnose beziehungsweise leistungsfähigere Hardware stabilisiert den Ablauf. Tiefenkorrektur, Entzerrung und feste Referenzmarken können Erkennung und Nachkalibrierung verbessern. Die Roboterkamera erst bei belastbarem Zusatznutzen wieder einbinden. Diese Maßnahmen sind Vorschläge, keine bereits nachgewiesenen zusätzlichen Funktionen.</a:t>
            </a:r>
          </a:p>
          <a:p>
            <a:r>
              <a:t>Abschluss: Die Kombination aus Bildvorhersage, Erreichbarkeitsprüfung und rückgekoppelter Bewegung ermöglicht das Greifen ohne Bandencoder.</a:t>
            </a:r>
          </a:p>
          <a:p>
            <a:endParaRPr/>
          </a:p>
          <a:p>
            <a:r>
              <a:t>Quellen: Projektbericht/entwuerfe/berichtstext.md, Kapitel 7,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2.jpe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4.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emf"/><Relationship Id="rId1" Type="http://schemas.openxmlformats.org/officeDocument/2006/relationships/slideMaster" Target="../slideMasters/slideMaster3.xml"/><Relationship Id="rId6" Type="http://schemas.openxmlformats.org/officeDocument/2006/relationships/image" Target="../media/image1.svg"/><Relationship Id="rId5" Type="http://schemas.openxmlformats.org/officeDocument/2006/relationships/image" Target="../media/image2.svg"/><Relationship Id="rId4" Type="http://schemas.openxmlformats.org/officeDocument/2006/relationships/image" Target="../media/image26.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27.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MT_Präsentation // Cover_V1">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3672527"/>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4" name="Textplatzhalter 3">
            <a:extLst>
              <a:ext uri="{FF2B5EF4-FFF2-40B4-BE49-F238E27FC236}">
                <a16:creationId xmlns:a16="http://schemas.microsoft.com/office/drawing/2014/main" id="{F600A371-89E2-ED47-9691-9E9170B97BE8}"/>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accent5"/>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Tree>
    <p:extLst>
      <p:ext uri="{BB962C8B-B14F-4D97-AF65-F5344CB8AC3E}">
        <p14:creationId xmlns:p14="http://schemas.microsoft.com/office/powerpoint/2010/main" val="1401137780"/>
      </p:ext>
    </p:extLst>
  </p:cSld>
  <p:clrMapOvr>
    <a:masterClrMapping/>
  </p:clrMapOvr>
  <p:extLst>
    <p:ext uri="{DCECCB84-F9BA-43D5-87BE-67443E8EF086}">
      <p15:sldGuideLst xmlns:p15="http://schemas.microsoft.com/office/powerpoint/2012/main">
        <p15:guide id="1" orient="horz" pos="1729" userDrawn="1">
          <p15:clr>
            <a:srgbClr val="FBAE40"/>
          </p15:clr>
        </p15:guide>
        <p15:guide id="3" orient="horz" pos="157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MT_Präsentation // Cover_V2">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4106081"/>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Tree>
    <p:extLst>
      <p:ext uri="{BB962C8B-B14F-4D97-AF65-F5344CB8AC3E}">
        <p14:creationId xmlns:p14="http://schemas.microsoft.com/office/powerpoint/2010/main" val="656871068"/>
      </p:ext>
    </p:extLst>
  </p:cSld>
  <p:clrMapOvr>
    <a:masterClrMapping/>
  </p:clrMapOvr>
  <p:extLst>
    <p:ext uri="{DCECCB84-F9BA-43D5-87BE-67443E8EF086}">
      <p15:sldGuideLst xmlns:p15="http://schemas.microsoft.com/office/powerpoint/2012/main">
        <p15:guide id="1" orient="horz" pos="1729">
          <p15:clr>
            <a:srgbClr val="FBAE40"/>
          </p15:clr>
        </p15:guide>
        <p15:guide id="3" orient="horz" pos="157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MT_Präsentation // Cover_V3">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4" name="Textplatzhalter 11">
            <a:extLst>
              <a:ext uri="{FF2B5EF4-FFF2-40B4-BE49-F238E27FC236}">
                <a16:creationId xmlns:a16="http://schemas.microsoft.com/office/drawing/2014/main" id="{AD848F20-E885-8540-A608-6B6DA063C484}"/>
              </a:ext>
            </a:extLst>
          </p:cNvPr>
          <p:cNvSpPr>
            <a:spLocks noGrp="1"/>
          </p:cNvSpPr>
          <p:nvPr>
            <p:ph type="body" sz="quarter" idx="11" hasCustomPrompt="1"/>
          </p:nvPr>
        </p:nvSpPr>
        <p:spPr>
          <a:xfrm>
            <a:off x="334963" y="1881001"/>
            <a:ext cx="9601200" cy="1488815"/>
          </a:xfrm>
          <a:prstGeom prst="rect">
            <a:avLst/>
          </a:prstGeom>
        </p:spPr>
        <p:txBody>
          <a:bodyPr lIns="0" tIns="0" rIns="0" bIns="0" anchor="t" anchorCtr="0"/>
          <a:lstStyle>
            <a:lvl1pPr marL="0" indent="0">
              <a:lnSpc>
                <a:spcPts val="4200"/>
              </a:lnSpc>
              <a:spcBef>
                <a:spcPts val="0"/>
              </a:spcBef>
              <a:buFontTx/>
              <a:buNone/>
              <a:defRPr sz="4400" spc="-70" baseline="0">
                <a:solidFill>
                  <a:srgbClr val="FFFFFF"/>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br>
              <a:rPr lang="de-DE"/>
            </a:br>
            <a:r>
              <a:rPr lang="de-DE"/>
              <a:t>der Präsentation</a:t>
            </a:r>
          </a:p>
        </p:txBody>
      </p:sp>
      <p:sp>
        <p:nvSpPr>
          <p:cNvPr id="2" name="Textfeld 1">
            <a:extLst>
              <a:ext uri="{FF2B5EF4-FFF2-40B4-BE49-F238E27FC236}">
                <a16:creationId xmlns:a16="http://schemas.microsoft.com/office/drawing/2014/main" id="{D9190E2B-E77D-C849-914C-35375BDC90B2}"/>
              </a:ext>
            </a:extLst>
          </p:cNvPr>
          <p:cNvSpPr txBox="1"/>
          <p:nvPr userDrawn="1"/>
        </p:nvSpPr>
        <p:spPr>
          <a:xfrm>
            <a:off x="1063468" y="6629836"/>
            <a:ext cx="0" cy="0"/>
          </a:xfrm>
          <a:prstGeom prst="rect">
            <a:avLst/>
          </a:prstGeom>
          <a:ln>
            <a:solidFill>
              <a:schemeClr val="accent1"/>
            </a:solidFill>
          </a:ln>
        </p:spPr>
        <p:txBody>
          <a:bodyPr wrap="none" rtlCol="0" anchor="b">
            <a:noAutofit/>
          </a:bodyPr>
          <a:lstStyle/>
          <a:p>
            <a:pPr algn="l"/>
            <a:endParaRPr lang="de-DE" sz="370" err="1"/>
          </a:p>
        </p:txBody>
      </p:sp>
      <p:sp>
        <p:nvSpPr>
          <p:cNvPr id="4" name="Bildplatzhalter 3">
            <a:extLst>
              <a:ext uri="{FF2B5EF4-FFF2-40B4-BE49-F238E27FC236}">
                <a16:creationId xmlns:a16="http://schemas.microsoft.com/office/drawing/2014/main" id="{0DEA4B71-C0F6-A143-91CD-20DCCAFE1ECE}"/>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rgbClr val="D72305"/>
                </a:solidFill>
              </a:defRPr>
            </a:lvl1pPr>
          </a:lstStyle>
          <a:p>
            <a:r>
              <a:rPr lang="de-DE"/>
              <a:t>Bild durch Klicken auf Symbol hinzufügen</a:t>
            </a:r>
          </a:p>
        </p:txBody>
      </p:sp>
      <p:pic>
        <p:nvPicPr>
          <p:cNvPr id="9" name="Grafik 8">
            <a:extLst>
              <a:ext uri="{FF2B5EF4-FFF2-40B4-BE49-F238E27FC236}">
                <a16:creationId xmlns:a16="http://schemas.microsoft.com/office/drawing/2014/main" id="{8497CFA3-6340-C34D-B768-F7A95EB4E9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400"/>
            <a:ext cx="1356360" cy="914400"/>
          </a:xfrm>
          <a:prstGeom prst="rect">
            <a:avLst/>
          </a:prstGeom>
        </p:spPr>
      </p:pic>
      <p:sp>
        <p:nvSpPr>
          <p:cNvPr id="8" name="Textplatzhalter 3">
            <a:extLst>
              <a:ext uri="{FF2B5EF4-FFF2-40B4-BE49-F238E27FC236}">
                <a16:creationId xmlns:a16="http://schemas.microsoft.com/office/drawing/2014/main" id="{C8BD6479-55DD-AC47-9F75-3DCC5AA8DAAA}"/>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tx2"/>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12" name="Textfeld 11">
            <a:extLst>
              <a:ext uri="{FF2B5EF4-FFF2-40B4-BE49-F238E27FC236}">
                <a16:creationId xmlns:a16="http://schemas.microsoft.com/office/drawing/2014/main" id="{D9A9E72F-1ACA-F247-8BD4-0C1BBC4CCD82}"/>
              </a:ext>
            </a:extLst>
          </p:cNvPr>
          <p:cNvSpPr txBox="1"/>
          <p:nvPr userDrawn="1"/>
        </p:nvSpPr>
        <p:spPr>
          <a:xfrm>
            <a:off x="-2382169" y="182897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pic>
        <p:nvPicPr>
          <p:cNvPr id="5" name="Grafik 4" descr="Ein Bild, das Text enthält.&#10;&#10;Automatisch generierte Beschreibung">
            <a:extLst>
              <a:ext uri="{FF2B5EF4-FFF2-40B4-BE49-F238E27FC236}">
                <a16:creationId xmlns:a16="http://schemas.microsoft.com/office/drawing/2014/main" id="{F9C5C9DE-460D-3A49-889E-B30613FE6DB5}"/>
              </a:ext>
            </a:extLst>
          </p:cNvPr>
          <p:cNvPicPr>
            <a:picLocks noChangeAspect="1"/>
          </p:cNvPicPr>
          <p:nvPr userDrawn="1"/>
        </p:nvPicPr>
        <p:blipFill>
          <a:blip r:embed="rId4">
            <a:alphaModFix amt="50000"/>
          </a:blip>
          <a:stretch>
            <a:fillRect/>
          </a:stretch>
        </p:blipFill>
        <p:spPr>
          <a:xfrm>
            <a:off x="12557760" y="7129"/>
            <a:ext cx="12192000" cy="6843742"/>
          </a:xfrm>
          <a:prstGeom prst="rect">
            <a:avLst/>
          </a:prstGeom>
        </p:spPr>
      </p:pic>
      <p:pic>
        <p:nvPicPr>
          <p:cNvPr id="11" name="Grafik 10">
            <a:extLst>
              <a:ext uri="{FF2B5EF4-FFF2-40B4-BE49-F238E27FC236}">
                <a16:creationId xmlns:a16="http://schemas.microsoft.com/office/drawing/2014/main" id="{AF38B288-F314-D247-B61E-DD5F7516106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2257337023"/>
      </p:ext>
    </p:extLst>
  </p:cSld>
  <p:clrMapOvr>
    <a:masterClrMapping/>
  </p:clrMapOvr>
  <p:extLst>
    <p:ext uri="{DCECCB84-F9BA-43D5-87BE-67443E8EF086}">
      <p15:sldGuideLst xmlns:p15="http://schemas.microsoft.com/office/powerpoint/2012/main">
        <p15:guide id="2" orient="horz" pos="118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MT_Präsentation // Headline + F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platzhalter 2">
            <a:extLst>
              <a:ext uri="{FF2B5EF4-FFF2-40B4-BE49-F238E27FC236}">
                <a16:creationId xmlns:a16="http://schemas.microsoft.com/office/drawing/2014/main" id="{86E46402-E95E-8E4B-91CE-C6482D95DF06}"/>
              </a:ext>
            </a:extLst>
          </p:cNvPr>
          <p:cNvSpPr>
            <a:spLocks noGrp="1"/>
          </p:cNvSpPr>
          <p:nvPr>
            <p:ph type="body" sz="quarter" idx="18" hasCustomPrompt="1"/>
          </p:nvPr>
        </p:nvSpPr>
        <p:spPr>
          <a:xfrm>
            <a:off x="334960" y="1206001"/>
            <a:ext cx="10909303" cy="4599488"/>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9" name="Textplatzhalter 2">
            <a:extLst>
              <a:ext uri="{FF2B5EF4-FFF2-40B4-BE49-F238E27FC236}">
                <a16:creationId xmlns:a16="http://schemas.microsoft.com/office/drawing/2014/main" id="{901185BA-D52F-D14B-86B3-9443C18925BC}"/>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sp>
        <p:nvSpPr>
          <p:cNvPr id="14" name="Textfeld 13">
            <a:extLst>
              <a:ext uri="{FF2B5EF4-FFF2-40B4-BE49-F238E27FC236}">
                <a16:creationId xmlns:a16="http://schemas.microsoft.com/office/drawing/2014/main" id="{D2E72119-490B-1845-9D75-16B134CF87E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C97E69B1-EE6A-9E46-A114-65ACB38752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pic>
        <p:nvPicPr>
          <p:cNvPr id="16" name="Grafik 15">
            <a:extLst>
              <a:ext uri="{FF2B5EF4-FFF2-40B4-BE49-F238E27FC236}">
                <a16:creationId xmlns:a16="http://schemas.microsoft.com/office/drawing/2014/main" id="{D318F462-CCE5-C94F-B170-2AB521F1013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6" name="Datumsplatzhalter 5">
            <a:extLst>
              <a:ext uri="{FF2B5EF4-FFF2-40B4-BE49-F238E27FC236}">
                <a16:creationId xmlns:a16="http://schemas.microsoft.com/office/drawing/2014/main" id="{6AB2C604-EF2B-4241-9B8D-353525CC64B5}"/>
              </a:ext>
            </a:extLst>
          </p:cNvPr>
          <p:cNvSpPr>
            <a:spLocks noGrp="1"/>
          </p:cNvSpPr>
          <p:nvPr>
            <p:ph type="dt" sz="half" idx="27"/>
          </p:nvPr>
        </p:nvSpPr>
        <p:spPr/>
        <p:txBody>
          <a:bodyPr/>
          <a:lstStyle/>
          <a:p>
            <a:pPr lvl="0"/>
            <a:r>
              <a:rPr lang="de-DE" dirty="0"/>
              <a:t>FuE-Projekt Sommersemester 2026 | 30.09.2026</a:t>
            </a:r>
          </a:p>
        </p:txBody>
      </p:sp>
      <p:sp>
        <p:nvSpPr>
          <p:cNvPr id="7" name="Fußzeilenplatzhalter 6">
            <a:extLst>
              <a:ext uri="{FF2B5EF4-FFF2-40B4-BE49-F238E27FC236}">
                <a16:creationId xmlns:a16="http://schemas.microsoft.com/office/drawing/2014/main" id="{0536C2A7-C47B-254D-B8A7-9A5F4F781FC8}"/>
              </a:ext>
            </a:extLst>
          </p:cNvPr>
          <p:cNvSpPr>
            <a:spLocks noGrp="1"/>
          </p:cNvSpPr>
          <p:nvPr>
            <p:ph type="ftr" sz="quarter" idx="28"/>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7CA1E7AB-4DEA-5C4B-BF0E-2A91CF7C83B6}"/>
              </a:ext>
            </a:extLst>
          </p:cNvPr>
          <p:cNvSpPr>
            <a:spLocks noGrp="1"/>
          </p:cNvSpPr>
          <p:nvPr>
            <p:ph type="sldNum" sz="quarter" idx="29"/>
          </p:nvPr>
        </p:nvSpPr>
        <p:spPr/>
        <p:txBody>
          <a:bodyPr/>
          <a:lstStyle/>
          <a:p>
            <a:fld id="{13005BA2-ABF8-0A46-8B15-84F2660EFA6C}" type="slidenum">
              <a:rPr lang="de-DE" smtClean="0"/>
              <a:pPr/>
              <a:t>‹Nr.›</a:t>
            </a:fld>
            <a:endParaRPr lang="de-DE"/>
          </a:p>
        </p:txBody>
      </p:sp>
      <p:pic>
        <p:nvPicPr>
          <p:cNvPr id="2" name="Grafik 1">
            <a:extLst>
              <a:ext uri="{FF2B5EF4-FFF2-40B4-BE49-F238E27FC236}">
                <a16:creationId xmlns:a16="http://schemas.microsoft.com/office/drawing/2014/main" id="{7AF99E34-E21F-829E-6DB0-5444337FA472}"/>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93054334"/>
      </p:ext>
    </p:extLst>
  </p:cSld>
  <p:clrMapOvr>
    <a:masterClrMapping/>
  </p:clrMapOvr>
  <p:transition spd="slow">
    <p:push dir="u"/>
  </p:transition>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MT_Präsentation // Headline + FT / 2 Spalte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3" name="Textplatzhalter 2">
            <a:extLst>
              <a:ext uri="{FF2B5EF4-FFF2-40B4-BE49-F238E27FC236}">
                <a16:creationId xmlns:a16="http://schemas.microsoft.com/office/drawing/2014/main" id="{30F0FB05-04C2-824E-B783-EC81EB6ADA59}"/>
              </a:ext>
            </a:extLst>
          </p:cNvPr>
          <p:cNvSpPr>
            <a:spLocks noGrp="1"/>
          </p:cNvSpPr>
          <p:nvPr>
            <p:ph type="body" sz="quarter" idx="18" hasCustomPrompt="1"/>
          </p:nvPr>
        </p:nvSpPr>
        <p:spPr>
          <a:xfrm>
            <a:off x="334961" y="1206000"/>
            <a:ext cx="10908000" cy="4599488"/>
          </a:xfrm>
          <a:prstGeom prst="rect">
            <a:avLst/>
          </a:prstGeom>
        </p:spPr>
        <p:txBody>
          <a:bodyPr lIns="0" tIns="0" rIns="0" bIns="0" numCol="2"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feld 13">
            <a:extLst>
              <a:ext uri="{FF2B5EF4-FFF2-40B4-BE49-F238E27FC236}">
                <a16:creationId xmlns:a16="http://schemas.microsoft.com/office/drawing/2014/main" id="{CB82DBDE-22F0-EA49-8FE1-81FDE3F246C1}"/>
              </a:ext>
            </a:extLst>
          </p:cNvPr>
          <p:cNvSpPr txBox="1"/>
          <p:nvPr userDrawn="1"/>
        </p:nvSpPr>
        <p:spPr>
          <a:xfrm>
            <a:off x="5916613" y="-285042"/>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2-spaltiger Text</a:t>
            </a:r>
          </a:p>
        </p:txBody>
      </p:sp>
      <p:pic>
        <p:nvPicPr>
          <p:cNvPr id="15" name="Grafik 14">
            <a:extLst>
              <a:ext uri="{FF2B5EF4-FFF2-40B4-BE49-F238E27FC236}">
                <a16:creationId xmlns:a16="http://schemas.microsoft.com/office/drawing/2014/main" id="{36AAFD6B-6B4E-4244-A5BE-4A87DF410485}"/>
              </a:ext>
            </a:extLst>
          </p:cNvPr>
          <p:cNvPicPr>
            <a:picLocks noChangeAspect="1"/>
          </p:cNvPicPr>
          <p:nvPr userDrawn="1"/>
        </p:nvPicPr>
        <p:blipFill>
          <a:blip r:embed="rId3">
            <a:alphaModFix amt="50000"/>
          </a:blip>
          <a:srcRect/>
          <a:stretch/>
        </p:blipFill>
        <p:spPr>
          <a:xfrm>
            <a:off x="12521184" y="7129"/>
            <a:ext cx="12191999" cy="6843742"/>
          </a:xfrm>
          <a:prstGeom prst="rect">
            <a:avLst/>
          </a:prstGeom>
        </p:spPr>
      </p:pic>
      <p:sp>
        <p:nvSpPr>
          <p:cNvPr id="9" name="Datumsplatzhalter 8">
            <a:extLst>
              <a:ext uri="{FF2B5EF4-FFF2-40B4-BE49-F238E27FC236}">
                <a16:creationId xmlns:a16="http://schemas.microsoft.com/office/drawing/2014/main" id="{C5E3C4FF-AC9F-F54B-8465-1AC4021BC55E}"/>
              </a:ext>
            </a:extLst>
          </p:cNvPr>
          <p:cNvSpPr>
            <a:spLocks noGrp="1"/>
          </p:cNvSpPr>
          <p:nvPr>
            <p:ph type="dt" sz="half" idx="28"/>
          </p:nvPr>
        </p:nvSpPr>
        <p:spPr/>
        <p:txBody>
          <a:bodyPr/>
          <a:lstStyle/>
          <a:p>
            <a:r>
              <a:rPr lang="de-DE" dirty="0"/>
              <a:t>FuE-Projekt Sommersemester 2026 | 30.09.2026</a:t>
            </a:r>
          </a:p>
        </p:txBody>
      </p:sp>
      <p:sp>
        <p:nvSpPr>
          <p:cNvPr id="11" name="Fußzeilenplatzhalter 10">
            <a:extLst>
              <a:ext uri="{FF2B5EF4-FFF2-40B4-BE49-F238E27FC236}">
                <a16:creationId xmlns:a16="http://schemas.microsoft.com/office/drawing/2014/main" id="{879FB237-7ED6-3346-A8F6-42573391E724}"/>
              </a:ext>
            </a:extLst>
          </p:cNvPr>
          <p:cNvSpPr>
            <a:spLocks noGrp="1"/>
          </p:cNvSpPr>
          <p:nvPr>
            <p:ph type="ftr" sz="quarter" idx="29"/>
          </p:nvPr>
        </p:nvSpPr>
        <p:spPr/>
        <p:txBody>
          <a:bodyPr/>
          <a:lstStyle/>
          <a:p>
            <a:r>
              <a:rPr lang="de-DE"/>
              <a:t>Hochschule Karlsruhe</a:t>
            </a:r>
          </a:p>
        </p:txBody>
      </p:sp>
      <p:sp>
        <p:nvSpPr>
          <p:cNvPr id="16" name="Foliennummernplatzhalter 15">
            <a:extLst>
              <a:ext uri="{FF2B5EF4-FFF2-40B4-BE49-F238E27FC236}">
                <a16:creationId xmlns:a16="http://schemas.microsoft.com/office/drawing/2014/main" id="{474AE2D7-E79E-3A47-87A1-AFF2B7575974}"/>
              </a:ext>
            </a:extLst>
          </p:cNvPr>
          <p:cNvSpPr>
            <a:spLocks noGrp="1"/>
          </p:cNvSpPr>
          <p:nvPr>
            <p:ph type="sldNum" sz="quarter" idx="30"/>
          </p:nvPr>
        </p:nvSpPr>
        <p:spPr/>
        <p:txBody>
          <a:bodyPr/>
          <a:lstStyle/>
          <a:p>
            <a:fld id="{13005BA2-ABF8-0A46-8B15-84F2660EFA6C}" type="slidenum">
              <a:rPr lang="de-DE" smtClean="0"/>
              <a:pPr/>
              <a:t>‹Nr.›</a:t>
            </a:fld>
            <a:endParaRPr lang="de-DE"/>
          </a:p>
        </p:txBody>
      </p:sp>
      <p:sp>
        <p:nvSpPr>
          <p:cNvPr id="17" name="Textplatzhalter 2">
            <a:extLst>
              <a:ext uri="{FF2B5EF4-FFF2-40B4-BE49-F238E27FC236}">
                <a16:creationId xmlns:a16="http://schemas.microsoft.com/office/drawing/2014/main" id="{AAD67889-1293-ED41-AF2F-6BE684E4815D}"/>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1" name="Grafik 20">
            <a:extLst>
              <a:ext uri="{FF2B5EF4-FFF2-40B4-BE49-F238E27FC236}">
                <a16:creationId xmlns:a16="http://schemas.microsoft.com/office/drawing/2014/main" id="{4C47BBE0-2958-B54C-92CA-A77794DE3B6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8533D82B-2F15-041A-01CD-A97EECF66CA1}"/>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70982144"/>
      </p:ext>
    </p:extLst>
  </p:cSld>
  <p:clrMapOvr>
    <a:masterClrMapping/>
  </p:clrMapOvr>
  <p:extLst>
    <p:ext uri="{DCECCB84-F9BA-43D5-87BE-67443E8EF086}">
      <p15:sldGuideLst xmlns:p15="http://schemas.microsoft.com/office/powerpoint/2012/main">
        <p15:guide id="1" pos="3727" userDrawn="1">
          <p15:clr>
            <a:srgbClr val="FBAE40"/>
          </p15:clr>
        </p15:guide>
        <p15:guide id="2" pos="3545" userDrawn="1">
          <p15:clr>
            <a:srgbClr val="FBAE40"/>
          </p15:clr>
        </p15:guide>
        <p15:guide id="3" orient="horz" pos="754" userDrawn="1">
          <p15:clr>
            <a:srgbClr val="FBAE40"/>
          </p15:clr>
        </p15:guide>
        <p15:guide id="4" orient="horz" pos="1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MT_Präsentation // Headline + Tabelle">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graphicFrame>
        <p:nvGraphicFramePr>
          <p:cNvPr id="16" name="Tabellenplatzhalter 3">
            <a:extLst>
              <a:ext uri="{FF2B5EF4-FFF2-40B4-BE49-F238E27FC236}">
                <a16:creationId xmlns:a16="http://schemas.microsoft.com/office/drawing/2014/main" id="{8547AEB8-9C30-F74C-BCA7-E98FD69BF063}"/>
              </a:ext>
            </a:extLst>
          </p:cNvPr>
          <p:cNvGraphicFramePr>
            <a:graphicFrameLocks/>
          </p:cNvGraphicFramePr>
          <p:nvPr userDrawn="1">
            <p:extLst>
              <p:ext uri="{D42A27DB-BD31-4B8C-83A1-F6EECF244321}">
                <p14:modId xmlns:p14="http://schemas.microsoft.com/office/powerpoint/2010/main" val="3030657280"/>
              </p:ext>
            </p:extLst>
          </p:nvPr>
        </p:nvGraphicFramePr>
        <p:xfrm>
          <a:off x="334962" y="1223694"/>
          <a:ext cx="10909300" cy="2050560"/>
        </p:xfrm>
        <a:graphic>
          <a:graphicData uri="http://schemas.openxmlformats.org/drawingml/2006/table">
            <a:tbl>
              <a:tblPr firstRow="1" bandRow="1">
                <a:tableStyleId>{6E25E649-3F16-4E02-A733-19D2CDBF48F0}</a:tableStyleId>
              </a:tblPr>
              <a:tblGrid>
                <a:gridCol w="2181860">
                  <a:extLst>
                    <a:ext uri="{9D8B030D-6E8A-4147-A177-3AD203B41FA5}">
                      <a16:colId xmlns:a16="http://schemas.microsoft.com/office/drawing/2014/main" val="2407453687"/>
                    </a:ext>
                  </a:extLst>
                </a:gridCol>
                <a:gridCol w="2181860">
                  <a:extLst>
                    <a:ext uri="{9D8B030D-6E8A-4147-A177-3AD203B41FA5}">
                      <a16:colId xmlns:a16="http://schemas.microsoft.com/office/drawing/2014/main" val="2035961621"/>
                    </a:ext>
                  </a:extLst>
                </a:gridCol>
                <a:gridCol w="2181860">
                  <a:extLst>
                    <a:ext uri="{9D8B030D-6E8A-4147-A177-3AD203B41FA5}">
                      <a16:colId xmlns:a16="http://schemas.microsoft.com/office/drawing/2014/main" val="2328942624"/>
                    </a:ext>
                  </a:extLst>
                </a:gridCol>
                <a:gridCol w="2181860">
                  <a:extLst>
                    <a:ext uri="{9D8B030D-6E8A-4147-A177-3AD203B41FA5}">
                      <a16:colId xmlns:a16="http://schemas.microsoft.com/office/drawing/2014/main" val="1653075632"/>
                    </a:ext>
                  </a:extLst>
                </a:gridCol>
                <a:gridCol w="2181860">
                  <a:extLst>
                    <a:ext uri="{9D8B030D-6E8A-4147-A177-3AD203B41FA5}">
                      <a16:colId xmlns:a16="http://schemas.microsoft.com/office/drawing/2014/main" val="267688811"/>
                    </a:ext>
                  </a:extLst>
                </a:gridCol>
              </a:tblGrid>
              <a:tr h="313200">
                <a:tc>
                  <a:txBody>
                    <a:bodyPr/>
                    <a:lstStyle/>
                    <a:p>
                      <a:r>
                        <a:rPr lang="de-DE" sz="1450" b="0" i="0" baseline="0">
                          <a:solidFill>
                            <a:schemeClr val="tx1"/>
                          </a:solidFill>
                          <a:latin typeface="Calibri" panose="020F0502020204030204" pitchFamily="34" charset="0"/>
                          <a:cs typeface="Calibri" panose="020F0502020204030204" pitchFamily="34" charset="0"/>
                        </a:rPr>
                        <a:t>Text 1</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2</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3</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4</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5 </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extLst>
                  <a:ext uri="{0D108BD9-81ED-4DB2-BD59-A6C34878D82A}">
                    <a16:rowId xmlns:a16="http://schemas.microsoft.com/office/drawing/2014/main" val="4063638116"/>
                  </a:ext>
                </a:extLst>
              </a:tr>
              <a:tr h="273600">
                <a:tc>
                  <a:txBody>
                    <a:bodyPr/>
                    <a:lstStyle/>
                    <a:p>
                      <a:pPr marL="0" marR="0" lvl="0" indent="0" algn="l" defTabSz="914454" rtl="0" eaLnBrk="1" fontAlgn="auto" latinLnBrk="0" hangingPunct="1">
                        <a:lnSpc>
                          <a:spcPct val="100000"/>
                        </a:lnSpc>
                        <a:spcBef>
                          <a:spcPts val="0"/>
                        </a:spcBef>
                        <a:spcAft>
                          <a:spcPts val="0"/>
                        </a:spcAft>
                        <a:buClrTx/>
                        <a:buSzTx/>
                        <a:buFontTx/>
                        <a:buNone/>
                        <a:tabLst/>
                        <a:defRPr/>
                      </a:pPr>
                      <a:r>
                        <a:rPr lang="de-DE" sz="1200" b="0" i="0" baseline="0">
                          <a:solidFill>
                            <a:schemeClr val="tx1"/>
                          </a:solidFill>
                          <a:latin typeface="Calibri" panose="020F0502020204030204" pitchFamily="34" charset="0"/>
                          <a:cs typeface="Calibri" panose="020F0502020204030204" pitchFamily="34" charset="0"/>
                        </a:rPr>
                        <a:t>Kopieren Sie bitte diese Tabelle auf die gewünschte Seite und befüllen Sie diese anschließend</a:t>
                      </a: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8633460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108341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91044271"/>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17130585"/>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448792"/>
                  </a:ext>
                </a:extLst>
              </a:tr>
            </a:tbl>
          </a:graphicData>
        </a:graphic>
      </p:graphicFrame>
      <p:sp>
        <p:nvSpPr>
          <p:cNvPr id="18" name="Textplatzhalter 4">
            <a:extLst>
              <a:ext uri="{FF2B5EF4-FFF2-40B4-BE49-F238E27FC236}">
                <a16:creationId xmlns:a16="http://schemas.microsoft.com/office/drawing/2014/main" id="{6A71D293-D3EB-7149-8C21-21F0D236959A}"/>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pic>
        <p:nvPicPr>
          <p:cNvPr id="13" name="Grafik 12">
            <a:extLst>
              <a:ext uri="{FF2B5EF4-FFF2-40B4-BE49-F238E27FC236}">
                <a16:creationId xmlns:a16="http://schemas.microsoft.com/office/drawing/2014/main" id="{229D2C92-F854-9545-923A-93B7916AD087}"/>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5" name="Datumsplatzhalter 4">
            <a:extLst>
              <a:ext uri="{FF2B5EF4-FFF2-40B4-BE49-F238E27FC236}">
                <a16:creationId xmlns:a16="http://schemas.microsoft.com/office/drawing/2014/main" id="{BACCCF20-7C7E-1A46-AA50-89130936CD2A}"/>
              </a:ext>
            </a:extLst>
          </p:cNvPr>
          <p:cNvSpPr>
            <a:spLocks noGrp="1"/>
          </p:cNvSpPr>
          <p:nvPr>
            <p:ph type="dt" sz="half" idx="32"/>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E574FDB5-0976-474B-8851-9D4A33AD64EF}"/>
              </a:ext>
            </a:extLst>
          </p:cNvPr>
          <p:cNvSpPr>
            <a:spLocks noGrp="1"/>
          </p:cNvSpPr>
          <p:nvPr>
            <p:ph type="ftr" sz="quarter" idx="33"/>
          </p:nvPr>
        </p:nvSpPr>
        <p:spPr/>
        <p:txBody>
          <a:bodyPr/>
          <a:lstStyle/>
          <a:p>
            <a:r>
              <a:rPr lang="de-DE"/>
              <a:t>Hochschule Karlsruhe</a:t>
            </a:r>
          </a:p>
        </p:txBody>
      </p:sp>
      <p:sp>
        <p:nvSpPr>
          <p:cNvPr id="7" name="Foliennummernplatzhalter 6">
            <a:extLst>
              <a:ext uri="{FF2B5EF4-FFF2-40B4-BE49-F238E27FC236}">
                <a16:creationId xmlns:a16="http://schemas.microsoft.com/office/drawing/2014/main" id="{B72A8FAD-934D-2B42-8C2C-1923D097BC3E}"/>
              </a:ext>
            </a:extLst>
          </p:cNvPr>
          <p:cNvSpPr>
            <a:spLocks noGrp="1"/>
          </p:cNvSpPr>
          <p:nvPr>
            <p:ph type="sldNum" sz="quarter" idx="34"/>
          </p:nvPr>
        </p:nvSpPr>
        <p:spPr/>
        <p:txBody>
          <a:bodyPr/>
          <a:lstStyle/>
          <a:p>
            <a:fld id="{13005BA2-ABF8-0A46-8B15-84F2660EFA6C}" type="slidenum">
              <a:rPr lang="de-DE" smtClean="0"/>
              <a:pPr/>
              <a:t>‹Nr.›</a:t>
            </a:fld>
            <a:endParaRPr lang="de-DE"/>
          </a:p>
        </p:txBody>
      </p:sp>
      <p:sp>
        <p:nvSpPr>
          <p:cNvPr id="15" name="Textplatzhalter 2">
            <a:extLst>
              <a:ext uri="{FF2B5EF4-FFF2-40B4-BE49-F238E27FC236}">
                <a16:creationId xmlns:a16="http://schemas.microsoft.com/office/drawing/2014/main" id="{0DB07685-E6B4-5E41-AA73-041CFF227EB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97A00F15-E7DE-3D4C-9333-B5BB48AB417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2" name="Grafik 1">
            <a:extLst>
              <a:ext uri="{FF2B5EF4-FFF2-40B4-BE49-F238E27FC236}">
                <a16:creationId xmlns:a16="http://schemas.microsoft.com/office/drawing/2014/main" id="{B928182F-8786-6C39-5D59-F73969802F85}"/>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47547267"/>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MT_Präsentation // Organigramm 3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AD966BBF-D8B8-7B4D-BF9D-72B40D878F23}"/>
              </a:ext>
            </a:extLst>
          </p:cNvPr>
          <p:cNvSpPr>
            <a:spLocks noGrp="1"/>
          </p:cNvSpPr>
          <p:nvPr>
            <p:ph type="sldNum" sz="quarter" idx="26"/>
          </p:nvPr>
        </p:nvSpPr>
        <p:spPr>
          <a:xfrm>
            <a:off x="334800"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49EF7359-9E2B-F744-8DAD-214E09ED75DD}"/>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9" name="Rechteck 18">
            <a:extLst>
              <a:ext uri="{FF2B5EF4-FFF2-40B4-BE49-F238E27FC236}">
                <a16:creationId xmlns:a16="http://schemas.microsoft.com/office/drawing/2014/main" id="{61AF4062-03E6-2047-8BC7-38683BFB29F9}"/>
              </a:ext>
            </a:extLst>
          </p:cNvPr>
          <p:cNvSpPr/>
          <p:nvPr userDrawn="1"/>
        </p:nvSpPr>
        <p:spPr>
          <a:xfrm flipV="1">
            <a:off x="4043863" y="-311575"/>
            <a:ext cx="3492000" cy="494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0" name="Rechteck 19">
            <a:extLst>
              <a:ext uri="{FF2B5EF4-FFF2-40B4-BE49-F238E27FC236}">
                <a16:creationId xmlns:a16="http://schemas.microsoft.com/office/drawing/2014/main" id="{255B160F-37BC-7F45-9C7C-5382F7E693D9}"/>
              </a:ext>
            </a:extLst>
          </p:cNvPr>
          <p:cNvSpPr/>
          <p:nvPr userDrawn="1"/>
        </p:nvSpPr>
        <p:spPr>
          <a:xfrm flipV="1">
            <a:off x="7751763"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3" name="Rechteck 22">
            <a:extLst>
              <a:ext uri="{FF2B5EF4-FFF2-40B4-BE49-F238E27FC236}">
                <a16:creationId xmlns:a16="http://schemas.microsoft.com/office/drawing/2014/main" id="{46DF377B-B249-9A49-BCCB-B92E402581A5}"/>
              </a:ext>
            </a:extLst>
          </p:cNvPr>
          <p:cNvSpPr/>
          <p:nvPr userDrawn="1"/>
        </p:nvSpPr>
        <p:spPr>
          <a:xfrm flipV="1">
            <a:off x="333149"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4" name="Fußzeilenplatzhalter 3">
            <a:extLst>
              <a:ext uri="{FF2B5EF4-FFF2-40B4-BE49-F238E27FC236}">
                <a16:creationId xmlns:a16="http://schemas.microsoft.com/office/drawing/2014/main" id="{41A01861-E3E5-2942-82A8-EF942FCBCDA3}"/>
              </a:ext>
            </a:extLst>
          </p:cNvPr>
          <p:cNvSpPr>
            <a:spLocks noGrp="1"/>
          </p:cNvSpPr>
          <p:nvPr>
            <p:ph type="ftr" sz="quarter" idx="32"/>
          </p:nvPr>
        </p:nvSpPr>
        <p:spPr/>
        <p:txBody>
          <a:bodyPr/>
          <a:lstStyle/>
          <a:p>
            <a:r>
              <a:rPr lang="de-DE"/>
              <a:t>Hochschule Karlsruhe</a:t>
            </a:r>
          </a:p>
        </p:txBody>
      </p:sp>
      <p:pic>
        <p:nvPicPr>
          <p:cNvPr id="21" name="Grafik 20">
            <a:extLst>
              <a:ext uri="{FF2B5EF4-FFF2-40B4-BE49-F238E27FC236}">
                <a16:creationId xmlns:a16="http://schemas.microsoft.com/office/drawing/2014/main" id="{1F4462D4-CE42-1443-AB8A-478C2CA35B1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D50B5E35-EA0F-7F44-9443-E548EA3B39D6}"/>
              </a:ext>
            </a:extLst>
          </p:cNvPr>
          <p:cNvSpPr>
            <a:spLocks noGrp="1"/>
          </p:cNvSpPr>
          <p:nvPr>
            <p:ph type="dt" sz="half" idx="33"/>
          </p:nvPr>
        </p:nvSpPr>
        <p:spPr/>
        <p:txBody>
          <a:bodyPr/>
          <a:lstStyle/>
          <a:p>
            <a:r>
              <a:rPr lang="de-DE" dirty="0"/>
              <a:t>FuE-Projekt Sommersemester 2026 | 30.09.2026</a:t>
            </a:r>
          </a:p>
        </p:txBody>
      </p:sp>
      <p:sp>
        <p:nvSpPr>
          <p:cNvPr id="22" name="Textplatzhalter 2">
            <a:extLst>
              <a:ext uri="{FF2B5EF4-FFF2-40B4-BE49-F238E27FC236}">
                <a16:creationId xmlns:a16="http://schemas.microsoft.com/office/drawing/2014/main" id="{184D7E11-A3DD-D949-8E09-0C9A3EA966D5}"/>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306BB9E4-8410-CF4C-BC95-9F8E12F0558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5" name="Grafik 4">
            <a:extLst>
              <a:ext uri="{FF2B5EF4-FFF2-40B4-BE49-F238E27FC236}">
                <a16:creationId xmlns:a16="http://schemas.microsoft.com/office/drawing/2014/main" id="{10139F7E-7CBC-969D-357A-D8B43AC61870}"/>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12006142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547" userDrawn="1">
          <p15:clr>
            <a:srgbClr val="FBAE40"/>
          </p15:clr>
        </p15:guide>
        <p15:guide id="4" pos="2411" userDrawn="1">
          <p15:clr>
            <a:srgbClr val="FBAE40"/>
          </p15:clr>
        </p15:guide>
        <p15:guide id="6" pos="4883" userDrawn="1">
          <p15:clr>
            <a:srgbClr val="FBAE40"/>
          </p15:clr>
        </p15:guide>
        <p15:guide id="8" pos="4747" userDrawn="1">
          <p15:clr>
            <a:srgbClr val="FBAE40"/>
          </p15:clr>
        </p15:guide>
        <p15:guide id="9" orient="horz" pos="377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MT_Präsentation // Organigramm 4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355BD758-F599-D943-8D6B-A2B167C14F7F}"/>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23" name="Textplatzhalter 4">
            <a:extLst>
              <a:ext uri="{FF2B5EF4-FFF2-40B4-BE49-F238E27FC236}">
                <a16:creationId xmlns:a16="http://schemas.microsoft.com/office/drawing/2014/main" id="{DF7B0D80-71B2-9948-A1B5-99CCBB2A39C4}"/>
              </a:ext>
            </a:extLst>
          </p:cNvPr>
          <p:cNvSpPr>
            <a:spLocks noGrp="1"/>
          </p:cNvSpPr>
          <p:nvPr>
            <p:ph type="body" sz="quarter" idx="30" hasCustomPrompt="1"/>
          </p:nvPr>
        </p:nvSpPr>
        <p:spPr>
          <a:xfrm>
            <a:off x="334800" y="5886899"/>
            <a:ext cx="10596171"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D6DFB93E-C9FB-2F4F-A89E-2D3DD151F181}"/>
              </a:ext>
            </a:extLst>
          </p:cNvPr>
          <p:cNvSpPr/>
          <p:nvPr userDrawn="1"/>
        </p:nvSpPr>
        <p:spPr>
          <a:xfrm>
            <a:off x="334961"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2" name="Rechteck 21">
            <a:extLst>
              <a:ext uri="{FF2B5EF4-FFF2-40B4-BE49-F238E27FC236}">
                <a16:creationId xmlns:a16="http://schemas.microsoft.com/office/drawing/2014/main" id="{4B92E84A-B8AE-D145-8A3D-BE68A470188C}"/>
              </a:ext>
            </a:extLst>
          </p:cNvPr>
          <p:cNvSpPr/>
          <p:nvPr userDrawn="1"/>
        </p:nvSpPr>
        <p:spPr>
          <a:xfrm>
            <a:off x="3106960"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5" name="Rechteck 24">
            <a:extLst>
              <a:ext uri="{FF2B5EF4-FFF2-40B4-BE49-F238E27FC236}">
                <a16:creationId xmlns:a16="http://schemas.microsoft.com/office/drawing/2014/main" id="{D522A928-7DD6-974E-B52D-723031A7AB79}"/>
              </a:ext>
            </a:extLst>
          </p:cNvPr>
          <p:cNvSpPr/>
          <p:nvPr userDrawn="1"/>
        </p:nvSpPr>
        <p:spPr>
          <a:xfrm>
            <a:off x="588010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6" name="Rechteck 25">
            <a:extLst>
              <a:ext uri="{FF2B5EF4-FFF2-40B4-BE49-F238E27FC236}">
                <a16:creationId xmlns:a16="http://schemas.microsoft.com/office/drawing/2014/main" id="{C4342483-9666-B94F-AD79-E111B0931C48}"/>
              </a:ext>
            </a:extLst>
          </p:cNvPr>
          <p:cNvSpPr/>
          <p:nvPr userDrawn="1"/>
        </p:nvSpPr>
        <p:spPr>
          <a:xfrm>
            <a:off x="865378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5" name="Fußzeilenplatzhalter 4">
            <a:extLst>
              <a:ext uri="{FF2B5EF4-FFF2-40B4-BE49-F238E27FC236}">
                <a16:creationId xmlns:a16="http://schemas.microsoft.com/office/drawing/2014/main" id="{97038A97-D27D-B642-B2FD-9744821A9531}"/>
              </a:ext>
            </a:extLst>
          </p:cNvPr>
          <p:cNvSpPr>
            <a:spLocks noGrp="1"/>
          </p:cNvSpPr>
          <p:nvPr>
            <p:ph type="ftr" sz="quarter" idx="32"/>
          </p:nvPr>
        </p:nvSpPr>
        <p:spPr/>
        <p:txBody>
          <a:bodyPr/>
          <a:lstStyle/>
          <a:p>
            <a:r>
              <a:rPr lang="de-DE"/>
              <a:t>Hochschule Karlsruhe</a:t>
            </a:r>
          </a:p>
        </p:txBody>
      </p:sp>
      <p:pic>
        <p:nvPicPr>
          <p:cNvPr id="15" name="Grafik 14">
            <a:extLst>
              <a:ext uri="{FF2B5EF4-FFF2-40B4-BE49-F238E27FC236}">
                <a16:creationId xmlns:a16="http://schemas.microsoft.com/office/drawing/2014/main" id="{6486DB35-28E9-BE46-A048-216C4628405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19335B3D-A935-7941-BAFB-C7A98F057C47}"/>
              </a:ext>
            </a:extLst>
          </p:cNvPr>
          <p:cNvSpPr>
            <a:spLocks noGrp="1"/>
          </p:cNvSpPr>
          <p:nvPr>
            <p:ph type="dt" sz="half" idx="33"/>
          </p:nvPr>
        </p:nvSpPr>
        <p:spPr/>
        <p:txBody>
          <a:bodyPr/>
          <a:lstStyle/>
          <a:p>
            <a:r>
              <a:rPr lang="de-DE" dirty="0"/>
              <a:t>FuE-Projekt Sommersemester 2026 | 30.09.2026</a:t>
            </a:r>
          </a:p>
        </p:txBody>
      </p:sp>
      <p:sp>
        <p:nvSpPr>
          <p:cNvPr id="21" name="Textplatzhalter 2">
            <a:extLst>
              <a:ext uri="{FF2B5EF4-FFF2-40B4-BE49-F238E27FC236}">
                <a16:creationId xmlns:a16="http://schemas.microsoft.com/office/drawing/2014/main" id="{58EC8B0F-9FE3-924D-BEE3-32BD1A416390}"/>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FBA120F4-9C32-9145-87E0-FF751658910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7" name="Bildplatzhalter 4">
            <a:extLst>
              <a:ext uri="{FF2B5EF4-FFF2-40B4-BE49-F238E27FC236}">
                <a16:creationId xmlns:a16="http://schemas.microsoft.com/office/drawing/2014/main" id="{630DE8FB-031C-8B47-9B34-C2643B033B5A}"/>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77916226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3545" userDrawn="1">
          <p15:clr>
            <a:srgbClr val="FBAE40"/>
          </p15:clr>
        </p15:guide>
        <p15:guide id="4" pos="1958" userDrawn="1">
          <p15:clr>
            <a:srgbClr val="FBAE40"/>
          </p15:clr>
        </p15:guide>
        <p15:guide id="9" pos="3704" userDrawn="1">
          <p15:clr>
            <a:srgbClr val="FBAE40"/>
          </p15:clr>
        </p15:guide>
        <p15:guide id="10" pos="1799" userDrawn="1">
          <p15:clr>
            <a:srgbClr val="FBAE40"/>
          </p15:clr>
        </p15:guide>
        <p15:guide id="11" pos="5292" userDrawn="1">
          <p15:clr>
            <a:srgbClr val="FBAE40"/>
          </p15:clr>
        </p15:guide>
        <p15:guide id="12" pos="5450" userDrawn="1">
          <p15:clr>
            <a:srgbClr val="FBAE40"/>
          </p15:clr>
        </p15:guide>
        <p15:guide id="13" orient="horz" pos="377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MT_Präsentation // Organigramm 5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B824E6A8-E759-6244-8A14-22EACE3B05A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9" name="Textplatzhalter 4">
            <a:extLst>
              <a:ext uri="{FF2B5EF4-FFF2-40B4-BE49-F238E27FC236}">
                <a16:creationId xmlns:a16="http://schemas.microsoft.com/office/drawing/2014/main" id="{3B3AD157-3097-B94B-8B4F-93D92D84DADE}"/>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A0AD0E32-CD37-B242-A293-35D876572343}"/>
              </a:ext>
            </a:extLst>
          </p:cNvPr>
          <p:cNvSpPr/>
          <p:nvPr userDrawn="1"/>
        </p:nvSpPr>
        <p:spPr>
          <a:xfrm>
            <a:off x="334960" y="-744620"/>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1" name="Rechteck 20">
            <a:extLst>
              <a:ext uri="{FF2B5EF4-FFF2-40B4-BE49-F238E27FC236}">
                <a16:creationId xmlns:a16="http://schemas.microsoft.com/office/drawing/2014/main" id="{ED4B0FFD-9D36-4E4C-996B-32AAEF3540FC}"/>
              </a:ext>
            </a:extLst>
          </p:cNvPr>
          <p:cNvSpPr/>
          <p:nvPr userDrawn="1"/>
        </p:nvSpPr>
        <p:spPr>
          <a:xfrm>
            <a:off x="2566988" y="-749506"/>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2" name="Rechteck 21">
            <a:extLst>
              <a:ext uri="{FF2B5EF4-FFF2-40B4-BE49-F238E27FC236}">
                <a16:creationId xmlns:a16="http://schemas.microsoft.com/office/drawing/2014/main" id="{E47BBFDB-6C37-7E43-8398-293C6D67AA98}"/>
              </a:ext>
            </a:extLst>
          </p:cNvPr>
          <p:cNvSpPr/>
          <p:nvPr userDrawn="1"/>
        </p:nvSpPr>
        <p:spPr>
          <a:xfrm>
            <a:off x="4806421"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4" name="Rechteck 23">
            <a:extLst>
              <a:ext uri="{FF2B5EF4-FFF2-40B4-BE49-F238E27FC236}">
                <a16:creationId xmlns:a16="http://schemas.microsoft.com/office/drawing/2014/main" id="{BCEC317E-12E9-EA45-A2D8-9A472B7A3B94}"/>
              </a:ext>
            </a:extLst>
          </p:cNvPr>
          <p:cNvSpPr/>
          <p:nvPr userDrawn="1"/>
        </p:nvSpPr>
        <p:spPr>
          <a:xfrm>
            <a:off x="7037387"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6" name="Rechteck 25">
            <a:extLst>
              <a:ext uri="{FF2B5EF4-FFF2-40B4-BE49-F238E27FC236}">
                <a16:creationId xmlns:a16="http://schemas.microsoft.com/office/drawing/2014/main" id="{51C6CBEE-1464-424E-BCF5-E682120A6AD1}"/>
              </a:ext>
            </a:extLst>
          </p:cNvPr>
          <p:cNvSpPr/>
          <p:nvPr userDrawn="1"/>
        </p:nvSpPr>
        <p:spPr>
          <a:xfrm>
            <a:off x="9264120" y="-74461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5" name="Fußzeilenplatzhalter 4">
            <a:extLst>
              <a:ext uri="{FF2B5EF4-FFF2-40B4-BE49-F238E27FC236}">
                <a16:creationId xmlns:a16="http://schemas.microsoft.com/office/drawing/2014/main" id="{F02CE312-C013-B944-847C-B7BC52DDF786}"/>
              </a:ext>
            </a:extLst>
          </p:cNvPr>
          <p:cNvSpPr>
            <a:spLocks noGrp="1"/>
          </p:cNvSpPr>
          <p:nvPr>
            <p:ph type="ftr" sz="quarter" idx="32"/>
          </p:nvPr>
        </p:nvSpPr>
        <p:spPr/>
        <p:txBody>
          <a:bodyPr/>
          <a:lstStyle/>
          <a:p>
            <a:r>
              <a:rPr lang="de-DE"/>
              <a:t>Hochschule Karlsruhe</a:t>
            </a:r>
          </a:p>
        </p:txBody>
      </p:sp>
      <p:pic>
        <p:nvPicPr>
          <p:cNvPr id="23" name="Grafik 22">
            <a:extLst>
              <a:ext uri="{FF2B5EF4-FFF2-40B4-BE49-F238E27FC236}">
                <a16:creationId xmlns:a16="http://schemas.microsoft.com/office/drawing/2014/main" id="{D09695DD-E40F-FD4A-8C91-617AB5806E79}"/>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F96A7003-49E0-2846-9672-C857D8C45E91}"/>
              </a:ext>
            </a:extLst>
          </p:cNvPr>
          <p:cNvSpPr>
            <a:spLocks noGrp="1"/>
          </p:cNvSpPr>
          <p:nvPr>
            <p:ph type="dt" sz="half" idx="33"/>
          </p:nvPr>
        </p:nvSpPr>
        <p:spPr/>
        <p:txBody>
          <a:bodyPr/>
          <a:lstStyle/>
          <a:p>
            <a:r>
              <a:rPr lang="de-DE" dirty="0"/>
              <a:t>FuE-Projekt Sommersemester 2026 | 30.09.2026</a:t>
            </a:r>
          </a:p>
        </p:txBody>
      </p:sp>
      <p:sp>
        <p:nvSpPr>
          <p:cNvPr id="28" name="Textplatzhalter 2">
            <a:extLst>
              <a:ext uri="{FF2B5EF4-FFF2-40B4-BE49-F238E27FC236}">
                <a16:creationId xmlns:a16="http://schemas.microsoft.com/office/drawing/2014/main" id="{434AD662-A540-404E-9022-C1BE7465883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9" name="Grafik 28">
            <a:extLst>
              <a:ext uri="{FF2B5EF4-FFF2-40B4-BE49-F238E27FC236}">
                <a16:creationId xmlns:a16="http://schemas.microsoft.com/office/drawing/2014/main" id="{3D9EAD9D-E600-2044-9062-B1FE5C0CD9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30" name="Bildplatzhalter 4">
            <a:extLst>
              <a:ext uri="{FF2B5EF4-FFF2-40B4-BE49-F238E27FC236}">
                <a16:creationId xmlns:a16="http://schemas.microsoft.com/office/drawing/2014/main" id="{0874B803-122E-8343-8DC2-6DC5DA76A20B}"/>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251249825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865" userDrawn="1">
          <p15:clr>
            <a:srgbClr val="FBAE40"/>
          </p15:clr>
        </p15:guide>
        <p15:guide id="4" pos="1617" userDrawn="1">
          <p15:clr>
            <a:srgbClr val="FBAE40"/>
          </p15:clr>
        </p15:guide>
        <p15:guide id="9" pos="4271" userDrawn="1">
          <p15:clr>
            <a:srgbClr val="FBAE40"/>
          </p15:clr>
        </p15:guide>
        <p15:guide id="10" pos="1459" userDrawn="1">
          <p15:clr>
            <a:srgbClr val="FBAE40"/>
          </p15:clr>
        </p15:guide>
        <p15:guide id="11" pos="5677" userDrawn="1">
          <p15:clr>
            <a:srgbClr val="FBAE40"/>
          </p15:clr>
        </p15:guide>
        <p15:guide id="12" pos="5836" userDrawn="1">
          <p15:clr>
            <a:srgbClr val="FBAE40"/>
          </p15:clr>
        </p15:guide>
        <p15:guide id="13" pos="3024" userDrawn="1">
          <p15:clr>
            <a:srgbClr val="FBAE40"/>
          </p15:clr>
        </p15:guide>
        <p15:guide id="14" pos="4430" userDrawn="1">
          <p15:clr>
            <a:srgbClr val="FBAE40"/>
          </p15:clr>
        </p15:guide>
        <p15:guide id="15" orient="horz" pos="377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MT_Präsentation // Headline + Diagramm">
    <p:spTree>
      <p:nvGrpSpPr>
        <p:cNvPr id="1" name=""/>
        <p:cNvGrpSpPr/>
        <p:nvPr/>
      </p:nvGrpSpPr>
      <p:grpSpPr>
        <a:xfrm>
          <a:off x="0" y="0"/>
          <a:ext cx="0" cy="0"/>
          <a:chOff x="0" y="0"/>
          <a:chExt cx="0" cy="0"/>
        </a:xfrm>
      </p:grpSpPr>
      <p:sp>
        <p:nvSpPr>
          <p:cNvPr id="11" name="Textfeld 10">
            <a:extLst>
              <a:ext uri="{FF2B5EF4-FFF2-40B4-BE49-F238E27FC236}">
                <a16:creationId xmlns:a16="http://schemas.microsoft.com/office/drawing/2014/main" id="{FA7170FA-0038-7C4E-A4FB-C173887BFA2E}"/>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Diagrammplatzhalter 2">
            <a:extLst>
              <a:ext uri="{FF2B5EF4-FFF2-40B4-BE49-F238E27FC236}">
                <a16:creationId xmlns:a16="http://schemas.microsoft.com/office/drawing/2014/main" id="{42095016-343E-9F41-9667-439DBD5A4FE3}"/>
              </a:ext>
            </a:extLst>
          </p:cNvPr>
          <p:cNvSpPr>
            <a:spLocks noGrp="1"/>
          </p:cNvSpPr>
          <p:nvPr>
            <p:ph type="chart" sz="quarter" idx="12"/>
          </p:nvPr>
        </p:nvSpPr>
        <p:spPr>
          <a:xfrm>
            <a:off x="334799" y="1206000"/>
            <a:ext cx="10908000" cy="4599488"/>
          </a:xfrm>
          <a:prstGeom prst="rect">
            <a:avLst/>
          </a:prstGeom>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9" name="Textfeld 8">
            <a:extLst>
              <a:ext uri="{FF2B5EF4-FFF2-40B4-BE49-F238E27FC236}">
                <a16:creationId xmlns:a16="http://schemas.microsoft.com/office/drawing/2014/main" id="{BA17D5FD-3098-BE4A-BC03-5C5E4757314B}"/>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0" name="Textfeld 9">
            <a:extLst>
              <a:ext uri="{FF2B5EF4-FFF2-40B4-BE49-F238E27FC236}">
                <a16:creationId xmlns:a16="http://schemas.microsoft.com/office/drawing/2014/main" id="{05FE3E8C-A0FB-E642-875B-D21B77EE2E6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142EDB2F-DB65-1848-A88B-75BF04491EB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7724FF67-4A9F-AA4F-BB06-B96E2E6C9E4A}"/>
              </a:ext>
            </a:extLst>
          </p:cNvPr>
          <p:cNvSpPr>
            <a:spLocks noGrp="1"/>
          </p:cNvSpPr>
          <p:nvPr>
            <p:ph type="body" sz="quarter" idx="30" hasCustomPrompt="1"/>
          </p:nvPr>
        </p:nvSpPr>
        <p:spPr>
          <a:xfrm>
            <a:off x="334800" y="5886899"/>
            <a:ext cx="10635267"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177FC00-58D2-AC4E-A5AB-8C5A174521C7}"/>
              </a:ext>
            </a:extLst>
          </p:cNvPr>
          <p:cNvSpPr>
            <a:spLocks noGrp="1"/>
          </p:cNvSpPr>
          <p:nvPr>
            <p:ph type="ftr" sz="quarter" idx="32"/>
          </p:nvPr>
        </p:nvSpPr>
        <p:spPr/>
        <p:txBody>
          <a:bodyPr/>
          <a:lstStyle/>
          <a:p>
            <a:r>
              <a:rPr lang="de-DE"/>
              <a:t>Hochschule Karlsruhe</a:t>
            </a:r>
          </a:p>
        </p:txBody>
      </p:sp>
      <p:pic>
        <p:nvPicPr>
          <p:cNvPr id="13" name="Grafik 12">
            <a:extLst>
              <a:ext uri="{FF2B5EF4-FFF2-40B4-BE49-F238E27FC236}">
                <a16:creationId xmlns:a16="http://schemas.microsoft.com/office/drawing/2014/main" id="{EFEA509C-16C9-7F4E-A006-4B4A69FBABF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100179CD-2DFE-FE48-88FA-99A080006606}"/>
              </a:ext>
            </a:extLst>
          </p:cNvPr>
          <p:cNvSpPr>
            <a:spLocks noGrp="1"/>
          </p:cNvSpPr>
          <p:nvPr>
            <p:ph type="dt" sz="half" idx="33"/>
          </p:nvPr>
        </p:nvSpPr>
        <p:spPr/>
        <p:txBody>
          <a:bodyPr/>
          <a:lstStyle/>
          <a:p>
            <a:r>
              <a:rPr lang="de-DE" dirty="0"/>
              <a:t>FuE-Projekt Sommersemester 2026 | 30.09.2026</a:t>
            </a:r>
          </a:p>
        </p:txBody>
      </p:sp>
      <p:sp>
        <p:nvSpPr>
          <p:cNvPr id="14" name="Textplatzhalter 2">
            <a:extLst>
              <a:ext uri="{FF2B5EF4-FFF2-40B4-BE49-F238E27FC236}">
                <a16:creationId xmlns:a16="http://schemas.microsoft.com/office/drawing/2014/main" id="{69714213-985D-F049-AC24-0011BCAE291F}"/>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5" name="Grafik 14">
            <a:extLst>
              <a:ext uri="{FF2B5EF4-FFF2-40B4-BE49-F238E27FC236}">
                <a16:creationId xmlns:a16="http://schemas.microsoft.com/office/drawing/2014/main" id="{62AFD8BD-1B68-074D-9599-F2383776A48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0" name="Bildplatzhalter 4">
            <a:extLst>
              <a:ext uri="{FF2B5EF4-FFF2-40B4-BE49-F238E27FC236}">
                <a16:creationId xmlns:a16="http://schemas.microsoft.com/office/drawing/2014/main" id="{86B49C55-F108-3C42-B547-CC4E75AAC7BF}"/>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449698238"/>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MT_Präsentation // 1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Bildplatzhalter 5">
            <a:extLst>
              <a:ext uri="{FF2B5EF4-FFF2-40B4-BE49-F238E27FC236}">
                <a16:creationId xmlns:a16="http://schemas.microsoft.com/office/drawing/2014/main" id="{CA76EEEE-53F6-9642-B1ED-C868DA1F3452}"/>
              </a:ext>
            </a:extLst>
          </p:cNvPr>
          <p:cNvSpPr>
            <a:spLocks noGrp="1"/>
          </p:cNvSpPr>
          <p:nvPr>
            <p:ph type="pic" sz="quarter" idx="12"/>
          </p:nvPr>
        </p:nvSpPr>
        <p:spPr>
          <a:xfrm>
            <a:off x="334800" y="1206001"/>
            <a:ext cx="11520000"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3" name="Foliennummernplatzhalter 2">
            <a:extLst>
              <a:ext uri="{FF2B5EF4-FFF2-40B4-BE49-F238E27FC236}">
                <a16:creationId xmlns:a16="http://schemas.microsoft.com/office/drawing/2014/main" id="{C50F89A5-3C39-F749-B805-46E3C20CDDDB}"/>
              </a:ext>
            </a:extLst>
          </p:cNvPr>
          <p:cNvSpPr>
            <a:spLocks noGrp="1"/>
          </p:cNvSpPr>
          <p:nvPr>
            <p:ph type="sldNum" sz="quarter" idx="17"/>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885C8D8-7D67-274F-AD1B-6EB7E2AD03FE}"/>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1" name="Textfeld 10">
            <a:extLst>
              <a:ext uri="{FF2B5EF4-FFF2-40B4-BE49-F238E27FC236}">
                <a16:creationId xmlns:a16="http://schemas.microsoft.com/office/drawing/2014/main" id="{2FD4C86A-1273-9243-B646-482137D81FC4}"/>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platzhalter 4">
            <a:extLst>
              <a:ext uri="{FF2B5EF4-FFF2-40B4-BE49-F238E27FC236}">
                <a16:creationId xmlns:a16="http://schemas.microsoft.com/office/drawing/2014/main" id="{F54E956C-C25B-424C-A798-CFAB5A0744CE}"/>
              </a:ext>
            </a:extLst>
          </p:cNvPr>
          <p:cNvSpPr>
            <a:spLocks noGrp="1"/>
          </p:cNvSpPr>
          <p:nvPr>
            <p:ph type="body" sz="quarter" idx="29" hasCustomPrompt="1"/>
          </p:nvPr>
        </p:nvSpPr>
        <p:spPr>
          <a:xfrm>
            <a:off x="334800" y="5886899"/>
            <a:ext cx="10608733"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CC11AC0-5E95-6446-A63C-B54CF66E1A7D}"/>
              </a:ext>
            </a:extLst>
          </p:cNvPr>
          <p:cNvSpPr>
            <a:spLocks noGrp="1"/>
          </p:cNvSpPr>
          <p:nvPr>
            <p:ph type="ftr" sz="quarter" idx="30"/>
          </p:nvPr>
        </p:nvSpPr>
        <p:spPr/>
        <p:txBody>
          <a:bodyPr/>
          <a:lstStyle/>
          <a:p>
            <a:r>
              <a:rPr lang="de-DE"/>
              <a:t>Hochschule Karlsruhe</a:t>
            </a:r>
          </a:p>
        </p:txBody>
      </p:sp>
      <p:pic>
        <p:nvPicPr>
          <p:cNvPr id="15" name="Grafik 14">
            <a:extLst>
              <a:ext uri="{FF2B5EF4-FFF2-40B4-BE49-F238E27FC236}">
                <a16:creationId xmlns:a16="http://schemas.microsoft.com/office/drawing/2014/main" id="{C964A4A2-ACC1-3A4D-B3DF-04B8BE3230FD}"/>
              </a:ext>
            </a:extLst>
          </p:cNvPr>
          <p:cNvPicPr>
            <a:picLocks noChangeAspect="1"/>
          </p:cNvPicPr>
          <p:nvPr userDrawn="1"/>
        </p:nvPicPr>
        <p:blipFill>
          <a:blip r:embed="rId2">
            <a:alphaModFix amt="49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73B06E7E-E9A1-9840-A9E1-79686DE197B3}"/>
              </a:ext>
            </a:extLst>
          </p:cNvPr>
          <p:cNvSpPr>
            <a:spLocks noGrp="1"/>
          </p:cNvSpPr>
          <p:nvPr>
            <p:ph type="dt" sz="half" idx="31"/>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5CEB99C0-EF74-E74F-B415-AC2BCEF5C1D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C1C382A7-D6AD-AB42-8366-09637EA67B7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9" name="Bildplatzhalter 4">
            <a:extLst>
              <a:ext uri="{FF2B5EF4-FFF2-40B4-BE49-F238E27FC236}">
                <a16:creationId xmlns:a16="http://schemas.microsoft.com/office/drawing/2014/main" id="{2CB2A227-4716-6A4A-8272-F88DB2FFFBEE}"/>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1087756823"/>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MT_Präsentation // 2 Bilder">
    <p:spTree>
      <p:nvGrpSpPr>
        <p:cNvPr id="1" name=""/>
        <p:cNvGrpSpPr/>
        <p:nvPr/>
      </p:nvGrpSpPr>
      <p:grpSpPr>
        <a:xfrm>
          <a:off x="0" y="0"/>
          <a:ext cx="0" cy="0"/>
          <a:chOff x="0" y="0"/>
          <a:chExt cx="0" cy="0"/>
        </a:xfrm>
      </p:grpSpPr>
      <p:sp>
        <p:nvSpPr>
          <p:cNvPr id="14" name="Bildplatzhalter 5">
            <a:extLst>
              <a:ext uri="{FF2B5EF4-FFF2-40B4-BE49-F238E27FC236}">
                <a16:creationId xmlns:a16="http://schemas.microsoft.com/office/drawing/2014/main" id="{35C83EAB-0D4D-FF4D-BD7D-83582A1D3C01}"/>
              </a:ext>
            </a:extLst>
          </p:cNvPr>
          <p:cNvSpPr>
            <a:spLocks noGrp="1"/>
          </p:cNvSpPr>
          <p:nvPr>
            <p:ph type="pic" sz="quarter" idx="12"/>
          </p:nvPr>
        </p:nvSpPr>
        <p:spPr>
          <a:xfrm>
            <a:off x="334962"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Bildplatzhalter 5">
            <a:extLst>
              <a:ext uri="{FF2B5EF4-FFF2-40B4-BE49-F238E27FC236}">
                <a16:creationId xmlns:a16="http://schemas.microsoft.com/office/drawing/2014/main" id="{562226A8-783C-944D-805D-729AE9D7328B}"/>
              </a:ext>
            </a:extLst>
          </p:cNvPr>
          <p:cNvSpPr>
            <a:spLocks noGrp="1"/>
          </p:cNvSpPr>
          <p:nvPr>
            <p:ph type="pic" sz="quarter" idx="17"/>
          </p:nvPr>
        </p:nvSpPr>
        <p:spPr>
          <a:xfrm>
            <a:off x="6239933"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r>
              <a:rPr lang="de-DE"/>
              <a:t>Bild</a:t>
            </a:r>
          </a:p>
        </p:txBody>
      </p:sp>
      <p:sp>
        <p:nvSpPr>
          <p:cNvPr id="5" name="Foliennummernplatzhalter 4">
            <a:extLst>
              <a:ext uri="{FF2B5EF4-FFF2-40B4-BE49-F238E27FC236}">
                <a16:creationId xmlns:a16="http://schemas.microsoft.com/office/drawing/2014/main" id="{1895EFD5-E76A-D946-BC26-AD901858F228}"/>
              </a:ext>
            </a:extLst>
          </p:cNvPr>
          <p:cNvSpPr>
            <a:spLocks noGrp="1"/>
          </p:cNvSpPr>
          <p:nvPr>
            <p:ph type="sldNum" sz="quarter" idx="19"/>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C0CF17D-51BF-164A-AC97-07E21B06BA05}"/>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2" name="Textfeld 11">
            <a:extLst>
              <a:ext uri="{FF2B5EF4-FFF2-40B4-BE49-F238E27FC236}">
                <a16:creationId xmlns:a16="http://schemas.microsoft.com/office/drawing/2014/main" id="{31F91C5D-F634-9644-87D6-699DB093E3DE}"/>
              </a:ext>
            </a:extLst>
          </p:cNvPr>
          <p:cNvSpPr txBox="1"/>
          <p:nvPr userDrawn="1"/>
        </p:nvSpPr>
        <p:spPr>
          <a:xfrm>
            <a:off x="4148529" y="-263968"/>
            <a:ext cx="1815553" cy="148380"/>
          </a:xfrm>
          <a:prstGeom prst="rect">
            <a:avLst/>
          </a:prstGeom>
          <a:ln>
            <a:noFill/>
          </a:ln>
        </p:spPr>
        <p:txBody>
          <a:bodyPr wrap="square" lIns="0" tIns="0" rIns="0" bIns="0" rtlCol="0" anchor="b">
            <a:noAutofit/>
          </a:bodyPr>
          <a:lstStyle/>
          <a:p>
            <a:pPr algn="r"/>
            <a:r>
              <a:rPr lang="de-DE" sz="726" b="0" i="0" baseline="0">
                <a:solidFill>
                  <a:schemeClr val="tx2">
                    <a:lumMod val="50000"/>
                  </a:schemeClr>
                </a:solidFill>
                <a:latin typeface="Calibri" panose="020F0502020204030204" pitchFamily="34" charset="0"/>
              </a:rPr>
              <a:t>Rechter Bildrand</a:t>
            </a:r>
          </a:p>
        </p:txBody>
      </p:sp>
      <p:sp>
        <p:nvSpPr>
          <p:cNvPr id="15" name="Textfeld 14">
            <a:extLst>
              <a:ext uri="{FF2B5EF4-FFF2-40B4-BE49-F238E27FC236}">
                <a16:creationId xmlns:a16="http://schemas.microsoft.com/office/drawing/2014/main" id="{3B5C2419-4BDD-B44C-B359-47312BEFFA1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8" name="Textfeld 17">
            <a:extLst>
              <a:ext uri="{FF2B5EF4-FFF2-40B4-BE49-F238E27FC236}">
                <a16:creationId xmlns:a16="http://schemas.microsoft.com/office/drawing/2014/main" id="{BCDA3237-D4E2-544E-B93D-836F946396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3" name="Textplatzhalter 4">
            <a:extLst>
              <a:ext uri="{FF2B5EF4-FFF2-40B4-BE49-F238E27FC236}">
                <a16:creationId xmlns:a16="http://schemas.microsoft.com/office/drawing/2014/main" id="{54E92864-A0E0-314A-8C49-29B1171014A4}"/>
              </a:ext>
            </a:extLst>
          </p:cNvPr>
          <p:cNvSpPr>
            <a:spLocks noGrp="1"/>
          </p:cNvSpPr>
          <p:nvPr>
            <p:ph type="body" sz="quarter" idx="22" hasCustomPrompt="1"/>
          </p:nvPr>
        </p:nvSpPr>
        <p:spPr>
          <a:xfrm>
            <a:off x="6239934" y="58868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4" name="Textplatzhalter 4">
            <a:extLst>
              <a:ext uri="{FF2B5EF4-FFF2-40B4-BE49-F238E27FC236}">
                <a16:creationId xmlns:a16="http://schemas.microsoft.com/office/drawing/2014/main" id="{88AA7485-A9F3-004C-AE34-E8AC9C45BF7A}"/>
              </a:ext>
            </a:extLst>
          </p:cNvPr>
          <p:cNvSpPr>
            <a:spLocks noGrp="1"/>
          </p:cNvSpPr>
          <p:nvPr>
            <p:ph type="body" sz="quarter" idx="29" hasCustomPrompt="1"/>
          </p:nvPr>
        </p:nvSpPr>
        <p:spPr>
          <a:xfrm>
            <a:off x="334800" y="5886899"/>
            <a:ext cx="5580964"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4013B5A4-26D9-8740-ACBB-09F01B228133}"/>
              </a:ext>
            </a:extLst>
          </p:cNvPr>
          <p:cNvSpPr>
            <a:spLocks noGrp="1"/>
          </p:cNvSpPr>
          <p:nvPr>
            <p:ph type="ftr" sz="quarter" idx="30"/>
          </p:nvPr>
        </p:nvSpPr>
        <p:spPr/>
        <p:txBody>
          <a:bodyPr/>
          <a:lstStyle/>
          <a:p>
            <a:r>
              <a:rPr lang="de-DE"/>
              <a:t>Hochschule Karlsruhe</a:t>
            </a:r>
          </a:p>
        </p:txBody>
      </p:sp>
      <p:pic>
        <p:nvPicPr>
          <p:cNvPr id="17" name="Grafik 16">
            <a:extLst>
              <a:ext uri="{FF2B5EF4-FFF2-40B4-BE49-F238E27FC236}">
                <a16:creationId xmlns:a16="http://schemas.microsoft.com/office/drawing/2014/main" id="{37AB9DCE-9E10-3E4C-857C-B8C27D76AED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439B1BBC-665F-AF4B-8F72-7AB1B40FEBE5}"/>
              </a:ext>
            </a:extLst>
          </p:cNvPr>
          <p:cNvSpPr>
            <a:spLocks noGrp="1"/>
          </p:cNvSpPr>
          <p:nvPr>
            <p:ph type="dt" sz="half" idx="31"/>
          </p:nvPr>
        </p:nvSpPr>
        <p:spPr/>
        <p:txBody>
          <a:bodyPr/>
          <a:lstStyle/>
          <a:p>
            <a:r>
              <a:rPr lang="de-DE" dirty="0"/>
              <a:t>FuE-Projekt Sommersemester 2026 | 30.09.2026</a:t>
            </a:r>
          </a:p>
        </p:txBody>
      </p:sp>
      <p:sp>
        <p:nvSpPr>
          <p:cNvPr id="19" name="Textplatzhalter 2">
            <a:extLst>
              <a:ext uri="{FF2B5EF4-FFF2-40B4-BE49-F238E27FC236}">
                <a16:creationId xmlns:a16="http://schemas.microsoft.com/office/drawing/2014/main" id="{110A617E-8FCC-244D-8AD5-BF151B15A758}"/>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0" name="Grafik 19">
            <a:extLst>
              <a:ext uri="{FF2B5EF4-FFF2-40B4-BE49-F238E27FC236}">
                <a16:creationId xmlns:a16="http://schemas.microsoft.com/office/drawing/2014/main" id="{AB143B38-D55C-EA4D-B6F2-C2894CCA347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97C1D262-E95A-0065-C749-40B46F05450E}"/>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21266352"/>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MT_Präsentation // Text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5999"/>
            <a:ext cx="5617104" cy="46008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C1F7B6FB-B0F6-3341-BCCD-5EA90FA33301}"/>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1" name="Textfeld 10">
            <a:extLst>
              <a:ext uri="{FF2B5EF4-FFF2-40B4-BE49-F238E27FC236}">
                <a16:creationId xmlns:a16="http://schemas.microsoft.com/office/drawing/2014/main" id="{5CC2644F-FCE1-1048-B810-F35855B30C08}"/>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09A680A6-80A5-3A40-89EC-AFFBA511320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0" name="Textfeld 19">
            <a:extLst>
              <a:ext uri="{FF2B5EF4-FFF2-40B4-BE49-F238E27FC236}">
                <a16:creationId xmlns:a16="http://schemas.microsoft.com/office/drawing/2014/main" id="{5FEA65F3-E022-8A40-99FF-39D64B823CCE}"/>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9" name="Textplatzhalter 4">
            <a:extLst>
              <a:ext uri="{FF2B5EF4-FFF2-40B4-BE49-F238E27FC236}">
                <a16:creationId xmlns:a16="http://schemas.microsoft.com/office/drawing/2014/main" id="{47C19FD3-313A-D64E-9440-4A82499E3D53}"/>
              </a:ext>
            </a:extLst>
          </p:cNvPr>
          <p:cNvSpPr>
            <a:spLocks noGrp="1"/>
          </p:cNvSpPr>
          <p:nvPr>
            <p:ph type="body" sz="quarter" idx="22" hasCustomPrompt="1"/>
          </p:nvPr>
        </p:nvSpPr>
        <p:spPr>
          <a:xfrm>
            <a:off x="6239934" y="5886000"/>
            <a:ext cx="4796724"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8" name="Textplatzhalter 2">
            <a:extLst>
              <a:ext uri="{FF2B5EF4-FFF2-40B4-BE49-F238E27FC236}">
                <a16:creationId xmlns:a16="http://schemas.microsoft.com/office/drawing/2014/main" id="{EB2B3229-4766-F845-8CCB-5DC95F2708B6}"/>
              </a:ext>
            </a:extLst>
          </p:cNvPr>
          <p:cNvSpPr>
            <a:spLocks noGrp="1"/>
          </p:cNvSpPr>
          <p:nvPr>
            <p:ph type="body" sz="quarter" idx="18" hasCustomPrompt="1"/>
          </p:nvPr>
        </p:nvSpPr>
        <p:spPr>
          <a:xfrm>
            <a:off x="334963" y="1206000"/>
            <a:ext cx="5617106" cy="4608513"/>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2" name="Fußzeilenplatzhalter 1">
            <a:extLst>
              <a:ext uri="{FF2B5EF4-FFF2-40B4-BE49-F238E27FC236}">
                <a16:creationId xmlns:a16="http://schemas.microsoft.com/office/drawing/2014/main" id="{7CB36594-3440-4A40-8496-8A327EE58A6B}"/>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3E86A0B5-4B53-424B-84C2-14958884B15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33D1ADDF-8F4C-BC48-B65C-59B0BEC4AA8D}"/>
              </a:ext>
            </a:extLst>
          </p:cNvPr>
          <p:cNvSpPr>
            <a:spLocks noGrp="1"/>
          </p:cNvSpPr>
          <p:nvPr>
            <p:ph type="dt" sz="half" idx="28"/>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2E6B334F-49E0-7249-9A77-6189C78F5C9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03A27012-D968-1444-9A3B-CE301536294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19331F61-C3A5-8FDF-5395-CA528D43D61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505848889"/>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10" orient="horz" pos="377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MT_Präsentation // Text klein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6000"/>
            <a:ext cx="5617104"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52130442-AFCC-A34B-846F-B4148DBD901E}"/>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5" name="Textfeld 14">
            <a:extLst>
              <a:ext uri="{FF2B5EF4-FFF2-40B4-BE49-F238E27FC236}">
                <a16:creationId xmlns:a16="http://schemas.microsoft.com/office/drawing/2014/main" id="{A5A3B40C-54E9-AB4D-8AC7-E38CD18B5B70}"/>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6" name="Textfeld 15">
            <a:extLst>
              <a:ext uri="{FF2B5EF4-FFF2-40B4-BE49-F238E27FC236}">
                <a16:creationId xmlns:a16="http://schemas.microsoft.com/office/drawing/2014/main" id="{B671DC39-E545-5E4C-B503-4F1AA64CC520}"/>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7" name="Textfeld 16">
            <a:extLst>
              <a:ext uri="{FF2B5EF4-FFF2-40B4-BE49-F238E27FC236}">
                <a16:creationId xmlns:a16="http://schemas.microsoft.com/office/drawing/2014/main" id="{370F38C7-64DE-D04A-B7C6-B8A2D35BC9D5}"/>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2" name="Textplatzhalter 4">
            <a:extLst>
              <a:ext uri="{FF2B5EF4-FFF2-40B4-BE49-F238E27FC236}">
                <a16:creationId xmlns:a16="http://schemas.microsoft.com/office/drawing/2014/main" id="{E7E246A2-CC15-8343-93B1-CFDABB587BDA}"/>
              </a:ext>
            </a:extLst>
          </p:cNvPr>
          <p:cNvSpPr>
            <a:spLocks noGrp="1"/>
          </p:cNvSpPr>
          <p:nvPr>
            <p:ph type="body" sz="quarter" idx="22" hasCustomPrompt="1"/>
          </p:nvPr>
        </p:nvSpPr>
        <p:spPr>
          <a:xfrm>
            <a:off x="6239934" y="58852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1" name="Textplatzhalter 2" descr="te " title="text">
            <a:extLst>
              <a:ext uri="{FF2B5EF4-FFF2-40B4-BE49-F238E27FC236}">
                <a16:creationId xmlns:a16="http://schemas.microsoft.com/office/drawing/2014/main" id="{CAAED048-28A8-8940-B7A5-3D4D92B767D6}"/>
              </a:ext>
            </a:extLst>
          </p:cNvPr>
          <p:cNvSpPr>
            <a:spLocks noGrp="1"/>
          </p:cNvSpPr>
          <p:nvPr>
            <p:ph type="body" sz="quarter" idx="18" hasCustomPrompt="1"/>
          </p:nvPr>
        </p:nvSpPr>
        <p:spPr>
          <a:xfrm>
            <a:off x="334963" y="1206001"/>
            <a:ext cx="5617106" cy="4599488"/>
          </a:xfrm>
          <a:prstGeom prst="rect">
            <a:avLst/>
          </a:prstGeom>
        </p:spPr>
        <p:txBody>
          <a:bodyPr lIns="0" tIns="0" rIns="0" bIns="0" numCol="1"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3" name="Fußzeilenplatzhalter 2">
            <a:extLst>
              <a:ext uri="{FF2B5EF4-FFF2-40B4-BE49-F238E27FC236}">
                <a16:creationId xmlns:a16="http://schemas.microsoft.com/office/drawing/2014/main" id="{4431D2AF-8FEB-7841-B7CE-8E7D120E0BD5}"/>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47B87EDE-89CA-8D42-9DC8-E7B7769EDC6F}"/>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
        <p:nvSpPr>
          <p:cNvPr id="2" name="Datumsplatzhalter 1">
            <a:extLst>
              <a:ext uri="{FF2B5EF4-FFF2-40B4-BE49-F238E27FC236}">
                <a16:creationId xmlns:a16="http://schemas.microsoft.com/office/drawing/2014/main" id="{5F268177-AE4A-684B-8FE0-98F4DB068ECA}"/>
              </a:ext>
            </a:extLst>
          </p:cNvPr>
          <p:cNvSpPr>
            <a:spLocks noGrp="1"/>
          </p:cNvSpPr>
          <p:nvPr>
            <p:ph type="dt" sz="half" idx="28"/>
          </p:nvPr>
        </p:nvSpPr>
        <p:spPr/>
        <p:txBody>
          <a:bodyPr/>
          <a:lstStyle/>
          <a:p>
            <a:r>
              <a:rPr lang="de-DE"/>
              <a:t>20. Januar 2021</a:t>
            </a:r>
            <a:endParaRPr lang="de-DE" sz="1000"/>
          </a:p>
        </p:txBody>
      </p:sp>
      <p:sp>
        <p:nvSpPr>
          <p:cNvPr id="18" name="Textplatzhalter 2">
            <a:extLst>
              <a:ext uri="{FF2B5EF4-FFF2-40B4-BE49-F238E27FC236}">
                <a16:creationId xmlns:a16="http://schemas.microsoft.com/office/drawing/2014/main" id="{70E987E8-E4E5-1C47-B903-44A3B86ED49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486D69A4-9E2A-FB4E-8DF6-21FBA629150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F18CA808-2419-8B08-FCF6-E5D4AC5D490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710503795"/>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MT_Präsentation // 1 Bild Vollforma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7" name="Bildplatzhalter 5">
            <a:extLst>
              <a:ext uri="{FF2B5EF4-FFF2-40B4-BE49-F238E27FC236}">
                <a16:creationId xmlns:a16="http://schemas.microsoft.com/office/drawing/2014/main" id="{CC0E7EA5-5642-534B-A54D-23A7A42F6655}"/>
              </a:ext>
            </a:extLst>
          </p:cNvPr>
          <p:cNvSpPr>
            <a:spLocks noGrp="1"/>
          </p:cNvSpPr>
          <p:nvPr>
            <p:ph type="pic" sz="quarter" idx="13" hasCustomPrompt="1"/>
          </p:nvPr>
        </p:nvSpPr>
        <p:spPr>
          <a:xfrm>
            <a:off x="0" y="0"/>
            <a:ext cx="12192000" cy="5805488"/>
          </a:xfrm>
          <a:prstGeom prst="rect">
            <a:avLst/>
          </a:prstGeom>
          <a:solidFill>
            <a:schemeClr val="bg1">
              <a:lumMod val="95000"/>
            </a:schemeClr>
          </a:solidFill>
        </p:spPr>
        <p:txBody>
          <a:bodyPr/>
          <a:lstStyle>
            <a:lvl1pPr marL="0" indent="0">
              <a:buFontTx/>
              <a:buNone/>
              <a:defRPr sz="2000" b="0" i="0" baseline="0">
                <a:latin typeface="Calibri" panose="020F0502020204030204" pitchFamily="34" charset="0"/>
                <a:cs typeface="Calibri" panose="020F0502020204030204" pitchFamily="34" charset="0"/>
              </a:defRPr>
            </a:lvl1pPr>
          </a:lstStyle>
          <a:p>
            <a:r>
              <a:rPr lang="de-DE"/>
              <a:t>Bild Vollformat</a:t>
            </a:r>
          </a:p>
        </p:txBody>
      </p:sp>
      <p:sp>
        <p:nvSpPr>
          <p:cNvPr id="8" name="Textplatzhalter 4">
            <a:extLst>
              <a:ext uri="{FF2B5EF4-FFF2-40B4-BE49-F238E27FC236}">
                <a16:creationId xmlns:a16="http://schemas.microsoft.com/office/drawing/2014/main" id="{9ED79333-D2FE-4149-A558-6ACD9C9F3994}"/>
              </a:ext>
            </a:extLst>
          </p:cNvPr>
          <p:cNvSpPr>
            <a:spLocks noGrp="1"/>
          </p:cNvSpPr>
          <p:nvPr>
            <p:ph type="body" sz="quarter" idx="22"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4" name="Datumsplatzhalter 3">
            <a:extLst>
              <a:ext uri="{FF2B5EF4-FFF2-40B4-BE49-F238E27FC236}">
                <a16:creationId xmlns:a16="http://schemas.microsoft.com/office/drawing/2014/main" id="{48B3E935-DC8B-EE4A-A835-A6B75AB07EE4}"/>
              </a:ext>
            </a:extLst>
          </p:cNvPr>
          <p:cNvSpPr>
            <a:spLocks noGrp="1"/>
          </p:cNvSpPr>
          <p:nvPr>
            <p:ph type="dt" sz="half" idx="29"/>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84284B28-82C0-7D4A-B3DD-7BF6E2000D6C}"/>
              </a:ext>
            </a:extLst>
          </p:cNvPr>
          <p:cNvSpPr>
            <a:spLocks noGrp="1"/>
          </p:cNvSpPr>
          <p:nvPr>
            <p:ph type="ftr" sz="quarter" idx="30"/>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A291B1AC-EAF4-764A-B143-A5E022AB5170}"/>
              </a:ext>
            </a:extLst>
          </p:cNvPr>
          <p:cNvSpPr>
            <a:spLocks noGrp="1"/>
          </p:cNvSpPr>
          <p:nvPr>
            <p:ph type="sldNum" sz="quarter" idx="31"/>
          </p:nvPr>
        </p:nvSpPr>
        <p:spPr/>
        <p:txBody>
          <a:bodyPr/>
          <a:lstStyle/>
          <a:p>
            <a:fld id="{13005BA2-ABF8-0A46-8B15-84F2660EFA6C}" type="slidenum">
              <a:rPr lang="de-DE" smtClean="0"/>
              <a:pPr/>
              <a:t>‹Nr.›</a:t>
            </a:fld>
            <a:endParaRPr lang="de-DE"/>
          </a:p>
        </p:txBody>
      </p:sp>
      <p:pic>
        <p:nvPicPr>
          <p:cNvPr id="12" name="Grafik 11">
            <a:extLst>
              <a:ext uri="{FF2B5EF4-FFF2-40B4-BE49-F238E27FC236}">
                <a16:creationId xmlns:a16="http://schemas.microsoft.com/office/drawing/2014/main" id="{A0E61C0F-3B73-384B-8065-6D982FD45D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3" name="Bildplatzhalter 4">
            <a:extLst>
              <a:ext uri="{FF2B5EF4-FFF2-40B4-BE49-F238E27FC236}">
                <a16:creationId xmlns:a16="http://schemas.microsoft.com/office/drawing/2014/main" id="{48C0BA75-FEC2-B143-96A7-7F0A36612E73}"/>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11" name="Grafik 10">
            <a:extLst>
              <a:ext uri="{FF2B5EF4-FFF2-40B4-BE49-F238E27FC236}">
                <a16:creationId xmlns:a16="http://schemas.microsoft.com/office/drawing/2014/main" id="{208CB54A-796D-8146-ADB4-80A2698D9328}"/>
              </a:ext>
            </a:extLst>
          </p:cNvPr>
          <p:cNvPicPr>
            <a:picLocks noChangeAspect="1"/>
          </p:cNvPicPr>
          <p:nvPr userDrawn="1"/>
        </p:nvPicPr>
        <p:blipFill>
          <a:blip r:embed="rId4">
            <a:alphaModFix amt="50000"/>
          </a:blip>
          <a:stretch>
            <a:fillRect/>
          </a:stretch>
        </p:blipFill>
        <p:spPr>
          <a:xfrm>
            <a:off x="12533858" y="7129"/>
            <a:ext cx="12166650" cy="6843741"/>
          </a:xfrm>
          <a:prstGeom prst="rect">
            <a:avLst/>
          </a:prstGeom>
        </p:spPr>
      </p:pic>
    </p:spTree>
    <p:extLst>
      <p:ext uri="{BB962C8B-B14F-4D97-AF65-F5344CB8AC3E}">
        <p14:creationId xmlns:p14="http://schemas.microsoft.com/office/powerpoint/2010/main" val="2306951066"/>
      </p:ext>
    </p:extLst>
  </p:cSld>
  <p:clrMapOvr>
    <a:masterClrMapping/>
  </p:clrMapOvr>
  <p:extLst>
    <p:ext uri="{DCECCB84-F9BA-43D5-87BE-67443E8EF086}">
      <p15:sldGuideLst xmlns:p15="http://schemas.microsoft.com/office/powerpoint/2012/main">
        <p15:guide id="1" orient="horz" pos="377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MT_Präsentation // Video vollformat">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0" y="7129"/>
            <a:ext cx="12192000" cy="6843741"/>
          </a:xfrm>
          <a:prstGeom prst="rect">
            <a:avLst/>
          </a:prstGeom>
        </p:spPr>
        <p:txBody>
          <a:bodyPr/>
          <a:lstStyle>
            <a:lvl1pPr>
              <a:buNone/>
              <a:defRPr sz="2000"/>
            </a:lvl1pPr>
          </a:lstStyle>
          <a:p>
            <a:endParaRPr lang="de-DE"/>
          </a:p>
        </p:txBody>
      </p:sp>
      <p:pic>
        <p:nvPicPr>
          <p:cNvPr id="15" name="Grafik 14">
            <a:extLst>
              <a:ext uri="{FF2B5EF4-FFF2-40B4-BE49-F238E27FC236}">
                <a16:creationId xmlns:a16="http://schemas.microsoft.com/office/drawing/2014/main" id="{C143E493-6FF6-CA40-BAA4-1659EEE48D74}"/>
              </a:ext>
            </a:extLst>
          </p:cNvPr>
          <p:cNvPicPr>
            <a:picLocks noChangeAspect="1"/>
          </p:cNvPicPr>
          <p:nvPr userDrawn="1"/>
        </p:nvPicPr>
        <p:blipFill>
          <a:blip r:embed="rId2">
            <a:alphaModFix amt="50000"/>
          </a:blip>
          <a:srcRect/>
          <a:stretch/>
        </p:blipFill>
        <p:spPr>
          <a:xfrm>
            <a:off x="12521185" y="7129"/>
            <a:ext cx="12191997" cy="6843741"/>
          </a:xfrm>
          <a:prstGeom prst="rect">
            <a:avLst/>
          </a:prstGeom>
        </p:spPr>
      </p:pic>
      <p:pic>
        <p:nvPicPr>
          <p:cNvPr id="16" name="Grafik 15">
            <a:extLst>
              <a:ext uri="{FF2B5EF4-FFF2-40B4-BE49-F238E27FC236}">
                <a16:creationId xmlns:a16="http://schemas.microsoft.com/office/drawing/2014/main" id="{3CD7396E-618B-1D42-9491-D3E42AB8C86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21F34162-D4E3-FD41-8C92-098D0E9599D4}"/>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503823666"/>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MT_Präsentation // Video klei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334963" y="1196975"/>
            <a:ext cx="10909300" cy="4608513"/>
          </a:xfrm>
          <a:prstGeom prst="rect">
            <a:avLst/>
          </a:prstGeom>
        </p:spPr>
        <p:txBody>
          <a:bodyPr/>
          <a:lstStyle>
            <a:lvl1pPr>
              <a:buNone/>
              <a:defRPr sz="2000"/>
            </a:lvl1pPr>
          </a:lstStyle>
          <a:p>
            <a:endParaRPr lang="de-DE"/>
          </a:p>
        </p:txBody>
      </p:sp>
      <p:sp>
        <p:nvSpPr>
          <p:cNvPr id="3" name="Datumsplatzhalter 2">
            <a:extLst>
              <a:ext uri="{FF2B5EF4-FFF2-40B4-BE49-F238E27FC236}">
                <a16:creationId xmlns:a16="http://schemas.microsoft.com/office/drawing/2014/main" id="{0FADD80C-69BF-394C-8E09-B1E69D9AF17E}"/>
              </a:ext>
            </a:extLst>
          </p:cNvPr>
          <p:cNvSpPr>
            <a:spLocks noGrp="1"/>
          </p:cNvSpPr>
          <p:nvPr>
            <p:ph type="dt" sz="half" idx="30"/>
          </p:nvPr>
        </p:nvSpPr>
        <p:spPr/>
        <p:txBody>
          <a:bodyPr/>
          <a:lstStyle/>
          <a:p>
            <a:r>
              <a:rPr lang="de-DE" dirty="0"/>
              <a:t>FuE-Projekt Sommersemester 2026 | 30.09.2026</a:t>
            </a:r>
          </a:p>
        </p:txBody>
      </p:sp>
      <p:sp>
        <p:nvSpPr>
          <p:cNvPr id="4" name="Fußzeilenplatzhalter 3">
            <a:extLst>
              <a:ext uri="{FF2B5EF4-FFF2-40B4-BE49-F238E27FC236}">
                <a16:creationId xmlns:a16="http://schemas.microsoft.com/office/drawing/2014/main" id="{1EE67E46-D097-D54C-821F-7C2BC5595539}"/>
              </a:ext>
            </a:extLst>
          </p:cNvPr>
          <p:cNvSpPr>
            <a:spLocks noGrp="1"/>
          </p:cNvSpPr>
          <p:nvPr>
            <p:ph type="ftr" sz="quarter" idx="31"/>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58DFF2F0-219B-604D-8A04-4A0A5184148D}"/>
              </a:ext>
            </a:extLst>
          </p:cNvPr>
          <p:cNvSpPr>
            <a:spLocks noGrp="1"/>
          </p:cNvSpPr>
          <p:nvPr>
            <p:ph type="sldNum" sz="quarter" idx="32"/>
          </p:nvPr>
        </p:nvSpPr>
        <p:spPr/>
        <p:txBody>
          <a:bodyPr/>
          <a:lstStyle/>
          <a:p>
            <a:fld id="{13005BA2-ABF8-0A46-8B15-84F2660EFA6C}" type="slidenum">
              <a:rPr lang="de-DE" smtClean="0"/>
              <a:pPr/>
              <a:t>‹Nr.›</a:t>
            </a:fld>
            <a:endParaRPr lang="de-DE"/>
          </a:p>
        </p:txBody>
      </p:sp>
      <p:sp>
        <p:nvSpPr>
          <p:cNvPr id="14" name="Textplatzhalter 2">
            <a:extLst>
              <a:ext uri="{FF2B5EF4-FFF2-40B4-BE49-F238E27FC236}">
                <a16:creationId xmlns:a16="http://schemas.microsoft.com/office/drawing/2014/main" id="{E4E504BD-D8EC-5C4C-B753-4E75542C93A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6" name="Grafik 15">
            <a:extLst>
              <a:ext uri="{FF2B5EF4-FFF2-40B4-BE49-F238E27FC236}">
                <a16:creationId xmlns:a16="http://schemas.microsoft.com/office/drawing/2014/main" id="{91032B5D-DEF2-5F42-8B82-27D1F1CF1F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CB6F7CC5-BB04-744D-AC90-D1C2F3CD6617}"/>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21" name="Grafik 20">
            <a:extLst>
              <a:ext uri="{FF2B5EF4-FFF2-40B4-BE49-F238E27FC236}">
                <a16:creationId xmlns:a16="http://schemas.microsoft.com/office/drawing/2014/main" id="{D3370869-6FB1-0545-9436-445EB7325BF9}"/>
              </a:ext>
            </a:extLst>
          </p:cNvPr>
          <p:cNvPicPr>
            <a:picLocks noChangeAspect="1"/>
          </p:cNvPicPr>
          <p:nvPr userDrawn="1"/>
        </p:nvPicPr>
        <p:blipFill>
          <a:blip r:embed="rId4">
            <a:alphaModFix amt="50000"/>
          </a:blip>
          <a:srcRect/>
          <a:stretch/>
        </p:blipFill>
        <p:spPr>
          <a:xfrm>
            <a:off x="12521185" y="7129"/>
            <a:ext cx="12191997" cy="6843740"/>
          </a:xfrm>
          <a:prstGeom prst="rect">
            <a:avLst/>
          </a:prstGeom>
        </p:spPr>
      </p:pic>
    </p:spTree>
    <p:extLst>
      <p:ext uri="{BB962C8B-B14F-4D97-AF65-F5344CB8AC3E}">
        <p14:creationId xmlns:p14="http://schemas.microsoft.com/office/powerpoint/2010/main" val="2574526683"/>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_Präsentation // ENDE_V1">
    <p:spTree>
      <p:nvGrpSpPr>
        <p:cNvPr id="1" name=""/>
        <p:cNvGrpSpPr/>
        <p:nvPr/>
      </p:nvGrpSpPr>
      <p:grpSpPr>
        <a:xfrm>
          <a:off x="0" y="0"/>
          <a:ext cx="0" cy="0"/>
          <a:chOff x="0" y="0"/>
          <a:chExt cx="0" cy="0"/>
        </a:xfrm>
      </p:grpSpPr>
      <p:sp>
        <p:nvSpPr>
          <p:cNvPr id="18" name="Bildplatzhalter 8">
            <a:extLst>
              <a:ext uri="{FF2B5EF4-FFF2-40B4-BE49-F238E27FC236}">
                <a16:creationId xmlns:a16="http://schemas.microsoft.com/office/drawing/2014/main" id="{151CC415-D610-164F-8212-19D930A4FE18}"/>
              </a:ext>
            </a:extLst>
          </p:cNvPr>
          <p:cNvSpPr>
            <a:spLocks noGrp="1"/>
          </p:cNvSpPr>
          <p:nvPr>
            <p:ph type="pic" sz="quarter" idx="12"/>
          </p:nvPr>
        </p:nvSpPr>
        <p:spPr>
          <a:xfrm>
            <a:off x="0" y="1878014"/>
            <a:ext cx="12192000" cy="4979987"/>
          </a:xfrm>
          <a:prstGeom prst="rect">
            <a:avLst/>
          </a:prstGeom>
          <a:solidFill>
            <a:schemeClr val="bg1">
              <a:lumMod val="95000"/>
            </a:schemeClr>
          </a:solidFill>
        </p:spPr>
        <p:txBody>
          <a:bodyPr lIns="0" tIns="0" rIns="0" bIns="0"/>
          <a:lstStyle>
            <a:lvl1pPr marL="0" indent="0">
              <a:buFontTx/>
              <a:buNone/>
              <a:defRPr sz="2000" b="0" i="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pic>
        <p:nvPicPr>
          <p:cNvPr id="11" name="Grafik 10">
            <a:extLst>
              <a:ext uri="{FF2B5EF4-FFF2-40B4-BE49-F238E27FC236}">
                <a16:creationId xmlns:a16="http://schemas.microsoft.com/office/drawing/2014/main" id="{F3E5D8AC-DBDD-8042-8A9E-253E12704B2C}"/>
              </a:ext>
            </a:extLst>
          </p:cNvPr>
          <p:cNvPicPr>
            <a:picLocks noChangeAspect="1"/>
          </p:cNvPicPr>
          <p:nvPr userDrawn="1"/>
        </p:nvPicPr>
        <p:blipFill>
          <a:blip r:embed="rId2"/>
          <a:srcRect/>
          <a:stretch/>
        </p:blipFill>
        <p:spPr>
          <a:xfrm>
            <a:off x="10085222" y="399917"/>
            <a:ext cx="1734897" cy="880228"/>
          </a:xfrm>
          <a:prstGeom prst="rect">
            <a:avLst/>
          </a:prstGeom>
        </p:spPr>
      </p:pic>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9" name="Textplatzhalter 5">
            <a:extLst>
              <a:ext uri="{FF2B5EF4-FFF2-40B4-BE49-F238E27FC236}">
                <a16:creationId xmlns:a16="http://schemas.microsoft.com/office/drawing/2014/main" id="{A73AD921-16F2-3B46-9FDD-5415DE1C05DA}"/>
              </a:ext>
            </a:extLst>
          </p:cNvPr>
          <p:cNvSpPr>
            <a:spLocks noGrp="1"/>
          </p:cNvSpPr>
          <p:nvPr>
            <p:ph type="body" sz="quarter" idx="10" hasCustomPrompt="1"/>
          </p:nvPr>
        </p:nvSpPr>
        <p:spPr>
          <a:xfrm>
            <a:off x="334800" y="6385020"/>
            <a:ext cx="9013364" cy="284888"/>
          </a:xfrm>
          <a:prstGeom prst="rect">
            <a:avLst/>
          </a:prstGeom>
        </p:spPr>
        <p:txBody>
          <a:bodyPr lIns="0" tIns="0" rIns="0" bIns="0" anchor="b"/>
          <a:lstStyle>
            <a:lvl1pPr marL="0" indent="0">
              <a:buNone/>
              <a:defRPr sz="3200" baseline="0">
                <a:solidFill>
                  <a:schemeClr val="accent5"/>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3" name="Textfeld 12">
            <a:extLst>
              <a:ext uri="{FF2B5EF4-FFF2-40B4-BE49-F238E27FC236}">
                <a16:creationId xmlns:a16="http://schemas.microsoft.com/office/drawing/2014/main" id="{CAF26BDA-907D-2E47-B1CD-6C22CA6027FD}"/>
              </a:ext>
            </a:extLst>
          </p:cNvPr>
          <p:cNvSpPr txBox="1"/>
          <p:nvPr userDrawn="1"/>
        </p:nvSpPr>
        <p:spPr>
          <a:xfrm>
            <a:off x="-2356645" y="182249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a:t>
            </a:r>
          </a:p>
        </p:txBody>
      </p:sp>
      <p:sp>
        <p:nvSpPr>
          <p:cNvPr id="20" name="Textfeld 19">
            <a:extLst>
              <a:ext uri="{FF2B5EF4-FFF2-40B4-BE49-F238E27FC236}">
                <a16:creationId xmlns:a16="http://schemas.microsoft.com/office/drawing/2014/main" id="{08575FA1-3AA5-F649-816C-2E0662725254}"/>
              </a:ext>
            </a:extLst>
          </p:cNvPr>
          <p:cNvSpPr txBox="1"/>
          <p:nvPr userDrawn="1"/>
        </p:nvSpPr>
        <p:spPr>
          <a:xfrm>
            <a:off x="-2356646" y="6527464"/>
            <a:ext cx="1915971"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Domain/sonstige Info</a:t>
            </a:r>
          </a:p>
        </p:txBody>
      </p:sp>
      <p:sp>
        <p:nvSpPr>
          <p:cNvPr id="21" name="Bildplatzhalter 3">
            <a:extLst>
              <a:ext uri="{FF2B5EF4-FFF2-40B4-BE49-F238E27FC236}">
                <a16:creationId xmlns:a16="http://schemas.microsoft.com/office/drawing/2014/main" id="{A0983EF8-6907-9B4B-9370-19CC69B038EB}"/>
              </a:ext>
            </a:extLst>
          </p:cNvPr>
          <p:cNvSpPr>
            <a:spLocks noGrp="1"/>
          </p:cNvSpPr>
          <p:nvPr>
            <p:ph type="pic" sz="quarter" idx="14"/>
          </p:nvPr>
        </p:nvSpPr>
        <p:spPr>
          <a:xfrm>
            <a:off x="10663200" y="1198800"/>
            <a:ext cx="1319153" cy="222568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aseline="0">
                <a:solidFill>
                  <a:schemeClr val="bg1"/>
                </a:solidFill>
              </a:defRPr>
            </a:lvl1pPr>
          </a:lstStyle>
          <a:p>
            <a:endParaRPr lang="de-DE"/>
          </a:p>
        </p:txBody>
      </p:sp>
      <p:pic>
        <p:nvPicPr>
          <p:cNvPr id="14" name="Grafik 13">
            <a:extLst>
              <a:ext uri="{FF2B5EF4-FFF2-40B4-BE49-F238E27FC236}">
                <a16:creationId xmlns:a16="http://schemas.microsoft.com/office/drawing/2014/main" id="{2873CCAF-E7C6-2047-9734-90C61A6AEC89}"/>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7" name="Grafik 16">
            <a:extLst>
              <a:ext uri="{FF2B5EF4-FFF2-40B4-BE49-F238E27FC236}">
                <a16:creationId xmlns:a16="http://schemas.microsoft.com/office/drawing/2014/main" id="{07941B59-A3C9-3D41-BCD5-6E217D5D946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663200" y="295200"/>
            <a:ext cx="1356360" cy="914400"/>
          </a:xfrm>
          <a:prstGeom prst="rect">
            <a:avLst/>
          </a:prstGeom>
        </p:spPr>
      </p:pic>
      <p:pic>
        <p:nvPicPr>
          <p:cNvPr id="16" name="Grafik 15">
            <a:extLst>
              <a:ext uri="{FF2B5EF4-FFF2-40B4-BE49-F238E27FC236}">
                <a16:creationId xmlns:a16="http://schemas.microsoft.com/office/drawing/2014/main" id="{360A417A-6251-5F4A-B9DF-8CD21F0B17EC}"/>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334965" y="296864"/>
            <a:ext cx="1737356" cy="967737"/>
          </a:xfrm>
          <a:prstGeom prst="rect">
            <a:avLst/>
          </a:prstGeom>
        </p:spPr>
      </p:pic>
    </p:spTree>
    <p:extLst>
      <p:ext uri="{BB962C8B-B14F-4D97-AF65-F5344CB8AC3E}">
        <p14:creationId xmlns:p14="http://schemas.microsoft.com/office/powerpoint/2010/main" val="2790810357"/>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MT_Präsentation // ENDE_V2">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Textplatzhalter 5">
            <a:extLst>
              <a:ext uri="{FF2B5EF4-FFF2-40B4-BE49-F238E27FC236}">
                <a16:creationId xmlns:a16="http://schemas.microsoft.com/office/drawing/2014/main" id="{2E7EBA15-E6DE-9944-99E0-ABDB4E5D71B7}"/>
              </a:ext>
            </a:extLst>
          </p:cNvPr>
          <p:cNvSpPr>
            <a:spLocks noGrp="1"/>
          </p:cNvSpPr>
          <p:nvPr>
            <p:ph type="body" sz="quarter" idx="10" hasCustomPrompt="1"/>
          </p:nvPr>
        </p:nvSpPr>
        <p:spPr>
          <a:xfrm>
            <a:off x="334963" y="6372000"/>
            <a:ext cx="9013364" cy="284888"/>
          </a:xfrm>
          <a:prstGeom prst="rect">
            <a:avLst/>
          </a:prstGeom>
        </p:spPr>
        <p:txBody>
          <a:bodyPr lIns="0" tIns="0" rIns="0" bIns="0" anchor="b"/>
          <a:lstStyle>
            <a:lvl1pPr marL="0" indent="0">
              <a:buNone/>
              <a:defRPr sz="3200" baseline="0">
                <a:solidFill>
                  <a:schemeClr val="bg1"/>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0" name="Bildplatzhalter 3">
            <a:extLst>
              <a:ext uri="{FF2B5EF4-FFF2-40B4-BE49-F238E27FC236}">
                <a16:creationId xmlns:a16="http://schemas.microsoft.com/office/drawing/2014/main" id="{AB5ACA4C-4F39-604A-9FE7-667DCEBC134A}"/>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marL="0" indent="0">
              <a:buNone/>
              <a:defRPr sz="100" baseline="0">
                <a:solidFill>
                  <a:srgbClr val="D72305"/>
                </a:solidFill>
              </a:defRPr>
            </a:lvl1pPr>
          </a:lstStyle>
          <a:p>
            <a:endParaRPr lang="de-DE"/>
          </a:p>
        </p:txBody>
      </p:sp>
      <p:pic>
        <p:nvPicPr>
          <p:cNvPr id="11" name="Grafik 10">
            <a:extLst>
              <a:ext uri="{FF2B5EF4-FFF2-40B4-BE49-F238E27FC236}">
                <a16:creationId xmlns:a16="http://schemas.microsoft.com/office/drawing/2014/main" id="{5D27FEBF-F841-9845-B6A8-6D30973528B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305"/>
            <a:ext cx="1356360" cy="914400"/>
          </a:xfrm>
          <a:prstGeom prst="rect">
            <a:avLst/>
          </a:prstGeom>
        </p:spPr>
      </p:pic>
      <p:pic>
        <p:nvPicPr>
          <p:cNvPr id="9" name="Grafik 8">
            <a:extLst>
              <a:ext uri="{FF2B5EF4-FFF2-40B4-BE49-F238E27FC236}">
                <a16:creationId xmlns:a16="http://schemas.microsoft.com/office/drawing/2014/main" id="{2231604B-8620-CA4A-AC7F-053FE140E4C4}"/>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4" name="Grafik 13">
            <a:extLst>
              <a:ext uri="{FF2B5EF4-FFF2-40B4-BE49-F238E27FC236}">
                <a16:creationId xmlns:a16="http://schemas.microsoft.com/office/drawing/2014/main" id="{090F77C6-D65A-F143-9A41-DAF0395F2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363716741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theme" Target="../theme/theme2.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8286D881-C191-674F-A26E-410BBB8FC62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4"/>
            <a:ext cx="1737356" cy="967737"/>
          </a:xfrm>
          <a:prstGeom prst="rect">
            <a:avLst/>
          </a:prstGeom>
        </p:spPr>
      </p:pic>
      <p:pic>
        <p:nvPicPr>
          <p:cNvPr id="5" name="Grafik 4">
            <a:extLst>
              <a:ext uri="{FF2B5EF4-FFF2-40B4-BE49-F238E27FC236}">
                <a16:creationId xmlns:a16="http://schemas.microsoft.com/office/drawing/2014/main" id="{C2A008FA-65D3-0E47-AEB5-37D11E17DB0B}"/>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0663200" y="295200"/>
            <a:ext cx="1356360" cy="914400"/>
          </a:xfrm>
          <a:prstGeom prst="rect">
            <a:avLst/>
          </a:prstGeom>
        </p:spPr>
      </p:pic>
    </p:spTree>
    <p:extLst>
      <p:ext uri="{BB962C8B-B14F-4D97-AF65-F5344CB8AC3E}">
        <p14:creationId xmlns:p14="http://schemas.microsoft.com/office/powerpoint/2010/main" val="921850606"/>
      </p:ext>
    </p:extLst>
  </p:cSld>
  <p:clrMap bg1="lt1" tx1="dk1" bg2="lt2" tx2="dk2" accent1="accent1" accent2="accent2" accent3="accent3" accent4="accent4" accent5="accent5" accent6="accent6" hlink="hlink" folHlink="folHlink"/>
  <p:sldLayoutIdLst>
    <p:sldLayoutId id="2147483824" r:id="rId1"/>
    <p:sldLayoutId id="2147483870" r:id="rId2"/>
    <p:sldLayoutId id="2147483825" r:id="rId3"/>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87" userDrawn="1">
          <p15:clr>
            <a:srgbClr val="F26B43"/>
          </p15:clr>
        </p15:guide>
        <p15:guide id="5" pos="211" userDrawn="1">
          <p15:clr>
            <a:srgbClr val="F26B43"/>
          </p15:clr>
        </p15:guide>
        <p15:guide id="6" pos="7469" userDrawn="1">
          <p15:clr>
            <a:srgbClr val="F26B43"/>
          </p15:clr>
        </p15:guide>
        <p15:guide id="7" pos="6289" userDrawn="1">
          <p15:clr>
            <a:srgbClr val="F26B43"/>
          </p15:clr>
        </p15:guide>
        <p15:guide id="10" pos="6440" userDrawn="1">
          <p15:clr>
            <a:srgbClr val="F26B43"/>
          </p15:clr>
        </p15:guide>
        <p15:guide id="11" orient="horz" pos="4042" userDrawn="1">
          <p15:clr>
            <a:srgbClr val="F26B43"/>
          </p15:clr>
        </p15:guide>
        <p15:guide id="12" orient="horz" pos="4197" userDrawn="1">
          <p15:clr>
            <a:srgbClr val="F26B43"/>
          </p15:clr>
        </p15:guide>
        <p15:guide id="14" orient="horz" pos="4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Textfeld 19">
            <a:extLst>
              <a:ext uri="{FF2B5EF4-FFF2-40B4-BE49-F238E27FC236}">
                <a16:creationId xmlns:a16="http://schemas.microsoft.com/office/drawing/2014/main" id="{71B0FBC3-4352-044E-8291-90541ABE6965}"/>
              </a:ext>
            </a:extLst>
          </p:cNvPr>
          <p:cNvSpPr txBox="1"/>
          <p:nvPr userDrawn="1"/>
        </p:nvSpPr>
        <p:spPr>
          <a:xfrm>
            <a:off x="-2356645" y="619408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Navigation</a:t>
            </a:r>
          </a:p>
        </p:txBody>
      </p:sp>
      <p:sp>
        <p:nvSpPr>
          <p:cNvPr id="21" name="Textfeld 20">
            <a:extLst>
              <a:ext uri="{FF2B5EF4-FFF2-40B4-BE49-F238E27FC236}">
                <a16:creationId xmlns:a16="http://schemas.microsoft.com/office/drawing/2014/main" id="{E037490B-ECC9-B74B-97A2-DEB675E2D160}"/>
              </a:ext>
            </a:extLst>
          </p:cNvPr>
          <p:cNvSpPr txBox="1"/>
          <p:nvPr userDrawn="1"/>
        </p:nvSpPr>
        <p:spPr>
          <a:xfrm>
            <a:off x="-2356645" y="565710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Inhalt</a:t>
            </a:r>
          </a:p>
        </p:txBody>
      </p:sp>
      <p:sp>
        <p:nvSpPr>
          <p:cNvPr id="24" name="Textfeld 23">
            <a:extLst>
              <a:ext uri="{FF2B5EF4-FFF2-40B4-BE49-F238E27FC236}">
                <a16:creationId xmlns:a16="http://schemas.microsoft.com/office/drawing/2014/main" id="{5AB5AF7D-3C45-1849-B0BB-6B0935832BBC}"/>
              </a:ext>
            </a:extLst>
          </p:cNvPr>
          <p:cNvSpPr txBox="1"/>
          <p:nvPr userDrawn="1"/>
        </p:nvSpPr>
        <p:spPr>
          <a:xfrm>
            <a:off x="383118" y="699602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Navigation</a:t>
            </a:r>
          </a:p>
        </p:txBody>
      </p:sp>
      <p:sp>
        <p:nvSpPr>
          <p:cNvPr id="8" name="Foliennummernplatzhalter 3">
            <a:extLst>
              <a:ext uri="{FF2B5EF4-FFF2-40B4-BE49-F238E27FC236}">
                <a16:creationId xmlns:a16="http://schemas.microsoft.com/office/drawing/2014/main" id="{E840325F-7756-0149-8183-117E8A6BED25}"/>
              </a:ext>
            </a:extLst>
          </p:cNvPr>
          <p:cNvSpPr>
            <a:spLocks noGrp="1"/>
          </p:cNvSpPr>
          <p:nvPr>
            <p:ph type="sldNum" sz="quarter" idx="4"/>
          </p:nvPr>
        </p:nvSpPr>
        <p:spPr>
          <a:xfrm>
            <a:off x="334963" y="6431336"/>
            <a:ext cx="2742936" cy="97976"/>
          </a:xfrm>
          <a:prstGeom prst="rect">
            <a:avLst/>
          </a:prstGeom>
        </p:spPr>
        <p:txBody>
          <a:bodyPr vert="horz" lIns="0" tIns="0" rIns="0" bIns="0" rtlCol="0" anchor="t" anchorCtr="0"/>
          <a:lstStyle>
            <a:lvl1pPr algn="l">
              <a:defRPr sz="1000" baseline="0">
                <a:solidFill>
                  <a:schemeClr val="accent5"/>
                </a:solidFill>
                <a:latin typeface="Calibri" panose="020F0502020204030204" pitchFamily="34" charset="0"/>
                <a:cs typeface="Calibri" panose="020F0502020204030204" pitchFamily="34" charset="0"/>
              </a:defRPr>
            </a:lvl1pPr>
          </a:lstStyle>
          <a:p>
            <a:fld id="{13005BA2-ABF8-0A46-8B15-84F2660EFA6C}" type="slidenum">
              <a:rPr lang="de-DE" smtClean="0"/>
              <a:pPr/>
              <a:t>‹Nr.›</a:t>
            </a:fld>
            <a:endParaRPr lang="de-DE"/>
          </a:p>
        </p:txBody>
      </p:sp>
      <p:sp>
        <p:nvSpPr>
          <p:cNvPr id="11" name="Fußzeilenplatzhalter 1">
            <a:extLst>
              <a:ext uri="{FF2B5EF4-FFF2-40B4-BE49-F238E27FC236}">
                <a16:creationId xmlns:a16="http://schemas.microsoft.com/office/drawing/2014/main" id="{30392229-6F47-7741-914D-5DBE643205A5}"/>
              </a:ext>
            </a:extLst>
          </p:cNvPr>
          <p:cNvSpPr>
            <a:spLocks noGrp="1"/>
          </p:cNvSpPr>
          <p:nvPr>
            <p:ph type="ftr" sz="quarter" idx="3"/>
          </p:nvPr>
        </p:nvSpPr>
        <p:spPr>
          <a:xfrm>
            <a:off x="334963" y="6153519"/>
            <a:ext cx="10909299" cy="138941"/>
          </a:xfrm>
          <a:prstGeom prst="rect">
            <a:avLst/>
          </a:prstGeom>
        </p:spPr>
        <p:txBody>
          <a:bodyPr vert="horz" lIns="0" tIns="0" rIns="0" bIns="0" rtlCol="0" anchor="t" anchorCtr="0"/>
          <a:lstStyle>
            <a:lvl1pPr algn="l">
              <a:lnSpc>
                <a:spcPts val="839"/>
              </a:lnSpc>
              <a:defRPr sz="1000" baseline="0">
                <a:solidFill>
                  <a:schemeClr val="accent5"/>
                </a:solidFill>
                <a:latin typeface="Calibri" panose="020F0502020204030204" pitchFamily="34" charset="0"/>
                <a:cs typeface="Calibri" panose="020F0502020204030204" pitchFamily="34" charset="0"/>
              </a:defRPr>
            </a:lvl1pPr>
          </a:lstStyle>
          <a:p>
            <a:r>
              <a:rPr lang="de-DE"/>
              <a:t>Hochschule Karlsruhe</a:t>
            </a:r>
          </a:p>
        </p:txBody>
      </p:sp>
      <p:sp>
        <p:nvSpPr>
          <p:cNvPr id="10" name="Datumsplatzhalter 3">
            <a:extLst>
              <a:ext uri="{FF2B5EF4-FFF2-40B4-BE49-F238E27FC236}">
                <a16:creationId xmlns:a16="http://schemas.microsoft.com/office/drawing/2014/main" id="{90108F2C-E92D-444D-A4AF-D5EFEA52A791}"/>
              </a:ext>
            </a:extLst>
          </p:cNvPr>
          <p:cNvSpPr>
            <a:spLocks noGrp="1"/>
          </p:cNvSpPr>
          <p:nvPr>
            <p:ph type="dt" sz="half" idx="2"/>
          </p:nvPr>
        </p:nvSpPr>
        <p:spPr>
          <a:xfrm>
            <a:off x="334699" y="6274088"/>
            <a:ext cx="2743200" cy="133575"/>
          </a:xfrm>
          <a:prstGeom prst="rect">
            <a:avLst/>
          </a:prstGeom>
        </p:spPr>
        <p:txBody>
          <a:bodyPr lIns="0" tIns="0" rIns="0" bIns="0"/>
          <a:lstStyle>
            <a:lvl1pPr>
              <a:defRPr sz="1000">
                <a:solidFill>
                  <a:schemeClr val="accent5"/>
                </a:solidFill>
              </a:defRPr>
            </a:lvl1pPr>
          </a:lstStyle>
          <a:p>
            <a:r>
              <a:rPr lang="de-DE"/>
              <a:t>20. Januar 2021</a:t>
            </a:r>
          </a:p>
        </p:txBody>
      </p:sp>
    </p:spTree>
    <p:extLst>
      <p:ext uri="{BB962C8B-B14F-4D97-AF65-F5344CB8AC3E}">
        <p14:creationId xmlns:p14="http://schemas.microsoft.com/office/powerpoint/2010/main" val="2534388412"/>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861" userDrawn="1">
          <p15:clr>
            <a:srgbClr val="F26B43"/>
          </p15:clr>
        </p15:guide>
        <p15:guide id="5" pos="211" userDrawn="1">
          <p15:clr>
            <a:srgbClr val="F26B43"/>
          </p15:clr>
        </p15:guide>
        <p15:guide id="6" pos="7469" userDrawn="1">
          <p15:clr>
            <a:srgbClr val="F26B43"/>
          </p15:clr>
        </p15:guide>
        <p15:guide id="7" orient="horz" pos="4133" userDrawn="1">
          <p15:clr>
            <a:srgbClr val="F26B43"/>
          </p15:clr>
        </p15:guide>
        <p15:guide id="11" orient="horz" pos="4292" userDrawn="1">
          <p15:clr>
            <a:srgbClr val="F26B43"/>
          </p15:clr>
        </p15:guide>
        <p15:guide id="13" pos="708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3717"/>
      </p:ext>
    </p:extLst>
  </p:cSld>
  <p:clrMap bg1="lt1" tx1="dk1" bg2="lt2" tx2="dk2" accent1="accent1" accent2="accent2" accent3="accent3" accent4="accent4" accent5="accent5" accent6="accent6" hlink="hlink" folHlink="folHlink"/>
  <p:sldLayoutIdLst>
    <p:sldLayoutId id="2147483842" r:id="rId1"/>
    <p:sldLayoutId id="2147483843" r:id="rId2"/>
  </p:sldLayoutIdLst>
  <p:hf hdr="0"/>
  <p:txStyles>
    <p:titleStyle>
      <a:lvl1pPr algn="l" defTabSz="414772" rtl="0" eaLnBrk="1" latinLnBrk="0" hangingPunct="1">
        <a:lnSpc>
          <a:spcPct val="90000"/>
        </a:lnSpc>
        <a:spcBef>
          <a:spcPct val="0"/>
        </a:spcBef>
        <a:buNone/>
        <a:defRPr sz="2948" kern="1200" baseline="0">
          <a:solidFill>
            <a:schemeClr val="tx1"/>
          </a:solidFill>
          <a:latin typeface="Calibri Bold" pitchFamily="2" charset="77"/>
          <a:ea typeface="+mj-ea"/>
          <a:cs typeface="+mj-cs"/>
        </a:defRPr>
      </a:lvl1pPr>
    </p:titleStyle>
    <p:bodyStyle>
      <a:lvl1pPr marL="103693" indent="-103693" algn="l" defTabSz="414772" rtl="0" eaLnBrk="1" latinLnBrk="0" hangingPunct="1">
        <a:lnSpc>
          <a:spcPct val="90000"/>
        </a:lnSpc>
        <a:spcBef>
          <a:spcPts val="454"/>
        </a:spcBef>
        <a:buFont typeface="Arial" panose="020B0604020202020204" pitchFamily="34" charset="0"/>
        <a:buChar char="•"/>
        <a:defRPr sz="1270" kern="1200">
          <a:solidFill>
            <a:schemeClr val="tx1"/>
          </a:solidFill>
          <a:latin typeface="+mn-lt"/>
          <a:ea typeface="+mn-ea"/>
          <a:cs typeface="+mn-cs"/>
        </a:defRPr>
      </a:lvl1pPr>
      <a:lvl2pPr marL="311079" indent="-103693" algn="l" defTabSz="414772" rtl="0" eaLnBrk="1" latinLnBrk="0" hangingPunct="1">
        <a:lnSpc>
          <a:spcPct val="90000"/>
        </a:lnSpc>
        <a:spcBef>
          <a:spcPts val="227"/>
        </a:spcBef>
        <a:buFont typeface="Arial" panose="020B0604020202020204" pitchFamily="34" charset="0"/>
        <a:buChar char="•"/>
        <a:defRPr sz="1089" kern="1200">
          <a:solidFill>
            <a:schemeClr val="tx1"/>
          </a:solidFill>
          <a:latin typeface="+mn-lt"/>
          <a:ea typeface="+mn-ea"/>
          <a:cs typeface="+mn-cs"/>
        </a:defRPr>
      </a:lvl2pPr>
      <a:lvl3pPr marL="518465" indent="-103693" algn="l" defTabSz="414772" rtl="0" eaLnBrk="1" latinLnBrk="0" hangingPunct="1">
        <a:lnSpc>
          <a:spcPct val="90000"/>
        </a:lnSpc>
        <a:spcBef>
          <a:spcPts val="227"/>
        </a:spcBef>
        <a:buFont typeface="Arial" panose="020B0604020202020204" pitchFamily="34" charset="0"/>
        <a:buChar char="•"/>
        <a:defRPr sz="907" kern="1200">
          <a:solidFill>
            <a:schemeClr val="tx1"/>
          </a:solidFill>
          <a:latin typeface="+mn-lt"/>
          <a:ea typeface="+mn-ea"/>
          <a:cs typeface="+mn-cs"/>
        </a:defRPr>
      </a:lvl3pPr>
      <a:lvl4pPr marL="725851"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4pPr>
      <a:lvl5pPr marL="933237"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5pPr>
      <a:lvl6pPr marL="1140623"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6pPr>
      <a:lvl7pPr marL="1348008"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7pPr>
      <a:lvl8pPr marL="1555394"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8pPr>
      <a:lvl9pPr marL="1762780"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9pPr>
    </p:bodyStyle>
    <p:otherStyle>
      <a:defPPr>
        <a:defRPr lang="de-DE"/>
      </a:defPPr>
      <a:lvl1pPr marL="0" algn="l" defTabSz="414772" rtl="0" eaLnBrk="1" latinLnBrk="0" hangingPunct="1">
        <a:defRPr sz="816" kern="1200">
          <a:solidFill>
            <a:schemeClr val="tx1"/>
          </a:solidFill>
          <a:latin typeface="+mn-lt"/>
          <a:ea typeface="+mn-ea"/>
          <a:cs typeface="+mn-cs"/>
        </a:defRPr>
      </a:lvl1pPr>
      <a:lvl2pPr marL="207386" algn="l" defTabSz="414772" rtl="0" eaLnBrk="1" latinLnBrk="0" hangingPunct="1">
        <a:defRPr sz="816" kern="1200">
          <a:solidFill>
            <a:schemeClr val="tx1"/>
          </a:solidFill>
          <a:latin typeface="+mn-lt"/>
          <a:ea typeface="+mn-ea"/>
          <a:cs typeface="+mn-cs"/>
        </a:defRPr>
      </a:lvl2pPr>
      <a:lvl3pPr marL="414772" algn="l" defTabSz="414772" rtl="0" eaLnBrk="1" latinLnBrk="0" hangingPunct="1">
        <a:defRPr sz="816" kern="1200">
          <a:solidFill>
            <a:schemeClr val="tx1"/>
          </a:solidFill>
          <a:latin typeface="+mn-lt"/>
          <a:ea typeface="+mn-ea"/>
          <a:cs typeface="+mn-cs"/>
        </a:defRPr>
      </a:lvl3pPr>
      <a:lvl4pPr marL="622158" algn="l" defTabSz="414772" rtl="0" eaLnBrk="1" latinLnBrk="0" hangingPunct="1">
        <a:defRPr sz="816" kern="1200">
          <a:solidFill>
            <a:schemeClr val="tx1"/>
          </a:solidFill>
          <a:latin typeface="+mn-lt"/>
          <a:ea typeface="+mn-ea"/>
          <a:cs typeface="+mn-cs"/>
        </a:defRPr>
      </a:lvl4pPr>
      <a:lvl5pPr marL="829544" algn="l" defTabSz="414772" rtl="0" eaLnBrk="1" latinLnBrk="0" hangingPunct="1">
        <a:defRPr sz="816" kern="1200">
          <a:solidFill>
            <a:schemeClr val="tx1"/>
          </a:solidFill>
          <a:latin typeface="+mn-lt"/>
          <a:ea typeface="+mn-ea"/>
          <a:cs typeface="+mn-cs"/>
        </a:defRPr>
      </a:lvl5pPr>
      <a:lvl6pPr marL="1036930" algn="l" defTabSz="414772" rtl="0" eaLnBrk="1" latinLnBrk="0" hangingPunct="1">
        <a:defRPr sz="816" kern="1200">
          <a:solidFill>
            <a:schemeClr val="tx1"/>
          </a:solidFill>
          <a:latin typeface="+mn-lt"/>
          <a:ea typeface="+mn-ea"/>
          <a:cs typeface="+mn-cs"/>
        </a:defRPr>
      </a:lvl6pPr>
      <a:lvl7pPr marL="1244316" algn="l" defTabSz="414772" rtl="0" eaLnBrk="1" latinLnBrk="0" hangingPunct="1">
        <a:defRPr sz="816" kern="1200">
          <a:solidFill>
            <a:schemeClr val="tx1"/>
          </a:solidFill>
          <a:latin typeface="+mn-lt"/>
          <a:ea typeface="+mn-ea"/>
          <a:cs typeface="+mn-cs"/>
        </a:defRPr>
      </a:lvl7pPr>
      <a:lvl8pPr marL="1451701" algn="l" defTabSz="414772" rtl="0" eaLnBrk="1" latinLnBrk="0" hangingPunct="1">
        <a:defRPr sz="816" kern="1200">
          <a:solidFill>
            <a:schemeClr val="tx1"/>
          </a:solidFill>
          <a:latin typeface="+mn-lt"/>
          <a:ea typeface="+mn-ea"/>
          <a:cs typeface="+mn-cs"/>
        </a:defRPr>
      </a:lvl8pPr>
      <a:lvl9pPr marL="1659087" algn="l" defTabSz="414772" rtl="0" eaLnBrk="1" latinLnBrk="0" hangingPunct="1">
        <a:defRPr sz="81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orient="horz" pos="187" userDrawn="1">
          <p15:clr>
            <a:srgbClr val="F26B43"/>
          </p15:clr>
        </p15:guide>
        <p15:guide id="3" pos="7469" userDrawn="1">
          <p15:clr>
            <a:srgbClr val="F26B43"/>
          </p15:clr>
        </p15:guide>
        <p15:guide id="4" orient="horz" pos="4133" userDrawn="1">
          <p15:clr>
            <a:srgbClr val="F26B43"/>
          </p15:clr>
        </p15:guide>
        <p15:guide id="5" orient="horz" pos="118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hyperlink" Target="mailto:bjoern.hein@h-ka.d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hosi1025@h-ka.de" TargetMode="External"/><Relationship Id="rId5" Type="http://schemas.openxmlformats.org/officeDocument/2006/relationships/hyperlink" Target="mailto:nolu1012@h-ka.de" TargetMode="External"/><Relationship Id="rId4" Type="http://schemas.openxmlformats.org/officeDocument/2006/relationships/hyperlink" Target="mailto:unto1011@h-ka.d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23590-2731-3D69-EBD3-B725AE176D58}"/>
            </a:ext>
          </a:extLst>
        </p:cNvPr>
        <p:cNvGrpSpPr/>
        <p:nvPr/>
      </p:nvGrpSpPr>
      <p:grpSpPr>
        <a:xfrm>
          <a:off x="0" y="0"/>
          <a:ext cx="0" cy="0"/>
          <a:chOff x="0" y="0"/>
          <a:chExt cx="0" cy="0"/>
        </a:xfrm>
      </p:grpSpPr>
      <p:sp>
        <p:nvSpPr>
          <p:cNvPr id="2" name="Bildplatzhalter 1">
            <a:extLst>
              <a:ext uri="{FF2B5EF4-FFF2-40B4-BE49-F238E27FC236}">
                <a16:creationId xmlns:a16="http://schemas.microsoft.com/office/drawing/2014/main" id="{13C243C5-59C3-0C50-277A-7D93A49711B1}"/>
              </a:ext>
            </a:extLst>
          </p:cNvPr>
          <p:cNvSpPr>
            <a:spLocks noGrp="1"/>
          </p:cNvSpPr>
          <p:nvPr>
            <p:ph type="pic" sz="quarter" idx="12"/>
          </p:nvPr>
        </p:nvSpPr>
        <p:spPr>
          <a:xfrm>
            <a:off x="0" y="3108958"/>
            <a:ext cx="12192000" cy="3308356"/>
          </a:xfrm>
        </p:spPr>
        <p:txBody>
          <a:bodyPr/>
          <a:lstStyle/>
          <a:p>
            <a:r>
              <a:rPr lang="de-DE" sz="1600" dirty="0"/>
              <a:t>	</a:t>
            </a:r>
          </a:p>
          <a:p>
            <a:endParaRPr lang="de-DE" sz="1600" dirty="0"/>
          </a:p>
        </p:txBody>
      </p:sp>
      <p:sp>
        <p:nvSpPr>
          <p:cNvPr id="4" name="Bildplatzhalter 3">
            <a:extLst>
              <a:ext uri="{FF2B5EF4-FFF2-40B4-BE49-F238E27FC236}">
                <a16:creationId xmlns:a16="http://schemas.microsoft.com/office/drawing/2014/main" id="{87EC586E-E418-3EDD-0740-709B37BD9729}"/>
              </a:ext>
            </a:extLst>
          </p:cNvPr>
          <p:cNvSpPr>
            <a:spLocks noGrp="1"/>
          </p:cNvSpPr>
          <p:nvPr>
            <p:ph type="pic" sz="quarter" idx="14"/>
          </p:nvPr>
        </p:nvSpPr>
        <p:spPr/>
        <p:txBody>
          <a:bodyPr/>
          <a:lstStyle/>
          <a:p>
            <a:endParaRPr lang="de-DE"/>
          </a:p>
        </p:txBody>
      </p:sp>
      <p:sp>
        <p:nvSpPr>
          <p:cNvPr id="5" name="Textplatzhalter 4">
            <a:extLst>
              <a:ext uri="{FF2B5EF4-FFF2-40B4-BE49-F238E27FC236}">
                <a16:creationId xmlns:a16="http://schemas.microsoft.com/office/drawing/2014/main" id="{A3D23DA7-473F-2E99-6799-85294DE4E1E5}"/>
              </a:ext>
            </a:extLst>
          </p:cNvPr>
          <p:cNvSpPr>
            <a:spLocks noGrp="1"/>
          </p:cNvSpPr>
          <p:nvPr>
            <p:ph type="body" sz="quarter" idx="15"/>
          </p:nvPr>
        </p:nvSpPr>
        <p:spPr/>
        <p:txBody>
          <a:bodyPr/>
          <a:lstStyle/>
          <a:p>
            <a:r>
              <a:rPr lang="de-DE" dirty="0"/>
              <a:t>FuE-Projekt Sommersemester 2026 | 02.10.2026</a:t>
            </a:r>
          </a:p>
          <a:p>
            <a:endParaRPr lang="de-DE" dirty="0"/>
          </a:p>
          <a:p>
            <a:endParaRPr lang="de-DE" dirty="0"/>
          </a:p>
        </p:txBody>
      </p:sp>
      <p:sp>
        <p:nvSpPr>
          <p:cNvPr id="11" name="cover-title">
            <a:extLst>
              <a:ext uri="{FF2B5EF4-FFF2-40B4-BE49-F238E27FC236}">
                <a16:creationId xmlns:a16="http://schemas.microsoft.com/office/drawing/2014/main" id="{2D9FE467-C161-26CE-EF15-9FCAD5AAE477}"/>
              </a:ext>
            </a:extLst>
          </p:cNvPr>
          <p:cNvSpPr>
            <a:spLocks noGrp="1"/>
          </p:cNvSpPr>
          <p:nvPr/>
        </p:nvSpPr>
        <p:spPr>
          <a:xfrm>
            <a:off x="333375" y="1423345"/>
            <a:ext cx="9620250" cy="12763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4000" b="0">
                <a:solidFill>
                  <a:srgbClr val="2869AF"/>
                </a:solidFill>
                <a:latin typeface="Calibri"/>
                <a:ea typeface="Calibri"/>
                <a:cs typeface="Calibri"/>
              </a:defRPr>
            </a:pPr>
            <a:r>
              <a:rPr sz="4000" b="0">
                <a:solidFill>
                  <a:srgbClr val="2869AF"/>
                </a:solidFill>
                <a:latin typeface="Calibri"/>
                <a:ea typeface="Calibri"/>
                <a:cs typeface="Calibri"/>
              </a:rPr>
              <a:t>Inverses „Tetris“</a:t>
            </a:r>
          </a:p>
          <a:p>
            <a:pPr algn="l">
              <a:lnSpc>
                <a:spcPct val="105000"/>
              </a:lnSpc>
              <a:spcBef>
                <a:spcPts val="0"/>
              </a:spcBef>
              <a:spcAft>
                <a:spcPts val="0"/>
              </a:spcAft>
              <a:buNone/>
              <a:defRPr sz="4000" b="0">
                <a:solidFill>
                  <a:srgbClr val="2869AF"/>
                </a:solidFill>
                <a:latin typeface="Calibri"/>
                <a:ea typeface="Calibri"/>
                <a:cs typeface="Calibri"/>
              </a:defRPr>
            </a:pPr>
            <a:r>
              <a:rPr sz="4000" b="0">
                <a:solidFill>
                  <a:srgbClr val="2869AF"/>
                </a:solidFill>
                <a:latin typeface="Calibri"/>
                <a:ea typeface="Calibri"/>
                <a:cs typeface="Calibri"/>
              </a:rPr>
              <a:t>für Roboter</a:t>
            </a:r>
          </a:p>
        </p:txBody>
      </p:sp>
      <p:sp>
        <p:nvSpPr>
          <p:cNvPr id="13" name="cover-subtitle">
            <a:extLst>
              <a:ext uri="{FF2B5EF4-FFF2-40B4-BE49-F238E27FC236}">
                <a16:creationId xmlns:a16="http://schemas.microsoft.com/office/drawing/2014/main" id="{7A81D016-7E82-513B-D471-5C6769554CBD}"/>
              </a:ext>
            </a:extLst>
          </p:cNvPr>
          <p:cNvSpPr>
            <a:spLocks noGrp="1"/>
          </p:cNvSpPr>
          <p:nvPr/>
        </p:nvSpPr>
        <p:spPr>
          <a:xfrm>
            <a:off x="333375" y="2699695"/>
            <a:ext cx="10191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2869AF"/>
                </a:solidFill>
                <a:latin typeface="Calibri"/>
                <a:ea typeface="Calibri"/>
                <a:cs typeface="Calibri"/>
              </a:defRPr>
            </a:pPr>
            <a:r>
              <a:rPr sz="2200" b="0" dirty="0">
                <a:solidFill>
                  <a:srgbClr val="2869AF"/>
                </a:solidFill>
                <a:latin typeface="Calibri"/>
                <a:ea typeface="Calibri"/>
                <a:cs typeface="Calibri"/>
              </a:rPr>
              <a:t>„On the Fly“-Picking </a:t>
            </a:r>
            <a:r>
              <a:rPr sz="2200" b="0" dirty="0" err="1">
                <a:solidFill>
                  <a:srgbClr val="2869AF"/>
                </a:solidFill>
                <a:latin typeface="Calibri"/>
                <a:ea typeface="Calibri"/>
                <a:cs typeface="Calibri"/>
              </a:rPr>
              <a:t>bei</a:t>
            </a:r>
            <a:r>
              <a:rPr sz="2200" b="0" dirty="0">
                <a:solidFill>
                  <a:srgbClr val="2869AF"/>
                </a:solidFill>
                <a:latin typeface="Calibri"/>
                <a:ea typeface="Calibri"/>
                <a:cs typeface="Calibri"/>
              </a:rPr>
              <a:t> </a:t>
            </a:r>
            <a:r>
              <a:rPr sz="2200" b="0" dirty="0" err="1">
                <a:solidFill>
                  <a:srgbClr val="2869AF"/>
                </a:solidFill>
                <a:latin typeface="Calibri"/>
                <a:ea typeface="Calibri"/>
                <a:cs typeface="Calibri"/>
              </a:rPr>
              <a:t>verschiedenen</a:t>
            </a:r>
            <a:r>
              <a:rPr sz="2200" b="0" dirty="0">
                <a:solidFill>
                  <a:srgbClr val="2869AF"/>
                </a:solidFill>
                <a:latin typeface="Calibri"/>
                <a:ea typeface="Calibri"/>
                <a:cs typeface="Calibri"/>
              </a:rPr>
              <a:t> </a:t>
            </a:r>
            <a:r>
              <a:rPr sz="2200" b="0" dirty="0" err="1">
                <a:solidFill>
                  <a:srgbClr val="2869AF"/>
                </a:solidFill>
                <a:latin typeface="Calibri"/>
                <a:ea typeface="Calibri"/>
                <a:cs typeface="Calibri"/>
              </a:rPr>
              <a:t>Bandgeschwindigkeiten</a:t>
            </a:r>
            <a:endParaRPr sz="2200" b="0" dirty="0">
              <a:solidFill>
                <a:srgbClr val="2869AF"/>
              </a:solidFill>
              <a:latin typeface="Calibri"/>
              <a:ea typeface="Calibri"/>
              <a:cs typeface="Calibri"/>
            </a:endParaRPr>
          </a:p>
        </p:txBody>
      </p:sp>
      <p:pic>
        <p:nvPicPr>
          <p:cNvPr id="6" name="Grafik 5">
            <a:extLst>
              <a:ext uri="{FF2B5EF4-FFF2-40B4-BE49-F238E27FC236}">
                <a16:creationId xmlns:a16="http://schemas.microsoft.com/office/drawing/2014/main" id="{EAA52DF4-48FF-B3FA-448C-20CB292F4EBD}"/>
              </a:ext>
            </a:extLst>
          </p:cNvPr>
          <p:cNvPicPr>
            <a:picLocks noChangeAspect="1"/>
          </p:cNvPicPr>
          <p:nvPr/>
        </p:nvPicPr>
        <p:blipFill>
          <a:blip r:embed="rId3"/>
          <a:srcRect t="1283" b="-63"/>
          <a:stretch>
            <a:fillRect/>
          </a:stretch>
        </p:blipFill>
        <p:spPr>
          <a:xfrm>
            <a:off x="6023979" y="3108961"/>
            <a:ext cx="4465562" cy="3308356"/>
          </a:xfrm>
          <a:prstGeom prst="rect">
            <a:avLst/>
          </a:prstGeom>
        </p:spPr>
      </p:pic>
      <p:sp>
        <p:nvSpPr>
          <p:cNvPr id="3" name="Textfeld 2">
            <a:extLst>
              <a:ext uri="{FF2B5EF4-FFF2-40B4-BE49-F238E27FC236}">
                <a16:creationId xmlns:a16="http://schemas.microsoft.com/office/drawing/2014/main" id="{7A771CDB-B4DE-DAA3-20B8-E54914C6565E}"/>
              </a:ext>
            </a:extLst>
          </p:cNvPr>
          <p:cNvSpPr txBox="1"/>
          <p:nvPr/>
        </p:nvSpPr>
        <p:spPr>
          <a:xfrm>
            <a:off x="333375" y="3108958"/>
            <a:ext cx="5461944" cy="3308355"/>
          </a:xfrm>
          <a:prstGeom prst="rect">
            <a:avLst/>
          </a:prstGeom>
          <a:ln>
            <a:noFill/>
          </a:ln>
        </p:spPr>
        <p:txBody>
          <a:bodyPr wrap="square" rtlCol="0" anchor="ctr">
            <a:noAutofit/>
          </a:bodyPr>
          <a:lstStyle/>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Tobias Unger; Matr.-Nr. 67328	</a:t>
            </a: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4"/>
              </a:rPr>
              <a:t>unto1011@h-ka.de</a:t>
            </a: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Lukas Norz	; Matr.-Nr.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72779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5"/>
              </a:rPr>
              <a:t>nolu1012@h-ka.de</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endPar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Simon Hoess; Matr.-Nr.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79911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6"/>
              </a:rPr>
              <a:t>hosi1025@h-ka.de</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endPar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16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Betreuer: </a:t>
            </a: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Prof. Björn Hein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7"/>
              </a:rPr>
              <a:t>bjoern.hein@h-ka.de</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p>
        </p:txBody>
      </p:sp>
    </p:spTree>
    <p:extLst>
      <p:ext uri="{BB962C8B-B14F-4D97-AF65-F5344CB8AC3E}">
        <p14:creationId xmlns:p14="http://schemas.microsoft.com/office/powerpoint/2010/main" val="1504766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 name="slide-title">
            <a:extLst>
              <a:ext uri="{FF2B5EF4-FFF2-40B4-BE49-F238E27FC236}">
                <a16:creationId xmlns:a16="http://schemas.microsoft.com/office/drawing/2014/main" id="{654AAF4C-2050-496F-AAF7-038B44B42FA3}"/>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Aufgabenstellung und Projektziel</a:t>
            </a:r>
          </a:p>
        </p:txBody>
      </p:sp>
      <p:sp>
        <p:nvSpPr>
          <p:cNvPr id="1002" name="task-heading">
            <a:extLst>
              <a:ext uri="{FF2B5EF4-FFF2-40B4-BE49-F238E27FC236}">
                <a16:creationId xmlns:a16="http://schemas.microsoft.com/office/drawing/2014/main" id="{521D79AD-AAF7-4132-BE96-7FD5AAF09539}"/>
              </a:ext>
            </a:extLst>
          </p:cNvPr>
          <p:cNvSpPr>
            <a:spLocks noGrp="1"/>
          </p:cNvSpPr>
          <p:nvPr/>
        </p:nvSpPr>
        <p:spPr>
          <a:xfrm>
            <a:off x="571500" y="1476375"/>
            <a:ext cx="5238750"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600" b="1">
                <a:solidFill>
                  <a:srgbClr val="2869AF"/>
                </a:solidFill>
                <a:latin typeface="Calibri"/>
                <a:ea typeface="Calibri"/>
                <a:cs typeface="Calibri"/>
              </a:defRPr>
            </a:pPr>
            <a:r>
              <a:rPr sz="2600" b="1">
                <a:solidFill>
                  <a:srgbClr val="2869AF"/>
                </a:solidFill>
                <a:latin typeface="Calibri"/>
                <a:ea typeface="Calibri"/>
                <a:cs typeface="Calibri"/>
              </a:rPr>
              <a:t>Aufgabenstellung</a:t>
            </a:r>
          </a:p>
        </p:txBody>
      </p:sp>
      <p:sp>
        <p:nvSpPr>
          <p:cNvPr id="1003" name="task-bullets-0">
            <a:extLst>
              <a:ext uri="{FF2B5EF4-FFF2-40B4-BE49-F238E27FC236}">
                <a16:creationId xmlns:a16="http://schemas.microsoft.com/office/drawing/2014/main" id="{48B2B4A5-063B-4328-96F5-4AEB73B55B5E}"/>
              </a:ext>
            </a:extLst>
          </p:cNvPr>
          <p:cNvSpPr>
            <a:spLocks noGrp="1"/>
          </p:cNvSpPr>
          <p:nvPr/>
        </p:nvSpPr>
        <p:spPr>
          <a:xfrm>
            <a:off x="571500" y="21145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Greifen im Lauf</a:t>
            </a:r>
          </a:p>
        </p:txBody>
      </p:sp>
      <p:sp>
        <p:nvSpPr>
          <p:cNvPr id="1004" name="task-bullets-1">
            <a:extLst>
              <a:ext uri="{FF2B5EF4-FFF2-40B4-BE49-F238E27FC236}">
                <a16:creationId xmlns:a16="http://schemas.microsoft.com/office/drawing/2014/main" id="{808922D0-6143-4374-A754-175AF22DCFBD}"/>
              </a:ext>
            </a:extLst>
          </p:cNvPr>
          <p:cNvSpPr>
            <a:spLocks noGrp="1"/>
          </p:cNvSpPr>
          <p:nvPr/>
        </p:nvSpPr>
        <p:spPr>
          <a:xfrm>
            <a:off x="571500" y="26289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Mehrere</a:t>
            </a:r>
            <a:r>
              <a:rPr dirty="0"/>
              <a:t> </a:t>
            </a:r>
            <a:r>
              <a:rPr dirty="0" err="1"/>
              <a:t>Objekte</a:t>
            </a:r>
            <a:r>
              <a:rPr lang="de-DE" dirty="0"/>
              <a:t> &amp;</a:t>
            </a:r>
            <a:r>
              <a:rPr dirty="0"/>
              <a:t> </a:t>
            </a:r>
            <a:r>
              <a:rPr dirty="0" err="1"/>
              <a:t>Priorisierung</a:t>
            </a:r>
            <a:endParaRPr lang="de-DE" dirty="0"/>
          </a:p>
        </p:txBody>
      </p:sp>
      <p:sp>
        <p:nvSpPr>
          <p:cNvPr id="1005" name="task-bullets-2">
            <a:extLst>
              <a:ext uri="{FF2B5EF4-FFF2-40B4-BE49-F238E27FC236}">
                <a16:creationId xmlns:a16="http://schemas.microsoft.com/office/drawing/2014/main" id="{544D7FC6-0737-4BC6-8229-329EC8686B51}"/>
              </a:ext>
            </a:extLst>
          </p:cNvPr>
          <p:cNvSpPr>
            <a:spLocks noGrp="1"/>
          </p:cNvSpPr>
          <p:nvPr/>
        </p:nvSpPr>
        <p:spPr>
          <a:xfrm>
            <a:off x="571500" y="31432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Bildbasierte</a:t>
            </a:r>
            <a:r>
              <a:rPr dirty="0"/>
              <a:t> </a:t>
            </a:r>
            <a:r>
              <a:rPr dirty="0" err="1"/>
              <a:t>Bewegungsschätzung</a:t>
            </a:r>
            <a:endParaRPr dirty="0"/>
          </a:p>
        </p:txBody>
      </p:sp>
      <p:sp>
        <p:nvSpPr>
          <p:cNvPr id="1006" name="task-bullets-3">
            <a:extLst>
              <a:ext uri="{FF2B5EF4-FFF2-40B4-BE49-F238E27FC236}">
                <a16:creationId xmlns:a16="http://schemas.microsoft.com/office/drawing/2014/main" id="{01353B30-97F6-4963-B45B-DC86A6F2DEA7}"/>
              </a:ext>
            </a:extLst>
          </p:cNvPr>
          <p:cNvSpPr>
            <a:spLocks noGrp="1"/>
          </p:cNvSpPr>
          <p:nvPr/>
        </p:nvSpPr>
        <p:spPr>
          <a:xfrm>
            <a:off x="571500" y="36576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lang="de-DE" dirty="0"/>
              <a:t>Echtzeitsteuerung</a:t>
            </a:r>
            <a:r>
              <a:rPr dirty="0"/>
              <a:t> </a:t>
            </a:r>
            <a:r>
              <a:rPr dirty="0" err="1"/>
              <a:t>mit</a:t>
            </a:r>
            <a:r>
              <a:rPr dirty="0"/>
              <a:t> AICA</a:t>
            </a:r>
          </a:p>
        </p:txBody>
      </p:sp>
      <p:sp>
        <p:nvSpPr>
          <p:cNvPr id="1007" name="task-bullets-4">
            <a:extLst>
              <a:ext uri="{FF2B5EF4-FFF2-40B4-BE49-F238E27FC236}">
                <a16:creationId xmlns:a16="http://schemas.microsoft.com/office/drawing/2014/main" id="{D6D9CA20-BCA5-48C8-90E0-E5FC12C745F2}"/>
              </a:ext>
            </a:extLst>
          </p:cNvPr>
          <p:cNvSpPr>
            <a:spLocks noGrp="1"/>
          </p:cNvSpPr>
          <p:nvPr/>
        </p:nvSpPr>
        <p:spPr>
          <a:xfrm>
            <a:off x="571500" y="41719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a:t>Schnelle </a:t>
            </a:r>
            <a:r>
              <a:rPr dirty="0" err="1"/>
              <a:t>Kamerakalibrierung</a:t>
            </a:r>
            <a:endParaRPr dirty="0"/>
          </a:p>
        </p:txBody>
      </p:sp>
      <p:sp>
        <p:nvSpPr>
          <p:cNvPr id="1008" name="task-bullets-5">
            <a:extLst>
              <a:ext uri="{FF2B5EF4-FFF2-40B4-BE49-F238E27FC236}">
                <a16:creationId xmlns:a16="http://schemas.microsoft.com/office/drawing/2014/main" id="{AF36FEEE-0838-4125-8575-9EC4D9B38050}"/>
              </a:ext>
            </a:extLst>
          </p:cNvPr>
          <p:cNvSpPr>
            <a:spLocks noGrp="1"/>
          </p:cNvSpPr>
          <p:nvPr/>
        </p:nvSpPr>
        <p:spPr>
          <a:xfrm>
            <a:off x="571500" y="46863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Verschiedene</a:t>
            </a:r>
            <a:r>
              <a:rPr dirty="0"/>
              <a:t> </a:t>
            </a:r>
            <a:r>
              <a:rPr dirty="0" err="1"/>
              <a:t>Bandgeschwindigkeiten</a:t>
            </a:r>
            <a:endParaRPr dirty="0"/>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2</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 name="slide-title">
            <a:extLst>
              <a:ext uri="{FF2B5EF4-FFF2-40B4-BE49-F238E27FC236}">
                <a16:creationId xmlns:a16="http://schemas.microsoft.com/office/drawing/2014/main" id="{0C7B2CB4-8606-40F2-B9C3-4059BCCBE311}"/>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Versuchsaufbau</a:t>
            </a:r>
          </a:p>
        </p:txBody>
      </p:sp>
      <p:pic>
        <p:nvPicPr>
          <p:cNvPr id="1005" name="Grafik 1004"/>
          <p:cNvPicPr>
            <a:picLocks noChangeAspect="1"/>
          </p:cNvPicPr>
          <p:nvPr/>
        </p:nvPicPr>
        <p:blipFill>
          <a:blip r:embed="rId3"/>
          <a:stretch/>
        </p:blipFill>
        <p:spPr>
          <a:xfrm>
            <a:off x="1720406" y="1095375"/>
            <a:ext cx="8132064" cy="4572000"/>
          </a:xfrm>
          <a:prstGeom prst="rect">
            <a:avLst/>
          </a:prstGeom>
        </p:spPr>
      </p:pic>
      <p:sp>
        <p:nvSpPr>
          <p:cNvPr id="1003" name="caption-3">
            <a:extLst>
              <a:ext uri="{FF2B5EF4-FFF2-40B4-BE49-F238E27FC236}">
                <a16:creationId xmlns:a16="http://schemas.microsoft.com/office/drawing/2014/main" id="{4356857E-D8D6-4467-807C-97DA7767AB72}"/>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Draufsicht des Versuchsaufbaus</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3</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slide-title">
            <a:extLst>
              <a:ext uri="{FF2B5EF4-FFF2-40B4-BE49-F238E27FC236}">
                <a16:creationId xmlns:a16="http://schemas.microsoft.com/office/drawing/2014/main" id="{D007A893-B6A3-42C6-83B5-8E7BF7FBAFC7}"/>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Kalibrierung mit der Roboterkamera</a:t>
            </a:r>
          </a:p>
        </p:txBody>
      </p:sp>
      <p:pic>
        <p:nvPicPr>
          <p:cNvPr id="1011" name="Grafik 1010"/>
          <p:cNvPicPr>
            <a:picLocks noChangeAspect="1"/>
          </p:cNvPicPr>
          <p:nvPr/>
        </p:nvPicPr>
        <p:blipFill>
          <a:blip r:embed="rId3"/>
          <a:stretch/>
        </p:blipFill>
        <p:spPr>
          <a:xfrm>
            <a:off x="474266" y="1238250"/>
            <a:ext cx="7338219" cy="4095750"/>
          </a:xfrm>
          <a:prstGeom prst="rect">
            <a:avLst/>
          </a:prstGeom>
        </p:spPr>
      </p:pic>
      <p:sp>
        <p:nvSpPr>
          <p:cNvPr id="1003" name="eye-label">
            <a:extLst>
              <a:ext uri="{FF2B5EF4-FFF2-40B4-BE49-F238E27FC236}">
                <a16:creationId xmlns:a16="http://schemas.microsoft.com/office/drawing/2014/main" id="{86607CE0-CAA9-4B6E-BB53-DD018735FD94}"/>
              </a:ext>
            </a:extLst>
          </p:cNvPr>
          <p:cNvSpPr>
            <a:spLocks noGrp="1"/>
          </p:cNvSpPr>
          <p:nvPr/>
        </p:nvSpPr>
        <p:spPr>
          <a:xfrm>
            <a:off x="8239125" y="1390650"/>
            <a:ext cx="2857500"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Eye-in-Hand</a:t>
            </a:r>
          </a:p>
        </p:txBody>
      </p:sp>
      <p:sp>
        <p:nvSpPr>
          <p:cNvPr id="1004" name="eye-points-0">
            <a:extLst>
              <a:ext uri="{FF2B5EF4-FFF2-40B4-BE49-F238E27FC236}">
                <a16:creationId xmlns:a16="http://schemas.microsoft.com/office/drawing/2014/main" id="{CFBDC452-129E-4A91-A9CC-A5E4E2026C42}"/>
              </a:ext>
            </a:extLst>
          </p:cNvPr>
          <p:cNvSpPr>
            <a:spLocks noGrp="1"/>
          </p:cNvSpPr>
          <p:nvPr/>
        </p:nvSpPr>
        <p:spPr>
          <a:xfrm>
            <a:off x="8239125" y="198120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Kamera am Flansch</a:t>
            </a:r>
          </a:p>
        </p:txBody>
      </p:sp>
      <p:sp>
        <p:nvSpPr>
          <p:cNvPr id="1005" name="eye-points-1">
            <a:extLst>
              <a:ext uri="{FF2B5EF4-FFF2-40B4-BE49-F238E27FC236}">
                <a16:creationId xmlns:a16="http://schemas.microsoft.com/office/drawing/2014/main" id="{7A01877D-BBEA-4CA2-A5EB-D8DB8FC4B9EA}"/>
              </a:ext>
            </a:extLst>
          </p:cNvPr>
          <p:cNvSpPr>
            <a:spLocks noGrp="1"/>
          </p:cNvSpPr>
          <p:nvPr/>
        </p:nvSpPr>
        <p:spPr>
          <a:xfrm>
            <a:off x="8239125" y="249555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ChArUco-Board ortsfest</a:t>
            </a:r>
          </a:p>
        </p:txBody>
      </p:sp>
      <p:sp>
        <p:nvSpPr>
          <p:cNvPr id="1006" name="eye-points-2">
            <a:extLst>
              <a:ext uri="{FF2B5EF4-FFF2-40B4-BE49-F238E27FC236}">
                <a16:creationId xmlns:a16="http://schemas.microsoft.com/office/drawing/2014/main" id="{02AE70C4-3EAB-49B9-ACFA-97EF517BB9DB}"/>
              </a:ext>
            </a:extLst>
          </p:cNvPr>
          <p:cNvSpPr>
            <a:spLocks noGrp="1"/>
          </p:cNvSpPr>
          <p:nvPr/>
        </p:nvSpPr>
        <p:spPr>
          <a:xfrm>
            <a:off x="8239125" y="300990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9 Wegpunkte</a:t>
            </a:r>
          </a:p>
        </p:txBody>
      </p:sp>
      <p:sp>
        <p:nvSpPr>
          <p:cNvPr id="1007" name="eye-points-3">
            <a:extLst>
              <a:ext uri="{FF2B5EF4-FFF2-40B4-BE49-F238E27FC236}">
                <a16:creationId xmlns:a16="http://schemas.microsoft.com/office/drawing/2014/main" id="{C0558A57-5817-45E8-9A07-99CAD3A23CB5}"/>
              </a:ext>
            </a:extLst>
          </p:cNvPr>
          <p:cNvSpPr>
            <a:spLocks noGrp="1"/>
          </p:cNvSpPr>
          <p:nvPr/>
        </p:nvSpPr>
        <p:spPr>
          <a:xfrm>
            <a:off x="8239125" y="352425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Radius 50 mm</a:t>
            </a:r>
          </a:p>
        </p:txBody>
      </p:sp>
      <p:sp>
        <p:nvSpPr>
          <p:cNvPr id="1008" name="eye-status">
            <a:extLst>
              <a:ext uri="{FF2B5EF4-FFF2-40B4-BE49-F238E27FC236}">
                <a16:creationId xmlns:a16="http://schemas.microsoft.com/office/drawing/2014/main" id="{A8F086D0-71A6-410A-A54D-6FE62C3F6729}"/>
              </a:ext>
            </a:extLst>
          </p:cNvPr>
          <p:cNvSpPr>
            <a:spLocks noGrp="1"/>
          </p:cNvSpPr>
          <p:nvPr/>
        </p:nvSpPr>
        <p:spPr>
          <a:xfrm>
            <a:off x="8239125" y="4743450"/>
            <a:ext cx="2857500" cy="714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Eigenständige</a:t>
            </a:r>
          </a:p>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Kalibrieranwendung</a:t>
            </a:r>
          </a:p>
        </p:txBody>
      </p:sp>
      <p:sp>
        <p:nvSpPr>
          <p:cNvPr id="1009" name="caption-4">
            <a:extLst>
              <a:ext uri="{FF2B5EF4-FFF2-40B4-BE49-F238E27FC236}">
                <a16:creationId xmlns:a16="http://schemas.microsoft.com/office/drawing/2014/main" id="{3A06F77F-D7E6-4E6C-BE2E-0157D1A876A8}"/>
              </a:ext>
            </a:extLst>
          </p:cNvPr>
          <p:cNvSpPr>
            <a:spLocks noGrp="1"/>
          </p:cNvSpPr>
          <p:nvPr/>
        </p:nvSpPr>
        <p:spPr>
          <a:xfrm>
            <a:off x="333375" y="54387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dirty="0">
                <a:solidFill>
                  <a:srgbClr val="61707D"/>
                </a:solidFill>
                <a:latin typeface="Calibri"/>
                <a:ea typeface="Calibri"/>
                <a:cs typeface="Calibri"/>
              </a:rPr>
              <a:t>Orbit-</a:t>
            </a:r>
            <a:r>
              <a:rPr sz="1200" b="0" dirty="0" err="1">
                <a:solidFill>
                  <a:srgbClr val="61707D"/>
                </a:solidFill>
                <a:latin typeface="Calibri"/>
                <a:ea typeface="Calibri"/>
                <a:cs typeface="Calibri"/>
              </a:rPr>
              <a:t>Trajektorie</a:t>
            </a:r>
            <a:r>
              <a:rPr lang="de-DE" sz="1200" b="0" dirty="0">
                <a:solidFill>
                  <a:srgbClr val="61707D"/>
                </a:solidFill>
                <a:latin typeface="Calibri"/>
                <a:ea typeface="Calibri"/>
                <a:cs typeface="Calibri"/>
              </a:rPr>
              <a:t>;</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schematisch</a:t>
            </a:r>
            <a:r>
              <a:rPr sz="1200" b="0" dirty="0">
                <a:solidFill>
                  <a:srgbClr val="61707D"/>
                </a:solidFill>
                <a:latin typeface="Calibri"/>
                <a:ea typeface="Calibri"/>
                <a:cs typeface="Calibri"/>
              </a:rPr>
              <a:t> (KI-</a:t>
            </a:r>
            <a:r>
              <a:rPr sz="1200" b="0" dirty="0" err="1">
                <a:solidFill>
                  <a:srgbClr val="61707D"/>
                </a:solidFill>
                <a:latin typeface="Calibri"/>
                <a:ea typeface="Calibri"/>
                <a:cs typeface="Calibri"/>
              </a:rPr>
              <a:t>generierte</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Darstellung</a:t>
            </a:r>
            <a:r>
              <a:rPr sz="1200" b="0" dirty="0">
                <a:solidFill>
                  <a:srgbClr val="61707D"/>
                </a:solidFill>
                <a:latin typeface="Calibri"/>
                <a:ea typeface="Calibri"/>
                <a:cs typeface="Calibri"/>
              </a:rPr>
              <a:t>)</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4</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slide-title">
            <a:extLst>
              <a:ext uri="{FF2B5EF4-FFF2-40B4-BE49-F238E27FC236}">
                <a16:creationId xmlns:a16="http://schemas.microsoft.com/office/drawing/2014/main" id="{C40DF51C-6EBA-4B4B-BFFA-81E5AF198577}"/>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Kalibrierung der Basiskamera</a:t>
            </a:r>
          </a:p>
        </p:txBody>
      </p:sp>
      <p:pic>
        <p:nvPicPr>
          <p:cNvPr id="1011" name="Grafik 1010"/>
          <p:cNvPicPr>
            <a:picLocks noChangeAspect="1"/>
          </p:cNvPicPr>
          <p:nvPr/>
        </p:nvPicPr>
        <p:blipFill>
          <a:blip r:embed="rId3"/>
          <a:stretch/>
        </p:blipFill>
        <p:spPr>
          <a:xfrm>
            <a:off x="333375" y="1305223"/>
            <a:ext cx="6619875" cy="3723680"/>
          </a:xfrm>
          <a:prstGeom prst="rect">
            <a:avLst/>
          </a:prstGeom>
        </p:spPr>
      </p:pic>
      <p:sp>
        <p:nvSpPr>
          <p:cNvPr id="1003" name="basecal-heading">
            <a:extLst>
              <a:ext uri="{FF2B5EF4-FFF2-40B4-BE49-F238E27FC236}">
                <a16:creationId xmlns:a16="http://schemas.microsoft.com/office/drawing/2014/main" id="{8AA161C8-5B09-483E-A440-67C1066E21D0}"/>
              </a:ext>
            </a:extLst>
          </p:cNvPr>
          <p:cNvSpPr>
            <a:spLocks noGrp="1"/>
          </p:cNvSpPr>
          <p:nvPr/>
        </p:nvSpPr>
        <p:spPr>
          <a:xfrm>
            <a:off x="7334250" y="1381125"/>
            <a:ext cx="3905250"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AprilGrid im Greifer</a:t>
            </a:r>
          </a:p>
        </p:txBody>
      </p:sp>
      <p:sp>
        <p:nvSpPr>
          <p:cNvPr id="1004" name="basecal-poses">
            <a:extLst>
              <a:ext uri="{FF2B5EF4-FFF2-40B4-BE49-F238E27FC236}">
                <a16:creationId xmlns:a16="http://schemas.microsoft.com/office/drawing/2014/main" id="{FACD35A4-CF35-4F4F-9CD0-19CBBA376333}"/>
              </a:ext>
            </a:extLst>
          </p:cNvPr>
          <p:cNvSpPr>
            <a:spLocks noGrp="1"/>
          </p:cNvSpPr>
          <p:nvPr/>
        </p:nvSpPr>
        <p:spPr>
          <a:xfrm>
            <a:off x="7334250" y="2057400"/>
            <a:ext cx="3857625" cy="8382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40 Messposen</a:t>
            </a:r>
          </a:p>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4 Prüfposen</a:t>
            </a:r>
          </a:p>
        </p:txBody>
      </p:sp>
      <p:sp>
        <p:nvSpPr>
          <p:cNvPr id="1005" name="basecal-duration">
            <a:extLst>
              <a:ext uri="{FF2B5EF4-FFF2-40B4-BE49-F238E27FC236}">
                <a16:creationId xmlns:a16="http://schemas.microsoft.com/office/drawing/2014/main" id="{8F8540FD-A694-48B2-8D79-9F994A7DAC21}"/>
              </a:ext>
            </a:extLst>
          </p:cNvPr>
          <p:cNvSpPr>
            <a:spLocks noGrp="1"/>
          </p:cNvSpPr>
          <p:nvPr/>
        </p:nvSpPr>
        <p:spPr>
          <a:xfrm>
            <a:off x="7334250" y="3086100"/>
            <a:ext cx="3857625" cy="361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Rund 4 Minuten</a:t>
            </a:r>
          </a:p>
        </p:txBody>
      </p:sp>
      <p:sp>
        <p:nvSpPr>
          <p:cNvPr id="1006" name="basecal-error-label">
            <a:extLst>
              <a:ext uri="{FF2B5EF4-FFF2-40B4-BE49-F238E27FC236}">
                <a16:creationId xmlns:a16="http://schemas.microsoft.com/office/drawing/2014/main" id="{C5AEA2DB-9B57-4CA5-BF24-9AE12E67F117}"/>
              </a:ext>
            </a:extLst>
          </p:cNvPr>
          <p:cNvSpPr>
            <a:spLocks noGrp="1"/>
          </p:cNvSpPr>
          <p:nvPr/>
        </p:nvSpPr>
        <p:spPr>
          <a:xfrm>
            <a:off x="7334250" y="3676650"/>
            <a:ext cx="39052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Prüfposenabweichung</a:t>
            </a:r>
          </a:p>
        </p:txBody>
      </p:sp>
      <p:sp>
        <p:nvSpPr>
          <p:cNvPr id="1007" name="basecal-error">
            <a:extLst>
              <a:ext uri="{FF2B5EF4-FFF2-40B4-BE49-F238E27FC236}">
                <a16:creationId xmlns:a16="http://schemas.microsoft.com/office/drawing/2014/main" id="{1664A8BC-A3FD-45D2-92C2-99501FF51A7D}"/>
              </a:ext>
            </a:extLst>
          </p:cNvPr>
          <p:cNvSpPr>
            <a:spLocks noGrp="1"/>
          </p:cNvSpPr>
          <p:nvPr/>
        </p:nvSpPr>
        <p:spPr>
          <a:xfrm>
            <a:off x="7334250" y="4038600"/>
            <a:ext cx="3857625" cy="5238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1">
                <a:solidFill>
                  <a:srgbClr val="2869AF"/>
                </a:solidFill>
                <a:latin typeface="Calibri"/>
                <a:ea typeface="Calibri"/>
                <a:cs typeface="Calibri"/>
              </a:defRPr>
            </a:pPr>
            <a:r>
              <a:rPr sz="3200" b="1">
                <a:solidFill>
                  <a:srgbClr val="2869AF"/>
                </a:solidFill>
                <a:latin typeface="Calibri"/>
                <a:ea typeface="Calibri"/>
                <a:cs typeface="Calibri"/>
              </a:rPr>
              <a:t>0,54 mm</a:t>
            </a:r>
          </a:p>
        </p:txBody>
      </p:sp>
      <p:sp>
        <p:nvSpPr>
          <p:cNvPr id="1008" name="basecal-repeat">
            <a:extLst>
              <a:ext uri="{FF2B5EF4-FFF2-40B4-BE49-F238E27FC236}">
                <a16:creationId xmlns:a16="http://schemas.microsoft.com/office/drawing/2014/main" id="{697916DD-60DD-4EAE-A1D0-046226D43033}"/>
              </a:ext>
            </a:extLst>
          </p:cNvPr>
          <p:cNvSpPr>
            <a:spLocks noGrp="1"/>
          </p:cNvSpPr>
          <p:nvPr/>
        </p:nvSpPr>
        <p:spPr>
          <a:xfrm>
            <a:off x="7334250" y="4705350"/>
            <a:ext cx="3857625" cy="6286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Kameralage: unter 1 mm</a:t>
            </a:r>
          </a:p>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Wiederholabweichung</a:t>
            </a:r>
          </a:p>
        </p:txBody>
      </p:sp>
      <p:sp>
        <p:nvSpPr>
          <p:cNvPr id="1009" name="caption-5">
            <a:extLst>
              <a:ext uri="{FF2B5EF4-FFF2-40B4-BE49-F238E27FC236}">
                <a16:creationId xmlns:a16="http://schemas.microsoft.com/office/drawing/2014/main" id="{439011C0-6FFA-49B6-8A8F-8FBE4050D675}"/>
              </a:ext>
            </a:extLst>
          </p:cNvPr>
          <p:cNvSpPr>
            <a:spLocks noGrp="1"/>
          </p:cNvSpPr>
          <p:nvPr/>
        </p:nvSpPr>
        <p:spPr>
          <a:xfrm>
            <a:off x="333375" y="516572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lang="de-DE" sz="1200" b="0" dirty="0">
                <a:solidFill>
                  <a:srgbClr val="61707D"/>
                </a:solidFill>
                <a:latin typeface="Calibri"/>
                <a:ea typeface="Calibri"/>
                <a:cs typeface="Calibri"/>
              </a:rPr>
              <a:t>Kalibrierung über April </a:t>
            </a:r>
            <a:r>
              <a:rPr lang="de-DE" sz="1200" b="0" dirty="0" err="1">
                <a:solidFill>
                  <a:srgbClr val="61707D"/>
                </a:solidFill>
                <a:latin typeface="Calibri"/>
                <a:ea typeface="Calibri"/>
                <a:cs typeface="Calibri"/>
              </a:rPr>
              <a:t>Grid</a:t>
            </a:r>
            <a:r>
              <a:rPr lang="de-DE" sz="1200" b="0" dirty="0">
                <a:solidFill>
                  <a:srgbClr val="61707D"/>
                </a:solidFill>
                <a:latin typeface="Calibri"/>
                <a:ea typeface="Calibri"/>
                <a:cs typeface="Calibri"/>
              </a:rPr>
              <a:t> im Greifer; Aufnahme mit Basiskamera</a:t>
            </a:r>
            <a:endParaRPr sz="1200" b="0" dirty="0">
              <a:solidFill>
                <a:srgbClr val="61707D"/>
              </a:solidFill>
              <a:latin typeface="Calibri"/>
              <a:ea typeface="Calibri"/>
              <a:cs typeface="Calibri"/>
            </a:endParaRP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5</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23" name="Gerade Verbindung mit Pfeil 2022"/>
          <p:cNvCxnSpPr>
            <a:stCxn id="2019" idx="2"/>
            <a:endCxn id="2005" idx="0"/>
          </p:cNvCxnSpPr>
          <p:nvPr/>
        </p:nvCxnSpPr>
        <p:spPr>
          <a:xfrm flipH="1">
            <a:off x="9786938" y="3333750"/>
            <a:ext cx="797720" cy="857250"/>
          </a:xfrm>
          <a:prstGeom prst="straightConnector1">
            <a:avLst/>
          </a:prstGeom>
          <a:ln w="19050">
            <a:solidFill>
              <a:srgbClr val="2869AF"/>
            </a:solidFill>
            <a:tailEnd type="triangle" w="sm" len="sm"/>
          </a:ln>
        </p:spPr>
      </p:cxnSp>
      <p:cxnSp>
        <p:nvCxnSpPr>
          <p:cNvPr id="2024" name="Gerade Verbindung mit Pfeil 2023"/>
          <p:cNvCxnSpPr>
            <a:stCxn id="2018" idx="2"/>
            <a:endCxn id="2005" idx="0"/>
          </p:cNvCxnSpPr>
          <p:nvPr/>
        </p:nvCxnSpPr>
        <p:spPr>
          <a:xfrm>
            <a:off x="8989219" y="3333750"/>
            <a:ext cx="797719" cy="857250"/>
          </a:xfrm>
          <a:prstGeom prst="straightConnector1">
            <a:avLst/>
          </a:prstGeom>
          <a:ln w="19050">
            <a:solidFill>
              <a:srgbClr val="2869AF"/>
            </a:solidFill>
            <a:tailEnd type="triangle" w="sm" len="sm"/>
          </a:ln>
        </p:spPr>
      </p:cxnSp>
      <p:cxnSp>
        <p:nvCxnSpPr>
          <p:cNvPr id="2025" name="Gerade Verbindung mit Pfeil 2024"/>
          <p:cNvCxnSpPr>
            <a:stCxn id="2016" idx="2"/>
            <a:endCxn id="2004" idx="0"/>
          </p:cNvCxnSpPr>
          <p:nvPr/>
        </p:nvCxnSpPr>
        <p:spPr>
          <a:xfrm>
            <a:off x="7239000" y="3333750"/>
            <a:ext cx="0" cy="857250"/>
          </a:xfrm>
          <a:prstGeom prst="straightConnector1">
            <a:avLst/>
          </a:prstGeom>
          <a:ln w="19050">
            <a:solidFill>
              <a:srgbClr val="2869AF"/>
            </a:solidFill>
            <a:tailEnd type="triangle" w="sm" len="sm"/>
          </a:ln>
        </p:spPr>
      </p:cxnSp>
      <p:cxnSp>
        <p:nvCxnSpPr>
          <p:cNvPr id="2026" name="Gerade Verbindung mit Pfeil 2025"/>
          <p:cNvCxnSpPr>
            <a:stCxn id="2014" idx="2"/>
            <a:endCxn id="2003" idx="0"/>
          </p:cNvCxnSpPr>
          <p:nvPr/>
        </p:nvCxnSpPr>
        <p:spPr>
          <a:xfrm>
            <a:off x="5238750" y="3333750"/>
            <a:ext cx="0" cy="857250"/>
          </a:xfrm>
          <a:prstGeom prst="straightConnector1">
            <a:avLst/>
          </a:prstGeom>
          <a:ln w="19050">
            <a:solidFill>
              <a:srgbClr val="2869AF"/>
            </a:solidFill>
            <a:tailEnd type="triangle" w="sm" len="sm"/>
          </a:ln>
        </p:spPr>
      </p:cxnSp>
      <p:cxnSp>
        <p:nvCxnSpPr>
          <p:cNvPr id="2027" name="Gerade Verbindung mit Pfeil 2026"/>
          <p:cNvCxnSpPr>
            <a:stCxn id="2012" idx="2"/>
            <a:endCxn id="2002" idx="0"/>
          </p:cNvCxnSpPr>
          <p:nvPr/>
        </p:nvCxnSpPr>
        <p:spPr>
          <a:xfrm>
            <a:off x="3238500" y="3333750"/>
            <a:ext cx="0" cy="857250"/>
          </a:xfrm>
          <a:prstGeom prst="straightConnector1">
            <a:avLst/>
          </a:prstGeom>
          <a:ln w="19050">
            <a:solidFill>
              <a:srgbClr val="2869AF"/>
            </a:solidFill>
            <a:tailEnd type="triangle" w="sm" len="sm"/>
          </a:ln>
        </p:spPr>
      </p:cxnSp>
      <p:cxnSp>
        <p:nvCxnSpPr>
          <p:cNvPr id="2028" name="Gerade Verbindung mit Pfeil 2027"/>
          <p:cNvCxnSpPr>
            <a:stCxn id="2010" idx="2"/>
            <a:endCxn id="2001" idx="0"/>
          </p:cNvCxnSpPr>
          <p:nvPr/>
        </p:nvCxnSpPr>
        <p:spPr>
          <a:xfrm>
            <a:off x="1238250" y="3333750"/>
            <a:ext cx="0" cy="857250"/>
          </a:xfrm>
          <a:prstGeom prst="straightConnector1">
            <a:avLst/>
          </a:prstGeom>
          <a:ln w="19050">
            <a:solidFill>
              <a:srgbClr val="2869AF"/>
            </a:solidFill>
            <a:tailEnd type="triangle" w="sm" len="sm"/>
          </a:ln>
        </p:spPr>
      </p:cxnSp>
      <p:cxnSp>
        <p:nvCxnSpPr>
          <p:cNvPr id="2029" name="Gerade Verbindung mit Pfeil 2028"/>
          <p:cNvCxnSpPr>
            <a:stCxn id="2004" idx="3"/>
            <a:endCxn id="2005" idx="1"/>
          </p:cNvCxnSpPr>
          <p:nvPr/>
        </p:nvCxnSpPr>
        <p:spPr>
          <a:xfrm>
            <a:off x="8143875" y="4714875"/>
            <a:ext cx="190500" cy="0"/>
          </a:xfrm>
          <a:prstGeom prst="straightConnector1">
            <a:avLst/>
          </a:prstGeom>
          <a:ln w="19050">
            <a:solidFill>
              <a:srgbClr val="2869AF"/>
            </a:solidFill>
            <a:tailEnd type="triangle" w="sm" len="sm"/>
          </a:ln>
        </p:spPr>
      </p:cxnSp>
      <p:cxnSp>
        <p:nvCxnSpPr>
          <p:cNvPr id="2030" name="Gerade Verbindung mit Pfeil 2029"/>
          <p:cNvCxnSpPr>
            <a:stCxn id="2003" idx="3"/>
            <a:endCxn id="2004" idx="1"/>
          </p:cNvCxnSpPr>
          <p:nvPr/>
        </p:nvCxnSpPr>
        <p:spPr>
          <a:xfrm>
            <a:off x="6143625" y="4714875"/>
            <a:ext cx="190500" cy="0"/>
          </a:xfrm>
          <a:prstGeom prst="straightConnector1">
            <a:avLst/>
          </a:prstGeom>
          <a:ln w="19050">
            <a:solidFill>
              <a:srgbClr val="2869AF"/>
            </a:solidFill>
            <a:tailEnd type="triangle" w="sm" len="sm"/>
          </a:ln>
        </p:spPr>
      </p:cxnSp>
      <p:cxnSp>
        <p:nvCxnSpPr>
          <p:cNvPr id="2031" name="Gerade Verbindung mit Pfeil 2030"/>
          <p:cNvCxnSpPr>
            <a:stCxn id="2002" idx="3"/>
            <a:endCxn id="2003" idx="1"/>
          </p:cNvCxnSpPr>
          <p:nvPr/>
        </p:nvCxnSpPr>
        <p:spPr>
          <a:xfrm>
            <a:off x="4143375" y="4714875"/>
            <a:ext cx="190500" cy="0"/>
          </a:xfrm>
          <a:prstGeom prst="straightConnector1">
            <a:avLst/>
          </a:prstGeom>
          <a:ln w="19050">
            <a:solidFill>
              <a:srgbClr val="2869AF"/>
            </a:solidFill>
            <a:tailEnd type="triangle" w="sm" len="sm"/>
          </a:ln>
        </p:spPr>
      </p:cxnSp>
      <p:cxnSp>
        <p:nvCxnSpPr>
          <p:cNvPr id="2032" name="Gerade Verbindung mit Pfeil 2031"/>
          <p:cNvCxnSpPr>
            <a:stCxn id="2001" idx="3"/>
            <a:endCxn id="2002" idx="1"/>
          </p:cNvCxnSpPr>
          <p:nvPr/>
        </p:nvCxnSpPr>
        <p:spPr>
          <a:xfrm>
            <a:off x="2143125" y="4714875"/>
            <a:ext cx="190500" cy="0"/>
          </a:xfrm>
          <a:prstGeom prst="straightConnector1">
            <a:avLst/>
          </a:prstGeom>
          <a:ln w="19050">
            <a:solidFill>
              <a:srgbClr val="2869AF"/>
            </a:solidFill>
            <a:tailEnd type="triangle" w="sm" len="sm"/>
          </a:ln>
        </p:spPr>
      </p:cxnSp>
      <p:sp>
        <p:nvSpPr>
          <p:cNvPr id="2033" name="function-0">
            <a:extLst>
              <a:ext uri="{FF2B5EF4-FFF2-40B4-BE49-F238E27FC236}">
                <a16:creationId xmlns:a16="http://schemas.microsoft.com/office/drawing/2014/main" id="{44D4AAFC-EFA6-4602-A370-3EDB30FD54B2}"/>
              </a:ext>
            </a:extLst>
          </p:cNvPr>
          <p:cNvSpPr>
            <a:spLocks noGrp="1"/>
          </p:cNvSpPr>
          <p:nvPr/>
        </p:nvSpPr>
        <p:spPr>
          <a:xfrm>
            <a:off x="33337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Bild-</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auswertung</a:t>
            </a:r>
          </a:p>
        </p:txBody>
      </p:sp>
      <p:sp>
        <p:nvSpPr>
          <p:cNvPr id="2002" name="function-1">
            <a:extLst>
              <a:ext uri="{FF2B5EF4-FFF2-40B4-BE49-F238E27FC236}">
                <a16:creationId xmlns:a16="http://schemas.microsoft.com/office/drawing/2014/main" id="{A656B1C6-CD45-4F23-B177-D255F49ABD3E}"/>
              </a:ext>
            </a:extLst>
          </p:cNvPr>
          <p:cNvSpPr>
            <a:spLocks noGrp="1"/>
          </p:cNvSpPr>
          <p:nvPr/>
        </p:nvSpPr>
        <p:spPr>
          <a:xfrm>
            <a:off x="233362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Bewegungs-</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schätzung</a:t>
            </a:r>
          </a:p>
        </p:txBody>
      </p:sp>
      <p:sp>
        <p:nvSpPr>
          <p:cNvPr id="2003" name="function-2">
            <a:extLst>
              <a:ext uri="{FF2B5EF4-FFF2-40B4-BE49-F238E27FC236}">
                <a16:creationId xmlns:a16="http://schemas.microsoft.com/office/drawing/2014/main" id="{186F39AA-A9C1-4E77-A588-30BC19709AD0}"/>
              </a:ext>
            </a:extLst>
          </p:cNvPr>
          <p:cNvSpPr>
            <a:spLocks noGrp="1"/>
          </p:cNvSpPr>
          <p:nvPr/>
        </p:nvSpPr>
        <p:spPr>
          <a:xfrm>
            <a:off x="433387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Ziel-</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auswahl</a:t>
            </a:r>
          </a:p>
        </p:txBody>
      </p:sp>
      <p:sp>
        <p:nvSpPr>
          <p:cNvPr id="2004" name="function-3">
            <a:extLst>
              <a:ext uri="{FF2B5EF4-FFF2-40B4-BE49-F238E27FC236}">
                <a16:creationId xmlns:a16="http://schemas.microsoft.com/office/drawing/2014/main" id="{A1F46318-8A04-453E-AD6E-18899F276EDD}"/>
              </a:ext>
            </a:extLst>
          </p:cNvPr>
          <p:cNvSpPr>
            <a:spLocks noGrp="1"/>
          </p:cNvSpPr>
          <p:nvPr/>
        </p:nvSpPr>
        <p:spPr>
          <a:xfrm>
            <a:off x="633412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Greif-</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ablauf</a:t>
            </a:r>
          </a:p>
        </p:txBody>
      </p:sp>
      <p:sp>
        <p:nvSpPr>
          <p:cNvPr id="2005" name="function-4">
            <a:extLst>
              <a:ext uri="{FF2B5EF4-FFF2-40B4-BE49-F238E27FC236}">
                <a16:creationId xmlns:a16="http://schemas.microsoft.com/office/drawing/2014/main" id="{4368BCF1-926F-45DE-8668-511E8276357E}"/>
              </a:ext>
            </a:extLst>
          </p:cNvPr>
          <p:cNvSpPr>
            <a:spLocks noGrp="1"/>
          </p:cNvSpPr>
          <p:nvPr/>
        </p:nvSpPr>
        <p:spPr>
          <a:xfrm>
            <a:off x="8334375" y="4191000"/>
            <a:ext cx="2905125"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Bewegungs-</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regelung</a:t>
            </a:r>
          </a:p>
        </p:txBody>
      </p:sp>
      <p:sp>
        <p:nvSpPr>
          <p:cNvPr id="2010" name="component-0">
            <a:extLst>
              <a:ext uri="{FF2B5EF4-FFF2-40B4-BE49-F238E27FC236}">
                <a16:creationId xmlns:a16="http://schemas.microsoft.com/office/drawing/2014/main" id="{BECED619-220E-4E92-AD6C-351DD0BBA698}"/>
              </a:ext>
            </a:extLst>
          </p:cNvPr>
          <p:cNvSpPr>
            <a:spLocks noGrp="1"/>
          </p:cNvSpPr>
          <p:nvPr/>
        </p:nvSpPr>
        <p:spPr>
          <a:xfrm>
            <a:off x="33337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base_cam</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15 Hz</a:t>
            </a:r>
          </a:p>
        </p:txBody>
      </p:sp>
      <p:sp>
        <p:nvSpPr>
          <p:cNvPr id="2012" name="component-1">
            <a:extLst>
              <a:ext uri="{FF2B5EF4-FFF2-40B4-BE49-F238E27FC236}">
                <a16:creationId xmlns:a16="http://schemas.microsoft.com/office/drawing/2014/main" id="{15E7295C-006B-4312-A66A-D383151A4D4A}"/>
              </a:ext>
            </a:extLst>
          </p:cNvPr>
          <p:cNvSpPr>
            <a:spLocks noGrp="1"/>
          </p:cNvSpPr>
          <p:nvPr/>
        </p:nvSpPr>
        <p:spPr>
          <a:xfrm>
            <a:off x="233362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vectoring</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15 Hz</a:t>
            </a:r>
          </a:p>
        </p:txBody>
      </p:sp>
      <p:sp>
        <p:nvSpPr>
          <p:cNvPr id="2014" name="component-2">
            <a:extLst>
              <a:ext uri="{FF2B5EF4-FFF2-40B4-BE49-F238E27FC236}">
                <a16:creationId xmlns:a16="http://schemas.microsoft.com/office/drawing/2014/main" id="{B24AC9B5-DEE8-4A45-BA8C-32699F557A60}"/>
              </a:ext>
            </a:extLst>
          </p:cNvPr>
          <p:cNvSpPr>
            <a:spLocks noGrp="1"/>
          </p:cNvSpPr>
          <p:nvPr/>
        </p:nvSpPr>
        <p:spPr>
          <a:xfrm>
            <a:off x="433387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priority_handler</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20 Hz</a:t>
            </a:r>
          </a:p>
        </p:txBody>
      </p:sp>
      <p:sp>
        <p:nvSpPr>
          <p:cNvPr id="2016" name="component-3">
            <a:extLst>
              <a:ext uri="{FF2B5EF4-FFF2-40B4-BE49-F238E27FC236}">
                <a16:creationId xmlns:a16="http://schemas.microsoft.com/office/drawing/2014/main" id="{26253840-1AD0-4306-B43B-4ACE212BBC83}"/>
              </a:ext>
            </a:extLst>
          </p:cNvPr>
          <p:cNvSpPr>
            <a:spLocks noGrp="1"/>
          </p:cNvSpPr>
          <p:nvPr/>
        </p:nvSpPr>
        <p:spPr>
          <a:xfrm>
            <a:off x="633412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object_follower</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50 Hz</a:t>
            </a:r>
          </a:p>
        </p:txBody>
      </p:sp>
      <p:sp>
        <p:nvSpPr>
          <p:cNvPr id="2018" name="component-attractor">
            <a:extLst>
              <a:ext uri="{FF2B5EF4-FFF2-40B4-BE49-F238E27FC236}">
                <a16:creationId xmlns:a16="http://schemas.microsoft.com/office/drawing/2014/main" id="{6273EF17-8995-44E7-98C4-04BBE932C355}"/>
              </a:ext>
            </a:extLst>
          </p:cNvPr>
          <p:cNvSpPr>
            <a:spLocks noGrp="1"/>
          </p:cNvSpPr>
          <p:nvPr/>
        </p:nvSpPr>
        <p:spPr>
          <a:xfrm>
            <a:off x="8334375" y="2333625"/>
            <a:ext cx="1309688"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Signal Point</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Attractor</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50 Hz</a:t>
            </a:r>
          </a:p>
        </p:txBody>
      </p:sp>
      <p:sp>
        <p:nvSpPr>
          <p:cNvPr id="2019" name="component-ik">
            <a:extLst>
              <a:ext uri="{FF2B5EF4-FFF2-40B4-BE49-F238E27FC236}">
                <a16:creationId xmlns:a16="http://schemas.microsoft.com/office/drawing/2014/main" id="{E542B850-0F58-4276-AADE-AD1FFFDDF6C2}"/>
              </a:ext>
            </a:extLst>
          </p:cNvPr>
          <p:cNvSpPr>
            <a:spLocks noGrp="1"/>
          </p:cNvSpPr>
          <p:nvPr/>
        </p:nvSpPr>
        <p:spPr>
          <a:xfrm>
            <a:off x="9929813" y="2333625"/>
            <a:ext cx="1309688"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IK Velocity</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Controller</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500 Hz</a:t>
            </a:r>
          </a:p>
        </p:txBody>
      </p:sp>
      <p:sp>
        <p:nvSpPr>
          <p:cNvPr id="2022" name="mapping-caption">
            <a:extLst>
              <a:ext uri="{FF2B5EF4-FFF2-40B4-BE49-F238E27FC236}">
                <a16:creationId xmlns:a16="http://schemas.microsoft.com/office/drawing/2014/main" id="{50C31E94-931B-4537-A8C6-F7D29910A3FC}"/>
              </a:ext>
            </a:extLst>
          </p:cNvPr>
          <p:cNvSpPr>
            <a:spLocks noGrp="1"/>
          </p:cNvSpPr>
          <p:nvPr/>
        </p:nvSpPr>
        <p:spPr>
          <a:xfrm>
            <a:off x="333375" y="5743575"/>
            <a:ext cx="10906125" cy="257175"/>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a:solidFill>
                  <a:srgbClr val="61707D"/>
                </a:solidFill>
                <a:latin typeface="Calibri"/>
                <a:ea typeface="Calibri"/>
                <a:cs typeface="Calibri"/>
              </a:rPr>
              <a:t>AICA-Komponenten, konfigurierte Taktraten und Funktionsgruppen</a:t>
            </a:r>
          </a:p>
        </p:txBody>
      </p:sp>
      <p:sp>
        <p:nvSpPr>
          <p:cNvPr id="1028" name="slide-title">
            <a:extLst>
              <a:ext uri="{FF2B5EF4-FFF2-40B4-BE49-F238E27FC236}">
                <a16:creationId xmlns:a16="http://schemas.microsoft.com/office/drawing/2014/main" id="{DE494103-EA52-47CF-92CA-523F2A8E6074}"/>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Systemkonzept und AICA</a:t>
            </a:r>
          </a:p>
        </p:txBody>
      </p:sp>
      <p:sp>
        <p:nvSpPr>
          <p:cNvPr id="1002" name="aica-label">
            <a:extLst>
              <a:ext uri="{FF2B5EF4-FFF2-40B4-BE49-F238E27FC236}">
                <a16:creationId xmlns:a16="http://schemas.microsoft.com/office/drawing/2014/main" id="{AB37586A-E685-41B0-B2B1-8E9D58336070}"/>
              </a:ext>
            </a:extLst>
          </p:cNvPr>
          <p:cNvSpPr>
            <a:spLocks noGrp="1"/>
          </p:cNvSpPr>
          <p:nvPr/>
        </p:nvSpPr>
        <p:spPr>
          <a:xfrm>
            <a:off x="333375" y="1381125"/>
            <a:ext cx="10906125"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600" b="0">
                <a:solidFill>
                  <a:srgbClr val="2869AF"/>
                </a:solidFill>
                <a:latin typeface="Calibri"/>
                <a:ea typeface="Calibri"/>
                <a:cs typeface="Calibri"/>
              </a:defRPr>
            </a:pPr>
            <a:r>
              <a:rPr sz="2600" b="0">
                <a:solidFill>
                  <a:srgbClr val="2869AF"/>
                </a:solidFill>
                <a:latin typeface="Calibri"/>
                <a:ea typeface="Calibri"/>
                <a:cs typeface="Calibri"/>
              </a:rPr>
              <a:t>Echtzeitsteuerung mit AICA</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6</a:t>
            </a:fld>
            <a:endParaRPr lang="de-DE"/>
          </a:p>
        </p:txBody>
      </p:sp>
    </p:spTree>
    <p:extLst>
      <p:ext uri="{BB962C8B-B14F-4D97-AF65-F5344CB8AC3E}">
        <p14:creationId xmlns:p14="http://schemas.microsoft.com/office/powerpoint/2010/main" val="335519127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 name="slide-title">
            <a:extLst>
              <a:ext uri="{FF2B5EF4-FFF2-40B4-BE49-F238E27FC236}">
                <a16:creationId xmlns:a16="http://schemas.microsoft.com/office/drawing/2014/main" id="{B0F69FFD-FDE8-4ADC-AE86-00008AF98F9D}"/>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Erkennung und Objektbeschreibung</a:t>
            </a:r>
          </a:p>
        </p:txBody>
      </p:sp>
      <p:pic>
        <p:nvPicPr>
          <p:cNvPr id="1007" name="Grafik 1006"/>
          <p:cNvPicPr>
            <a:picLocks noChangeAspect="1"/>
          </p:cNvPicPr>
          <p:nvPr/>
        </p:nvPicPr>
        <p:blipFill>
          <a:blip r:embed="rId3"/>
          <a:stretch/>
        </p:blipFill>
        <p:spPr>
          <a:xfrm>
            <a:off x="644673" y="1171575"/>
            <a:ext cx="7616529" cy="4286250"/>
          </a:xfrm>
          <a:prstGeom prst="rect">
            <a:avLst/>
          </a:prstGeom>
        </p:spPr>
      </p:pic>
      <p:sp>
        <p:nvSpPr>
          <p:cNvPr id="1003" name="detection-input">
            <a:extLst>
              <a:ext uri="{FF2B5EF4-FFF2-40B4-BE49-F238E27FC236}">
                <a16:creationId xmlns:a16="http://schemas.microsoft.com/office/drawing/2014/main" id="{65724FC6-8B79-4326-A4B2-61A94ADDB466}"/>
              </a:ext>
            </a:extLst>
          </p:cNvPr>
          <p:cNvSpPr>
            <a:spLocks noGrp="1"/>
          </p:cNvSpPr>
          <p:nvPr/>
        </p:nvSpPr>
        <p:spPr>
          <a:xfrm>
            <a:off x="9001125" y="1362075"/>
            <a:ext cx="2238375"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RGB und Tiefe</a:t>
            </a:r>
          </a:p>
        </p:txBody>
      </p:sp>
      <p:sp>
        <p:nvSpPr>
          <p:cNvPr id="1004" name="detection-outputs">
            <a:extLst>
              <a:ext uri="{FF2B5EF4-FFF2-40B4-BE49-F238E27FC236}">
                <a16:creationId xmlns:a16="http://schemas.microsoft.com/office/drawing/2014/main" id="{FD672616-FA83-481C-A744-5E2B1D881F92}"/>
              </a:ext>
            </a:extLst>
          </p:cNvPr>
          <p:cNvSpPr>
            <a:spLocks noGrp="1"/>
          </p:cNvSpPr>
          <p:nvPr/>
        </p:nvSpPr>
        <p:spPr>
          <a:xfrm>
            <a:off x="9001125" y="2428875"/>
            <a:ext cx="2238375" cy="25336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ROI</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ID und Farbe</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Position</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Abmessungen</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Orientierung</a:t>
            </a:r>
          </a:p>
        </p:txBody>
      </p:sp>
      <p:sp>
        <p:nvSpPr>
          <p:cNvPr id="1005" name="caption-7">
            <a:extLst>
              <a:ext uri="{FF2B5EF4-FFF2-40B4-BE49-F238E27FC236}">
                <a16:creationId xmlns:a16="http://schemas.microsoft.com/office/drawing/2014/main" id="{A94F0292-CDCF-409E-AA17-21E3E14ADA44}"/>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Objekt-IDs und Farben innerhalb des definierten ROI</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7</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history-label">
            <a:extLst>
              <a:ext uri="{FF2B5EF4-FFF2-40B4-BE49-F238E27FC236}">
                <a16:creationId xmlns:a16="http://schemas.microsoft.com/office/drawing/2014/main" id="{6DAB1685-A7A7-42AC-8AAE-29708A2C9586}"/>
              </a:ext>
            </a:extLst>
          </p:cNvPr>
          <p:cNvSpPr>
            <a:spLocks noGrp="1"/>
          </p:cNvSpPr>
          <p:nvPr/>
        </p:nvSpPr>
        <p:spPr>
          <a:xfrm>
            <a:off x="333375" y="1200150"/>
            <a:ext cx="6191250" cy="409575"/>
          </a:xfrm>
          <a:prstGeom prst="rect">
            <a:avLst/>
          </a:prstGeom>
          <a:noFill/>
          <a:ln w="0">
            <a:noFill/>
          </a:ln>
        </p:spPr>
        <p:txBody>
          <a:bodyPr wrap="none" lIns="0" tIns="0" rIns="0" bIns="0" anchor="t">
            <a:noAutofit/>
          </a:bodyPr>
          <a:lstStyle/>
          <a:p>
            <a:pPr algn="l">
              <a:spcBef>
                <a:spcPts val="0"/>
              </a:spcBef>
              <a:spcAft>
                <a:spcPts val="0"/>
              </a:spcAft>
              <a:defRPr sz="2200">
                <a:solidFill>
                  <a:srgbClr val="2869AF"/>
                </a:solidFill>
                <a:latin typeface="Calibri"/>
                <a:ea typeface="Calibri"/>
                <a:cs typeface="Calibri"/>
              </a:defRPr>
            </a:pPr>
            <a:r>
              <a:rPr sz="2200">
                <a:solidFill>
                  <a:srgbClr val="2869AF"/>
                </a:solidFill>
                <a:latin typeface="Calibri"/>
                <a:ea typeface="Calibri"/>
                <a:cs typeface="Calibri"/>
              </a:rPr>
              <a:t>Positionshistorie</a:t>
            </a:r>
          </a:p>
        </p:txBody>
      </p:sp>
      <p:sp>
        <p:nvSpPr>
          <p:cNvPr id="2002" name="x-coordinate">
            <a:extLst>
              <a:ext uri="{FF2B5EF4-FFF2-40B4-BE49-F238E27FC236}">
                <a16:creationId xmlns:a16="http://schemas.microsoft.com/office/drawing/2014/main" id="{D47A8F93-1AD2-4015-9BD6-9131895F5D96}"/>
              </a:ext>
            </a:extLst>
          </p:cNvPr>
          <p:cNvSpPr>
            <a:spLocks noGrp="1"/>
          </p:cNvSpPr>
          <p:nvPr/>
        </p:nvSpPr>
        <p:spPr>
          <a:xfrm>
            <a:off x="333375" y="1828800"/>
            <a:ext cx="18097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x-Koordinate</a:t>
            </a:r>
          </a:p>
        </p:txBody>
      </p:sp>
      <p:sp>
        <p:nvSpPr>
          <p:cNvPr id="2003" name="camera-label">
            <a:extLst>
              <a:ext uri="{FF2B5EF4-FFF2-40B4-BE49-F238E27FC236}">
                <a16:creationId xmlns:a16="http://schemas.microsoft.com/office/drawing/2014/main" id="{66D958DD-4980-41C2-84A1-869C39F69CA4}"/>
              </a:ext>
            </a:extLst>
          </p:cNvPr>
          <p:cNvSpPr>
            <a:spLocks noGrp="1"/>
          </p:cNvSpPr>
          <p:nvPr/>
        </p:nvSpPr>
        <p:spPr>
          <a:xfrm>
            <a:off x="2428875" y="1924050"/>
            <a:ext cx="3143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2869AF"/>
                </a:solidFill>
                <a:latin typeface="Calibri"/>
                <a:ea typeface="Calibri"/>
                <a:cs typeface="Calibri"/>
              </a:defRPr>
            </a:pPr>
            <a:r>
              <a:rPr sz="2000">
                <a:solidFill>
                  <a:srgbClr val="2869AF"/>
                </a:solidFill>
                <a:latin typeface="Calibri"/>
                <a:ea typeface="Calibri"/>
                <a:cs typeface="Calibri"/>
              </a:rPr>
              <a:t>Kamerabereich</a:t>
            </a:r>
          </a:p>
        </p:txBody>
      </p:sp>
      <p:sp>
        <p:nvSpPr>
          <p:cNvPr id="2004" name="prediction-label">
            <a:extLst>
              <a:ext uri="{FF2B5EF4-FFF2-40B4-BE49-F238E27FC236}">
                <a16:creationId xmlns:a16="http://schemas.microsoft.com/office/drawing/2014/main" id="{96E3F936-146C-43AA-BE54-5597F8352E3C}"/>
              </a:ext>
            </a:extLst>
          </p:cNvPr>
          <p:cNvSpPr>
            <a:spLocks noGrp="1"/>
          </p:cNvSpPr>
          <p:nvPr/>
        </p:nvSpPr>
        <p:spPr>
          <a:xfrm>
            <a:off x="7848600" y="1924050"/>
            <a:ext cx="2381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61707D"/>
                </a:solidFill>
                <a:latin typeface="Calibri"/>
                <a:ea typeface="Calibri"/>
                <a:cs typeface="Calibri"/>
              </a:defRPr>
            </a:pPr>
            <a:r>
              <a:rPr sz="2000">
                <a:solidFill>
                  <a:srgbClr val="61707D"/>
                </a:solidFill>
                <a:latin typeface="Calibri"/>
                <a:ea typeface="Calibri"/>
                <a:cs typeface="Calibri"/>
              </a:rPr>
              <a:t>Vorhersage</a:t>
            </a:r>
          </a:p>
        </p:txBody>
      </p:sp>
      <p:sp>
        <p:nvSpPr>
          <p:cNvPr id="2005" name="belt-direction">
            <a:extLst>
              <a:ext uri="{FF2B5EF4-FFF2-40B4-BE49-F238E27FC236}">
                <a16:creationId xmlns:a16="http://schemas.microsoft.com/office/drawing/2014/main" id="{BB2051A6-16B8-4B11-A756-6D5005E366E2}"/>
              </a:ext>
            </a:extLst>
          </p:cNvPr>
          <p:cNvSpPr>
            <a:spLocks noGrp="1"/>
          </p:cNvSpPr>
          <p:nvPr/>
        </p:nvSpPr>
        <p:spPr>
          <a:xfrm>
            <a:off x="7858125" y="1571625"/>
            <a:ext cx="1571625"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Bandrichtung</a:t>
            </a:r>
          </a:p>
        </p:txBody>
      </p:sp>
      <p:sp>
        <p:nvSpPr>
          <p:cNvPr id="2006" name="belt-direction-shaft">
            <a:extLst>
              <a:ext uri="{FF2B5EF4-FFF2-40B4-BE49-F238E27FC236}">
                <a16:creationId xmlns:a16="http://schemas.microsoft.com/office/drawing/2014/main" id="{01114E5A-F915-4737-9CFC-2ECB188B511C}"/>
              </a:ext>
            </a:extLst>
          </p:cNvPr>
          <p:cNvSpPr>
            <a:spLocks noGrp="1"/>
          </p:cNvSpPr>
          <p:nvPr/>
        </p:nvSpPr>
        <p:spPr>
          <a:xfrm>
            <a:off x="9525000" y="1685925"/>
            <a:ext cx="809625" cy="953"/>
          </a:xfrm>
          <a:custGeom>
            <a:avLst/>
            <a:gdLst/>
            <a:ahLst/>
            <a:cxnLst/>
            <a:rect l="0" t="0" r="0" b="0"/>
            <a:pathLst>
              <a:path w="809625" h="953">
                <a:moveTo>
                  <a:pt x="0" y="0"/>
                </a:moveTo>
                <a:lnTo>
                  <a:pt x="809625" y="0"/>
                </a:lnTo>
              </a:path>
            </a:pathLst>
          </a:custGeom>
          <a:noFill/>
          <a:ln w="19050">
            <a:solidFill>
              <a:srgbClr val="61707D"/>
            </a:solidFill>
            <a:prstDash val="solid"/>
          </a:ln>
        </p:spPr>
      </p:sp>
      <p:sp>
        <p:nvSpPr>
          <p:cNvPr id="2007" name="belt-direction-arrow">
            <a:extLst>
              <a:ext uri="{FF2B5EF4-FFF2-40B4-BE49-F238E27FC236}">
                <a16:creationId xmlns:a16="http://schemas.microsoft.com/office/drawing/2014/main" id="{6AFBA706-BA2E-4C1B-ADF6-3C441DC74EF7}"/>
              </a:ext>
            </a:extLst>
          </p:cNvPr>
          <p:cNvSpPr>
            <a:spLocks noGrp="1"/>
          </p:cNvSpPr>
          <p:nvPr/>
        </p:nvSpPr>
        <p:spPr>
          <a:xfrm>
            <a:off x="10325100" y="1628775"/>
            <a:ext cx="123825" cy="114300"/>
          </a:xfrm>
          <a:custGeom>
            <a:avLst/>
            <a:gdLst/>
            <a:ahLst/>
            <a:cxnLst/>
            <a:rect l="0" t="0" r="0" b="0"/>
            <a:pathLst>
              <a:path w="123825" h="114300">
                <a:moveTo>
                  <a:pt x="123825" y="57150"/>
                </a:moveTo>
                <a:lnTo>
                  <a:pt x="0" y="114300"/>
                </a:lnTo>
                <a:lnTo>
                  <a:pt x="0" y="0"/>
                </a:lnTo>
                <a:close/>
              </a:path>
            </a:pathLst>
          </a:custGeom>
          <a:solidFill>
            <a:srgbClr val="61707D"/>
          </a:solidFill>
          <a:ln w="0">
            <a:noFill/>
          </a:ln>
        </p:spPr>
      </p:sp>
      <p:sp>
        <p:nvSpPr>
          <p:cNvPr id="2008" name="belt-surface">
            <a:extLst>
              <a:ext uri="{FF2B5EF4-FFF2-40B4-BE49-F238E27FC236}">
                <a16:creationId xmlns:a16="http://schemas.microsoft.com/office/drawing/2014/main" id="{494A4E88-2C01-4B97-BE2A-DD2429C337F2}"/>
              </a:ext>
            </a:extLst>
          </p:cNvPr>
          <p:cNvSpPr>
            <a:spLocks noGrp="1"/>
          </p:cNvSpPr>
          <p:nvPr/>
        </p:nvSpPr>
        <p:spPr>
          <a:xfrm>
            <a:off x="1666875" y="2333625"/>
            <a:ext cx="8572500" cy="2952750"/>
          </a:xfrm>
          <a:prstGeom prst="rect">
            <a:avLst/>
          </a:prstGeom>
          <a:solidFill>
            <a:srgbClr val="EFF4F4"/>
          </a:solidFill>
          <a:ln w="0">
            <a:noFill/>
          </a:ln>
        </p:spPr>
      </p:sp>
      <p:sp>
        <p:nvSpPr>
          <p:cNvPr id="2009" name="camera-area">
            <a:extLst>
              <a:ext uri="{FF2B5EF4-FFF2-40B4-BE49-F238E27FC236}">
                <a16:creationId xmlns:a16="http://schemas.microsoft.com/office/drawing/2014/main" id="{94B3DDE9-D65C-403F-8087-58FA6C9F5D50}"/>
              </a:ext>
            </a:extLst>
          </p:cNvPr>
          <p:cNvSpPr>
            <a:spLocks noGrp="1"/>
          </p:cNvSpPr>
          <p:nvPr/>
        </p:nvSpPr>
        <p:spPr>
          <a:xfrm>
            <a:off x="1666875" y="2333625"/>
            <a:ext cx="4905375" cy="2952750"/>
          </a:xfrm>
          <a:prstGeom prst="rect">
            <a:avLst/>
          </a:prstGeom>
          <a:solidFill>
            <a:srgbClr val="E3EFF3"/>
          </a:solidFill>
          <a:ln w="0">
            <a:noFill/>
          </a:ln>
        </p:spPr>
      </p:sp>
      <p:sp>
        <p:nvSpPr>
          <p:cNvPr id="2010" name="belt-upper-edge">
            <a:extLst>
              <a:ext uri="{FF2B5EF4-FFF2-40B4-BE49-F238E27FC236}">
                <a16:creationId xmlns:a16="http://schemas.microsoft.com/office/drawing/2014/main" id="{38198B2C-84F8-44C5-8270-AD333621237F}"/>
              </a:ext>
            </a:extLst>
          </p:cNvPr>
          <p:cNvSpPr>
            <a:spLocks noGrp="1"/>
          </p:cNvSpPr>
          <p:nvPr/>
        </p:nvSpPr>
        <p:spPr>
          <a:xfrm>
            <a:off x="1666875" y="233362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1" name="belt-lower-edge">
            <a:extLst>
              <a:ext uri="{FF2B5EF4-FFF2-40B4-BE49-F238E27FC236}">
                <a16:creationId xmlns:a16="http://schemas.microsoft.com/office/drawing/2014/main" id="{0DE913C9-8CDF-45EA-B263-CE69B733DEBA}"/>
              </a:ext>
            </a:extLst>
          </p:cNvPr>
          <p:cNvSpPr>
            <a:spLocks noGrp="1"/>
          </p:cNvSpPr>
          <p:nvPr/>
        </p:nvSpPr>
        <p:spPr>
          <a:xfrm>
            <a:off x="1666875" y="528637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2" name="start-axle">
            <a:extLst>
              <a:ext uri="{FF2B5EF4-FFF2-40B4-BE49-F238E27FC236}">
                <a16:creationId xmlns:a16="http://schemas.microsoft.com/office/drawing/2014/main" id="{7A9F18C4-8DDC-4382-932A-BBBA0CA089E8}"/>
              </a:ext>
            </a:extLst>
          </p:cNvPr>
          <p:cNvSpPr>
            <a:spLocks noGrp="1"/>
          </p:cNvSpPr>
          <p:nvPr/>
        </p:nvSpPr>
        <p:spPr>
          <a:xfrm>
            <a:off x="15525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3" name="start-roller">
            <a:extLst>
              <a:ext uri="{FF2B5EF4-FFF2-40B4-BE49-F238E27FC236}">
                <a16:creationId xmlns:a16="http://schemas.microsoft.com/office/drawing/2014/main" id="{261AC450-4E0C-4698-B3B4-F52280D90967}"/>
              </a:ext>
            </a:extLst>
          </p:cNvPr>
          <p:cNvSpPr>
            <a:spLocks noGrp="1"/>
          </p:cNvSpPr>
          <p:nvPr/>
        </p:nvSpPr>
        <p:spPr>
          <a:xfrm>
            <a:off x="1438275" y="2257425"/>
            <a:ext cx="228600" cy="3105150"/>
          </a:xfrm>
          <a:prstGeom prst="roundRect">
            <a:avLst>
              <a:gd name="adj" fmla="val 33333"/>
            </a:avLst>
          </a:prstGeom>
          <a:solidFill>
            <a:srgbClr val="C9D2D8"/>
          </a:solidFill>
          <a:ln w="11430">
            <a:solidFill>
              <a:srgbClr val="7B8993"/>
            </a:solidFill>
          </a:ln>
        </p:spPr>
      </p:sp>
      <p:sp>
        <p:nvSpPr>
          <p:cNvPr id="2014" name="start-roller-centre">
            <a:extLst>
              <a:ext uri="{FF2B5EF4-FFF2-40B4-BE49-F238E27FC236}">
                <a16:creationId xmlns:a16="http://schemas.microsoft.com/office/drawing/2014/main" id="{F56D2934-C361-42E6-AF49-DF0C9EB1C5C3}"/>
              </a:ext>
            </a:extLst>
          </p:cNvPr>
          <p:cNvSpPr>
            <a:spLocks noGrp="1"/>
          </p:cNvSpPr>
          <p:nvPr/>
        </p:nvSpPr>
        <p:spPr>
          <a:xfrm>
            <a:off x="15525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5" name="end-axle">
            <a:extLst>
              <a:ext uri="{FF2B5EF4-FFF2-40B4-BE49-F238E27FC236}">
                <a16:creationId xmlns:a16="http://schemas.microsoft.com/office/drawing/2014/main" id="{B5A5F831-B233-4802-95F1-0FFB09FAC1B5}"/>
              </a:ext>
            </a:extLst>
          </p:cNvPr>
          <p:cNvSpPr>
            <a:spLocks noGrp="1"/>
          </p:cNvSpPr>
          <p:nvPr/>
        </p:nvSpPr>
        <p:spPr>
          <a:xfrm>
            <a:off x="103536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6" name="end-roller">
            <a:extLst>
              <a:ext uri="{FF2B5EF4-FFF2-40B4-BE49-F238E27FC236}">
                <a16:creationId xmlns:a16="http://schemas.microsoft.com/office/drawing/2014/main" id="{4B819461-5F64-4494-8242-5BAF70F48DBE}"/>
              </a:ext>
            </a:extLst>
          </p:cNvPr>
          <p:cNvSpPr>
            <a:spLocks noGrp="1"/>
          </p:cNvSpPr>
          <p:nvPr/>
        </p:nvSpPr>
        <p:spPr>
          <a:xfrm>
            <a:off x="10239375" y="2257425"/>
            <a:ext cx="228600" cy="3105150"/>
          </a:xfrm>
          <a:prstGeom prst="roundRect">
            <a:avLst>
              <a:gd name="adj" fmla="val 33333"/>
            </a:avLst>
          </a:prstGeom>
          <a:solidFill>
            <a:srgbClr val="C9D2D8"/>
          </a:solidFill>
          <a:ln w="11430">
            <a:solidFill>
              <a:srgbClr val="7B8993"/>
            </a:solidFill>
          </a:ln>
        </p:spPr>
      </p:sp>
      <p:sp>
        <p:nvSpPr>
          <p:cNvPr id="2017" name="end-roller-centre">
            <a:extLst>
              <a:ext uri="{FF2B5EF4-FFF2-40B4-BE49-F238E27FC236}">
                <a16:creationId xmlns:a16="http://schemas.microsoft.com/office/drawing/2014/main" id="{DC52FBD5-4F82-4DCD-A224-E9F3DA727B98}"/>
              </a:ext>
            </a:extLst>
          </p:cNvPr>
          <p:cNvSpPr>
            <a:spLocks noGrp="1"/>
          </p:cNvSpPr>
          <p:nvPr/>
        </p:nvSpPr>
        <p:spPr>
          <a:xfrm>
            <a:off x="103536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8" name="camera-boundary">
            <a:extLst>
              <a:ext uri="{FF2B5EF4-FFF2-40B4-BE49-F238E27FC236}">
                <a16:creationId xmlns:a16="http://schemas.microsoft.com/office/drawing/2014/main" id="{7ACC7BF5-4E2A-4EFF-BD39-D062EE812A8A}"/>
              </a:ext>
            </a:extLst>
          </p:cNvPr>
          <p:cNvSpPr>
            <a:spLocks noGrp="1"/>
          </p:cNvSpPr>
          <p:nvPr/>
        </p:nvSpPr>
        <p:spPr>
          <a:xfrm>
            <a:off x="6572250" y="2333625"/>
            <a:ext cx="953" cy="2952750"/>
          </a:xfrm>
          <a:custGeom>
            <a:avLst/>
            <a:gdLst/>
            <a:ahLst/>
            <a:cxnLst/>
            <a:rect l="0" t="0" r="0" b="0"/>
            <a:pathLst>
              <a:path w="953" h="2952750">
                <a:moveTo>
                  <a:pt x="0" y="0"/>
                </a:moveTo>
                <a:lnTo>
                  <a:pt x="0" y="2952750"/>
                </a:lnTo>
              </a:path>
            </a:pathLst>
          </a:custGeom>
          <a:noFill/>
          <a:ln w="17145">
            <a:solidFill>
              <a:srgbClr val="61707D"/>
            </a:solidFill>
            <a:prstDash val="dash"/>
          </a:ln>
        </p:spPr>
      </p:sp>
      <p:sp>
        <p:nvSpPr>
          <p:cNvPr id="2019" name="object-1-fit">
            <a:extLst>
              <a:ext uri="{FF2B5EF4-FFF2-40B4-BE49-F238E27FC236}">
                <a16:creationId xmlns:a16="http://schemas.microsoft.com/office/drawing/2014/main" id="{2CD2B820-CEE1-4101-95E0-9FBCE4CF905F}"/>
              </a:ext>
            </a:extLst>
          </p:cNvPr>
          <p:cNvSpPr>
            <a:spLocks noGrp="1"/>
          </p:cNvSpPr>
          <p:nvPr/>
        </p:nvSpPr>
        <p:spPr>
          <a:xfrm>
            <a:off x="1762125" y="2520768"/>
            <a:ext cx="8905875" cy="1386441"/>
          </a:xfrm>
          <a:custGeom>
            <a:avLst/>
            <a:gdLst/>
            <a:ahLst/>
            <a:cxnLst/>
            <a:rect l="0" t="0" r="0" b="0"/>
            <a:pathLst>
              <a:path w="8905875" h="1386441">
                <a:moveTo>
                  <a:pt x="0" y="1386441"/>
                </a:moveTo>
                <a:lnTo>
                  <a:pt x="8905875" y="0"/>
                </a:lnTo>
              </a:path>
            </a:pathLst>
          </a:custGeom>
          <a:noFill/>
          <a:ln w="22860">
            <a:solidFill>
              <a:srgbClr val="2869AF"/>
            </a:solidFill>
            <a:prstDash val="dash"/>
          </a:ln>
        </p:spPr>
      </p:sp>
      <p:sp>
        <p:nvSpPr>
          <p:cNvPr id="2020" name="object-2-fit">
            <a:extLst>
              <a:ext uri="{FF2B5EF4-FFF2-40B4-BE49-F238E27FC236}">
                <a16:creationId xmlns:a16="http://schemas.microsoft.com/office/drawing/2014/main" id="{887AD399-32AA-48CE-BCBF-53CA2CCAF4F2}"/>
              </a:ext>
            </a:extLst>
          </p:cNvPr>
          <p:cNvSpPr>
            <a:spLocks noGrp="1"/>
          </p:cNvSpPr>
          <p:nvPr/>
        </p:nvSpPr>
        <p:spPr>
          <a:xfrm>
            <a:off x="1762125" y="4044875"/>
            <a:ext cx="8905875" cy="829377"/>
          </a:xfrm>
          <a:custGeom>
            <a:avLst/>
            <a:gdLst/>
            <a:ahLst/>
            <a:cxnLst/>
            <a:rect l="0" t="0" r="0" b="0"/>
            <a:pathLst>
              <a:path w="8905875" h="829377">
                <a:moveTo>
                  <a:pt x="0" y="829377"/>
                </a:moveTo>
                <a:lnTo>
                  <a:pt x="8905875" y="0"/>
                </a:lnTo>
              </a:path>
            </a:pathLst>
          </a:custGeom>
          <a:noFill/>
          <a:ln w="22860">
            <a:solidFill>
              <a:srgbClr val="237D7A"/>
            </a:solidFill>
            <a:prstDash val="dash"/>
          </a:ln>
        </p:spPr>
      </p:sp>
      <p:sp>
        <p:nvSpPr>
          <p:cNvPr id="2021" name="common-direction">
            <a:extLst>
              <a:ext uri="{FF2B5EF4-FFF2-40B4-BE49-F238E27FC236}">
                <a16:creationId xmlns:a16="http://schemas.microsoft.com/office/drawing/2014/main" id="{CD684C86-430B-4DD6-A9BF-11C923519E9B}"/>
              </a:ext>
            </a:extLst>
          </p:cNvPr>
          <p:cNvSpPr>
            <a:spLocks noGrp="1"/>
          </p:cNvSpPr>
          <p:nvPr/>
        </p:nvSpPr>
        <p:spPr>
          <a:xfrm>
            <a:off x="1762125" y="3282821"/>
            <a:ext cx="8905875" cy="1107909"/>
          </a:xfrm>
          <a:custGeom>
            <a:avLst/>
            <a:gdLst/>
            <a:ahLst/>
            <a:cxnLst/>
            <a:rect l="0" t="0" r="0" b="0"/>
            <a:pathLst>
              <a:path w="8905875" h="1107909">
                <a:moveTo>
                  <a:pt x="0" y="1107909"/>
                </a:moveTo>
                <a:lnTo>
                  <a:pt x="8905875" y="0"/>
                </a:lnTo>
              </a:path>
            </a:pathLst>
          </a:custGeom>
          <a:noFill/>
          <a:ln w="28575">
            <a:solidFill>
              <a:srgbClr val="C72C32"/>
            </a:solidFill>
            <a:prstDash val="solid"/>
          </a:ln>
        </p:spPr>
      </p:sp>
      <p:sp>
        <p:nvSpPr>
          <p:cNvPr id="2022" name="object-1-measurement-0">
            <a:extLst>
              <a:ext uri="{FF2B5EF4-FFF2-40B4-BE49-F238E27FC236}">
                <a16:creationId xmlns:a16="http://schemas.microsoft.com/office/drawing/2014/main" id="{BB0EC378-AC42-4AFD-BFF6-BF1AA914F29A}"/>
              </a:ext>
            </a:extLst>
          </p:cNvPr>
          <p:cNvSpPr>
            <a:spLocks noGrp="1"/>
          </p:cNvSpPr>
          <p:nvPr/>
        </p:nvSpPr>
        <p:spPr>
          <a:xfrm>
            <a:off x="2043113" y="3899106"/>
            <a:ext cx="104775" cy="104775"/>
          </a:xfrm>
          <a:prstGeom prst="ellipse">
            <a:avLst/>
          </a:prstGeom>
          <a:solidFill>
            <a:srgbClr val="2869AF"/>
          </a:solidFill>
          <a:ln w="11430">
            <a:solidFill>
              <a:srgbClr val="FFFFFF"/>
            </a:solidFill>
          </a:ln>
        </p:spPr>
      </p:sp>
      <p:sp>
        <p:nvSpPr>
          <p:cNvPr id="2023" name="object-1-measurement-1">
            <a:extLst>
              <a:ext uri="{FF2B5EF4-FFF2-40B4-BE49-F238E27FC236}">
                <a16:creationId xmlns:a16="http://schemas.microsoft.com/office/drawing/2014/main" id="{2FF8ACC6-42E4-43BC-8A85-7E8AF6B074CC}"/>
              </a:ext>
            </a:extLst>
          </p:cNvPr>
          <p:cNvSpPr>
            <a:spLocks noGrp="1"/>
          </p:cNvSpPr>
          <p:nvPr/>
        </p:nvSpPr>
        <p:spPr>
          <a:xfrm>
            <a:off x="2366963" y="3661000"/>
            <a:ext cx="104775" cy="104775"/>
          </a:xfrm>
          <a:prstGeom prst="ellipse">
            <a:avLst/>
          </a:prstGeom>
          <a:solidFill>
            <a:srgbClr val="2869AF"/>
          </a:solidFill>
          <a:ln w="11430">
            <a:solidFill>
              <a:srgbClr val="FFFFFF"/>
            </a:solidFill>
          </a:ln>
        </p:spPr>
      </p:sp>
      <p:sp>
        <p:nvSpPr>
          <p:cNvPr id="2024" name="object-1-measurement-2">
            <a:extLst>
              <a:ext uri="{FF2B5EF4-FFF2-40B4-BE49-F238E27FC236}">
                <a16:creationId xmlns:a16="http://schemas.microsoft.com/office/drawing/2014/main" id="{145123F5-3C7B-40AB-9873-1A3ECCF16FBF}"/>
              </a:ext>
            </a:extLst>
          </p:cNvPr>
          <p:cNvSpPr>
            <a:spLocks noGrp="1"/>
          </p:cNvSpPr>
          <p:nvPr/>
        </p:nvSpPr>
        <p:spPr>
          <a:xfrm>
            <a:off x="2757488" y="3765518"/>
            <a:ext cx="104775" cy="104775"/>
          </a:xfrm>
          <a:prstGeom prst="ellipse">
            <a:avLst/>
          </a:prstGeom>
          <a:solidFill>
            <a:srgbClr val="2869AF"/>
          </a:solidFill>
          <a:ln w="11430">
            <a:solidFill>
              <a:srgbClr val="FFFFFF"/>
            </a:solidFill>
          </a:ln>
        </p:spPr>
      </p:sp>
      <p:sp>
        <p:nvSpPr>
          <p:cNvPr id="2025" name="object-1-measurement-3">
            <a:extLst>
              <a:ext uri="{FF2B5EF4-FFF2-40B4-BE49-F238E27FC236}">
                <a16:creationId xmlns:a16="http://schemas.microsoft.com/office/drawing/2014/main" id="{53A9D273-3C26-45BB-8306-371FF6BFAF31}"/>
              </a:ext>
            </a:extLst>
          </p:cNvPr>
          <p:cNvSpPr>
            <a:spLocks noGrp="1"/>
          </p:cNvSpPr>
          <p:nvPr/>
        </p:nvSpPr>
        <p:spPr>
          <a:xfrm>
            <a:off x="3090863" y="3497437"/>
            <a:ext cx="104775" cy="104775"/>
          </a:xfrm>
          <a:prstGeom prst="ellipse">
            <a:avLst/>
          </a:prstGeom>
          <a:solidFill>
            <a:srgbClr val="2869AF"/>
          </a:solidFill>
          <a:ln w="11430">
            <a:solidFill>
              <a:srgbClr val="FFFFFF"/>
            </a:solidFill>
          </a:ln>
        </p:spPr>
      </p:sp>
      <p:sp>
        <p:nvSpPr>
          <p:cNvPr id="2026" name="object-1-measurement-4">
            <a:extLst>
              <a:ext uri="{FF2B5EF4-FFF2-40B4-BE49-F238E27FC236}">
                <a16:creationId xmlns:a16="http://schemas.microsoft.com/office/drawing/2014/main" id="{CB8782E3-0BA0-48C2-ACB2-A7C61D4282DE}"/>
              </a:ext>
            </a:extLst>
          </p:cNvPr>
          <p:cNvSpPr>
            <a:spLocks noGrp="1"/>
          </p:cNvSpPr>
          <p:nvPr/>
        </p:nvSpPr>
        <p:spPr>
          <a:xfrm>
            <a:off x="3452813" y="3634730"/>
            <a:ext cx="104775" cy="104775"/>
          </a:xfrm>
          <a:prstGeom prst="ellipse">
            <a:avLst/>
          </a:prstGeom>
          <a:solidFill>
            <a:srgbClr val="2869AF"/>
          </a:solidFill>
          <a:ln w="11430">
            <a:solidFill>
              <a:srgbClr val="FFFFFF"/>
            </a:solidFill>
          </a:ln>
        </p:spPr>
      </p:sp>
      <p:sp>
        <p:nvSpPr>
          <p:cNvPr id="2027" name="object-1-measurement-5">
            <a:extLst>
              <a:ext uri="{FF2B5EF4-FFF2-40B4-BE49-F238E27FC236}">
                <a16:creationId xmlns:a16="http://schemas.microsoft.com/office/drawing/2014/main" id="{E51B3613-B4B8-4E0D-BB77-B41180AE3C1D}"/>
              </a:ext>
            </a:extLst>
          </p:cNvPr>
          <p:cNvSpPr>
            <a:spLocks noGrp="1"/>
          </p:cNvSpPr>
          <p:nvPr/>
        </p:nvSpPr>
        <p:spPr>
          <a:xfrm>
            <a:off x="3871913" y="3468348"/>
            <a:ext cx="104775" cy="104775"/>
          </a:xfrm>
          <a:prstGeom prst="ellipse">
            <a:avLst/>
          </a:prstGeom>
          <a:solidFill>
            <a:srgbClr val="2869AF"/>
          </a:solidFill>
          <a:ln w="11430">
            <a:solidFill>
              <a:srgbClr val="FFFFFF"/>
            </a:solidFill>
          </a:ln>
        </p:spPr>
      </p:sp>
      <p:sp>
        <p:nvSpPr>
          <p:cNvPr id="2028" name="object-1-measurement-6">
            <a:extLst>
              <a:ext uri="{FF2B5EF4-FFF2-40B4-BE49-F238E27FC236}">
                <a16:creationId xmlns:a16="http://schemas.microsoft.com/office/drawing/2014/main" id="{0A3E13BC-C876-4DBE-AEA5-A2EB39CC20F7}"/>
              </a:ext>
            </a:extLst>
          </p:cNvPr>
          <p:cNvSpPr>
            <a:spLocks noGrp="1"/>
          </p:cNvSpPr>
          <p:nvPr/>
        </p:nvSpPr>
        <p:spPr>
          <a:xfrm>
            <a:off x="4233863" y="3567541"/>
            <a:ext cx="104775" cy="104775"/>
          </a:xfrm>
          <a:prstGeom prst="ellipse">
            <a:avLst/>
          </a:prstGeom>
          <a:solidFill>
            <a:srgbClr val="2869AF"/>
          </a:solidFill>
          <a:ln w="11430">
            <a:solidFill>
              <a:srgbClr val="FFFFFF"/>
            </a:solidFill>
          </a:ln>
        </p:spPr>
      </p:sp>
      <p:sp>
        <p:nvSpPr>
          <p:cNvPr id="2029" name="object-1-measurement-7">
            <a:extLst>
              <a:ext uri="{FF2B5EF4-FFF2-40B4-BE49-F238E27FC236}">
                <a16:creationId xmlns:a16="http://schemas.microsoft.com/office/drawing/2014/main" id="{BF11B6D4-A2D9-49B8-A070-F4B8A7575BB6}"/>
              </a:ext>
            </a:extLst>
          </p:cNvPr>
          <p:cNvSpPr>
            <a:spLocks noGrp="1"/>
          </p:cNvSpPr>
          <p:nvPr/>
        </p:nvSpPr>
        <p:spPr>
          <a:xfrm>
            <a:off x="4595813" y="3314309"/>
            <a:ext cx="104775" cy="104775"/>
          </a:xfrm>
          <a:prstGeom prst="ellipse">
            <a:avLst/>
          </a:prstGeom>
          <a:solidFill>
            <a:srgbClr val="2869AF"/>
          </a:solidFill>
          <a:ln w="11430">
            <a:solidFill>
              <a:srgbClr val="FFFFFF"/>
            </a:solidFill>
          </a:ln>
        </p:spPr>
      </p:sp>
      <p:sp>
        <p:nvSpPr>
          <p:cNvPr id="2030" name="object-1-measurement-8">
            <a:extLst>
              <a:ext uri="{FF2B5EF4-FFF2-40B4-BE49-F238E27FC236}">
                <a16:creationId xmlns:a16="http://schemas.microsoft.com/office/drawing/2014/main" id="{B5A9ED31-5DAC-49F4-94F5-288F6C00D801}"/>
              </a:ext>
            </a:extLst>
          </p:cNvPr>
          <p:cNvSpPr>
            <a:spLocks noGrp="1"/>
          </p:cNvSpPr>
          <p:nvPr/>
        </p:nvSpPr>
        <p:spPr>
          <a:xfrm>
            <a:off x="4948238" y="3433953"/>
            <a:ext cx="104775" cy="104775"/>
          </a:xfrm>
          <a:prstGeom prst="ellipse">
            <a:avLst/>
          </a:prstGeom>
          <a:solidFill>
            <a:srgbClr val="2869AF"/>
          </a:solidFill>
          <a:ln w="11430">
            <a:solidFill>
              <a:srgbClr val="FFFFFF"/>
            </a:solidFill>
          </a:ln>
        </p:spPr>
      </p:sp>
      <p:sp>
        <p:nvSpPr>
          <p:cNvPr id="2031" name="object-1-measurement-9">
            <a:extLst>
              <a:ext uri="{FF2B5EF4-FFF2-40B4-BE49-F238E27FC236}">
                <a16:creationId xmlns:a16="http://schemas.microsoft.com/office/drawing/2014/main" id="{0EBDA565-2935-40FE-B00E-0739EED80D9D}"/>
              </a:ext>
            </a:extLst>
          </p:cNvPr>
          <p:cNvSpPr>
            <a:spLocks noGrp="1"/>
          </p:cNvSpPr>
          <p:nvPr/>
        </p:nvSpPr>
        <p:spPr>
          <a:xfrm>
            <a:off x="5310188" y="3199771"/>
            <a:ext cx="104775" cy="104775"/>
          </a:xfrm>
          <a:prstGeom prst="ellipse">
            <a:avLst/>
          </a:prstGeom>
          <a:solidFill>
            <a:srgbClr val="2869AF"/>
          </a:solidFill>
          <a:ln w="11430">
            <a:solidFill>
              <a:srgbClr val="FFFFFF"/>
            </a:solidFill>
          </a:ln>
        </p:spPr>
      </p:sp>
      <p:sp>
        <p:nvSpPr>
          <p:cNvPr id="2032" name="object-1-measurement-10">
            <a:extLst>
              <a:ext uri="{FF2B5EF4-FFF2-40B4-BE49-F238E27FC236}">
                <a16:creationId xmlns:a16="http://schemas.microsoft.com/office/drawing/2014/main" id="{58C80422-C940-465B-BC73-7A6454ECA1C6}"/>
              </a:ext>
            </a:extLst>
          </p:cNvPr>
          <p:cNvSpPr>
            <a:spLocks noGrp="1"/>
          </p:cNvSpPr>
          <p:nvPr/>
        </p:nvSpPr>
        <p:spPr>
          <a:xfrm>
            <a:off x="5653088" y="3301765"/>
            <a:ext cx="104775" cy="104775"/>
          </a:xfrm>
          <a:prstGeom prst="ellipse">
            <a:avLst/>
          </a:prstGeom>
          <a:solidFill>
            <a:srgbClr val="2869AF"/>
          </a:solidFill>
          <a:ln w="11430">
            <a:solidFill>
              <a:srgbClr val="FFFFFF"/>
            </a:solidFill>
          </a:ln>
        </p:spPr>
      </p:sp>
      <p:sp>
        <p:nvSpPr>
          <p:cNvPr id="2033" name="object-1-measurement-11">
            <a:extLst>
              <a:ext uri="{FF2B5EF4-FFF2-40B4-BE49-F238E27FC236}">
                <a16:creationId xmlns:a16="http://schemas.microsoft.com/office/drawing/2014/main" id="{10BFF167-0B57-4E4E-B3F5-2FD8CCB4C910}"/>
              </a:ext>
            </a:extLst>
          </p:cNvPr>
          <p:cNvSpPr>
            <a:spLocks noGrp="1"/>
          </p:cNvSpPr>
          <p:nvPr/>
        </p:nvSpPr>
        <p:spPr>
          <a:xfrm>
            <a:off x="6148388" y="3162281"/>
            <a:ext cx="104775" cy="104775"/>
          </a:xfrm>
          <a:prstGeom prst="ellipse">
            <a:avLst/>
          </a:prstGeom>
          <a:solidFill>
            <a:srgbClr val="2869AF"/>
          </a:solidFill>
          <a:ln w="11430">
            <a:solidFill>
              <a:srgbClr val="FFFFFF"/>
            </a:solidFill>
          </a:ln>
        </p:spPr>
      </p:sp>
      <p:sp>
        <p:nvSpPr>
          <p:cNvPr id="2034" name="object-2-measurement-0">
            <a:extLst>
              <a:ext uri="{FF2B5EF4-FFF2-40B4-BE49-F238E27FC236}">
                <a16:creationId xmlns:a16="http://schemas.microsoft.com/office/drawing/2014/main" id="{1C13A53E-C41F-45B9-9019-726ABABB7191}"/>
              </a:ext>
            </a:extLst>
          </p:cNvPr>
          <p:cNvSpPr>
            <a:spLocks noGrp="1"/>
          </p:cNvSpPr>
          <p:nvPr/>
        </p:nvSpPr>
        <p:spPr>
          <a:xfrm>
            <a:off x="1995488" y="5010531"/>
            <a:ext cx="104775" cy="104775"/>
          </a:xfrm>
          <a:prstGeom prst="ellipse">
            <a:avLst/>
          </a:prstGeom>
          <a:solidFill>
            <a:srgbClr val="237D7A"/>
          </a:solidFill>
          <a:ln w="11430">
            <a:solidFill>
              <a:srgbClr val="FFFFFF"/>
            </a:solidFill>
          </a:ln>
        </p:spPr>
      </p:sp>
      <p:sp>
        <p:nvSpPr>
          <p:cNvPr id="2035" name="object-2-measurement-1">
            <a:extLst>
              <a:ext uri="{FF2B5EF4-FFF2-40B4-BE49-F238E27FC236}">
                <a16:creationId xmlns:a16="http://schemas.microsoft.com/office/drawing/2014/main" id="{0C99A01B-6701-49EC-8BF3-88D4514F4FFE}"/>
              </a:ext>
            </a:extLst>
          </p:cNvPr>
          <p:cNvSpPr>
            <a:spLocks noGrp="1"/>
          </p:cNvSpPr>
          <p:nvPr/>
        </p:nvSpPr>
        <p:spPr>
          <a:xfrm>
            <a:off x="2681288" y="4478045"/>
            <a:ext cx="104775" cy="104775"/>
          </a:xfrm>
          <a:prstGeom prst="ellipse">
            <a:avLst/>
          </a:prstGeom>
          <a:solidFill>
            <a:srgbClr val="237D7A"/>
          </a:solidFill>
          <a:ln w="11430">
            <a:solidFill>
              <a:srgbClr val="FFFFFF"/>
            </a:solidFill>
          </a:ln>
        </p:spPr>
      </p:sp>
      <p:sp>
        <p:nvSpPr>
          <p:cNvPr id="2036" name="object-2-measurement-2">
            <a:extLst>
              <a:ext uri="{FF2B5EF4-FFF2-40B4-BE49-F238E27FC236}">
                <a16:creationId xmlns:a16="http://schemas.microsoft.com/office/drawing/2014/main" id="{31E2DAF8-FEC4-43F3-B57C-F9BB6A3098AF}"/>
              </a:ext>
            </a:extLst>
          </p:cNvPr>
          <p:cNvSpPr>
            <a:spLocks noGrp="1"/>
          </p:cNvSpPr>
          <p:nvPr/>
        </p:nvSpPr>
        <p:spPr>
          <a:xfrm>
            <a:off x="3348038" y="4928197"/>
            <a:ext cx="104775" cy="104775"/>
          </a:xfrm>
          <a:prstGeom prst="ellipse">
            <a:avLst/>
          </a:prstGeom>
          <a:solidFill>
            <a:srgbClr val="237D7A"/>
          </a:solidFill>
          <a:ln w="11430">
            <a:solidFill>
              <a:srgbClr val="FFFFFF"/>
            </a:solidFill>
          </a:ln>
        </p:spPr>
      </p:sp>
      <p:sp>
        <p:nvSpPr>
          <p:cNvPr id="2037" name="object-2-measurement-3">
            <a:extLst>
              <a:ext uri="{FF2B5EF4-FFF2-40B4-BE49-F238E27FC236}">
                <a16:creationId xmlns:a16="http://schemas.microsoft.com/office/drawing/2014/main" id="{AA2CD1BA-57A3-4BFC-BCBF-0B6620894BF4}"/>
              </a:ext>
            </a:extLst>
          </p:cNvPr>
          <p:cNvSpPr>
            <a:spLocks noGrp="1"/>
          </p:cNvSpPr>
          <p:nvPr/>
        </p:nvSpPr>
        <p:spPr>
          <a:xfrm>
            <a:off x="4033838" y="4233786"/>
            <a:ext cx="104775" cy="104775"/>
          </a:xfrm>
          <a:prstGeom prst="ellipse">
            <a:avLst/>
          </a:prstGeom>
          <a:solidFill>
            <a:srgbClr val="237D7A"/>
          </a:solidFill>
          <a:ln w="11430">
            <a:solidFill>
              <a:srgbClr val="FFFFFF"/>
            </a:solidFill>
          </a:ln>
        </p:spPr>
      </p:sp>
      <p:sp>
        <p:nvSpPr>
          <p:cNvPr id="2038" name="object-2-measurement-4">
            <a:extLst>
              <a:ext uri="{FF2B5EF4-FFF2-40B4-BE49-F238E27FC236}">
                <a16:creationId xmlns:a16="http://schemas.microsoft.com/office/drawing/2014/main" id="{10056F00-32B3-4709-B059-CAA38059785E}"/>
              </a:ext>
            </a:extLst>
          </p:cNvPr>
          <p:cNvSpPr>
            <a:spLocks noGrp="1"/>
          </p:cNvSpPr>
          <p:nvPr/>
        </p:nvSpPr>
        <p:spPr>
          <a:xfrm>
            <a:off x="4748213" y="4689558"/>
            <a:ext cx="104775" cy="104775"/>
          </a:xfrm>
          <a:prstGeom prst="ellipse">
            <a:avLst/>
          </a:prstGeom>
          <a:solidFill>
            <a:srgbClr val="237D7A"/>
          </a:solidFill>
          <a:ln w="11430">
            <a:solidFill>
              <a:srgbClr val="FFFFFF"/>
            </a:solidFill>
          </a:ln>
        </p:spPr>
      </p:sp>
      <p:sp>
        <p:nvSpPr>
          <p:cNvPr id="2039" name="object-2-measurement-5">
            <a:extLst>
              <a:ext uri="{FF2B5EF4-FFF2-40B4-BE49-F238E27FC236}">
                <a16:creationId xmlns:a16="http://schemas.microsoft.com/office/drawing/2014/main" id="{41786125-404C-48B0-8F31-0D8D8608013A}"/>
              </a:ext>
            </a:extLst>
          </p:cNvPr>
          <p:cNvSpPr>
            <a:spLocks noGrp="1"/>
          </p:cNvSpPr>
          <p:nvPr/>
        </p:nvSpPr>
        <p:spPr>
          <a:xfrm>
            <a:off x="5395913" y="4255446"/>
            <a:ext cx="104775" cy="104775"/>
          </a:xfrm>
          <a:prstGeom prst="ellipse">
            <a:avLst/>
          </a:prstGeom>
          <a:solidFill>
            <a:srgbClr val="237D7A"/>
          </a:solidFill>
          <a:ln w="11430">
            <a:solidFill>
              <a:srgbClr val="FFFFFF"/>
            </a:solidFill>
          </a:ln>
        </p:spPr>
      </p:sp>
      <p:sp>
        <p:nvSpPr>
          <p:cNvPr id="2040" name="object-2-measurement-6">
            <a:extLst>
              <a:ext uri="{FF2B5EF4-FFF2-40B4-BE49-F238E27FC236}">
                <a16:creationId xmlns:a16="http://schemas.microsoft.com/office/drawing/2014/main" id="{0084BE32-42BF-49C3-8F43-2EF59AFD61F2}"/>
              </a:ext>
            </a:extLst>
          </p:cNvPr>
          <p:cNvSpPr>
            <a:spLocks noGrp="1"/>
          </p:cNvSpPr>
          <p:nvPr/>
        </p:nvSpPr>
        <p:spPr>
          <a:xfrm>
            <a:off x="6138863" y="4632674"/>
            <a:ext cx="104775" cy="104775"/>
          </a:xfrm>
          <a:prstGeom prst="ellipse">
            <a:avLst/>
          </a:prstGeom>
          <a:solidFill>
            <a:srgbClr val="237D7A"/>
          </a:solidFill>
          <a:ln w="11430">
            <a:solidFill>
              <a:srgbClr val="FFFFFF"/>
            </a:solidFill>
          </a:ln>
        </p:spPr>
      </p:sp>
      <p:sp>
        <p:nvSpPr>
          <p:cNvPr id="2041" name="x-axis">
            <a:extLst>
              <a:ext uri="{FF2B5EF4-FFF2-40B4-BE49-F238E27FC236}">
                <a16:creationId xmlns:a16="http://schemas.microsoft.com/office/drawing/2014/main" id="{0097C841-E857-40D4-B7D8-5CD6846BC403}"/>
              </a:ext>
            </a:extLst>
          </p:cNvPr>
          <p:cNvSpPr>
            <a:spLocks noGrp="1"/>
          </p:cNvSpPr>
          <p:nvPr/>
        </p:nvSpPr>
        <p:spPr>
          <a:xfrm>
            <a:off x="1266825" y="2171700"/>
            <a:ext cx="953" cy="3143250"/>
          </a:xfrm>
          <a:custGeom>
            <a:avLst/>
            <a:gdLst/>
            <a:ahLst/>
            <a:cxnLst/>
            <a:rect l="0" t="0" r="0" b="0"/>
            <a:pathLst>
              <a:path w="953" h="3143250">
                <a:moveTo>
                  <a:pt x="0" y="3143250"/>
                </a:moveTo>
                <a:lnTo>
                  <a:pt x="0" y="0"/>
                </a:lnTo>
              </a:path>
            </a:pathLst>
          </a:custGeom>
          <a:noFill/>
          <a:ln w="17145">
            <a:solidFill>
              <a:srgbClr val="61707D"/>
            </a:solidFill>
            <a:prstDash val="solid"/>
          </a:ln>
        </p:spPr>
      </p:sp>
      <p:sp>
        <p:nvSpPr>
          <p:cNvPr id="2042" name="x-axis-arrow">
            <a:extLst>
              <a:ext uri="{FF2B5EF4-FFF2-40B4-BE49-F238E27FC236}">
                <a16:creationId xmlns:a16="http://schemas.microsoft.com/office/drawing/2014/main" id="{8273BA8B-C30B-4194-835C-68C5700C566D}"/>
              </a:ext>
            </a:extLst>
          </p:cNvPr>
          <p:cNvSpPr>
            <a:spLocks noGrp="1"/>
          </p:cNvSpPr>
          <p:nvPr/>
        </p:nvSpPr>
        <p:spPr>
          <a:xfrm>
            <a:off x="1209675" y="2047875"/>
            <a:ext cx="114300" cy="133350"/>
          </a:xfrm>
          <a:custGeom>
            <a:avLst/>
            <a:gdLst/>
            <a:ahLst/>
            <a:cxnLst/>
            <a:rect l="0" t="0" r="0" b="0"/>
            <a:pathLst>
              <a:path w="114300" h="133350">
                <a:moveTo>
                  <a:pt x="57150" y="0"/>
                </a:moveTo>
                <a:lnTo>
                  <a:pt x="114300" y="133350"/>
                </a:lnTo>
                <a:lnTo>
                  <a:pt x="0" y="133350"/>
                </a:lnTo>
                <a:close/>
              </a:path>
            </a:pathLst>
          </a:custGeom>
          <a:solidFill>
            <a:srgbClr val="61707D"/>
          </a:solidFill>
          <a:ln w="0">
            <a:noFill/>
          </a:ln>
        </p:spPr>
      </p:sp>
      <p:sp>
        <p:nvSpPr>
          <p:cNvPr id="2043" name="y-axis">
            <a:extLst>
              <a:ext uri="{FF2B5EF4-FFF2-40B4-BE49-F238E27FC236}">
                <a16:creationId xmlns:a16="http://schemas.microsoft.com/office/drawing/2014/main" id="{65075377-C90D-4901-A1E4-462AB6903C15}"/>
              </a:ext>
            </a:extLst>
          </p:cNvPr>
          <p:cNvSpPr>
            <a:spLocks noGrp="1"/>
          </p:cNvSpPr>
          <p:nvPr/>
        </p:nvSpPr>
        <p:spPr>
          <a:xfrm>
            <a:off x="1266825" y="5314950"/>
            <a:ext cx="9401175" cy="953"/>
          </a:xfrm>
          <a:custGeom>
            <a:avLst/>
            <a:gdLst/>
            <a:ahLst/>
            <a:cxnLst/>
            <a:rect l="0" t="0" r="0" b="0"/>
            <a:pathLst>
              <a:path w="9401175" h="953">
                <a:moveTo>
                  <a:pt x="0" y="0"/>
                </a:moveTo>
                <a:lnTo>
                  <a:pt x="9401175" y="0"/>
                </a:lnTo>
              </a:path>
            </a:pathLst>
          </a:custGeom>
          <a:noFill/>
          <a:ln w="17145">
            <a:solidFill>
              <a:srgbClr val="61707D"/>
            </a:solidFill>
            <a:prstDash val="solid"/>
          </a:ln>
        </p:spPr>
      </p:sp>
      <p:sp>
        <p:nvSpPr>
          <p:cNvPr id="2044" name="y-axis-arrow">
            <a:extLst>
              <a:ext uri="{FF2B5EF4-FFF2-40B4-BE49-F238E27FC236}">
                <a16:creationId xmlns:a16="http://schemas.microsoft.com/office/drawing/2014/main" id="{4ABA07EF-7ECD-4B04-9117-D78BB90E8ECA}"/>
              </a:ext>
            </a:extLst>
          </p:cNvPr>
          <p:cNvSpPr>
            <a:spLocks noGrp="1"/>
          </p:cNvSpPr>
          <p:nvPr/>
        </p:nvSpPr>
        <p:spPr>
          <a:xfrm>
            <a:off x="10668000" y="5257800"/>
            <a:ext cx="133350" cy="114300"/>
          </a:xfrm>
          <a:custGeom>
            <a:avLst/>
            <a:gdLst/>
            <a:ahLst/>
            <a:cxnLst/>
            <a:rect l="0" t="0" r="0" b="0"/>
            <a:pathLst>
              <a:path w="133350" h="114300">
                <a:moveTo>
                  <a:pt x="133350" y="57150"/>
                </a:moveTo>
                <a:lnTo>
                  <a:pt x="0" y="114300"/>
                </a:lnTo>
                <a:lnTo>
                  <a:pt x="0" y="0"/>
                </a:lnTo>
                <a:close/>
              </a:path>
            </a:pathLst>
          </a:custGeom>
          <a:solidFill>
            <a:srgbClr val="61707D"/>
          </a:solidFill>
          <a:ln w="0">
            <a:noFill/>
          </a:ln>
        </p:spPr>
      </p:sp>
      <p:sp>
        <p:nvSpPr>
          <p:cNvPr id="2045" name="camera-end-label">
            <a:extLst>
              <a:ext uri="{FF2B5EF4-FFF2-40B4-BE49-F238E27FC236}">
                <a16:creationId xmlns:a16="http://schemas.microsoft.com/office/drawing/2014/main" id="{C56FE90E-CF75-4C6C-85DB-EF89688738D5}"/>
              </a:ext>
            </a:extLst>
          </p:cNvPr>
          <p:cNvSpPr>
            <a:spLocks noGrp="1"/>
          </p:cNvSpPr>
          <p:nvPr/>
        </p:nvSpPr>
        <p:spPr>
          <a:xfrm>
            <a:off x="5467350" y="5400675"/>
            <a:ext cx="2333625" cy="295275"/>
          </a:xfrm>
          <a:prstGeom prst="rect">
            <a:avLst/>
          </a:prstGeom>
          <a:noFill/>
          <a:ln w="0">
            <a:noFill/>
          </a:ln>
        </p:spPr>
        <p:txBody>
          <a:bodyPr wrap="none" lIns="0" tIns="0" rIns="0" bIns="0" anchor="t">
            <a:noAutofit/>
          </a:bodyPr>
          <a:lstStyle/>
          <a:p>
            <a:pPr algn="l">
              <a:spcBef>
                <a:spcPts val="0"/>
              </a:spcBef>
              <a:spcAft>
                <a:spcPts val="0"/>
              </a:spcAft>
              <a:defRPr sz="1700">
                <a:solidFill>
                  <a:srgbClr val="61707D"/>
                </a:solidFill>
                <a:latin typeface="Calibri"/>
                <a:ea typeface="Calibri"/>
                <a:cs typeface="Calibri"/>
              </a:defRPr>
            </a:pPr>
            <a:r>
              <a:rPr sz="1700">
                <a:solidFill>
                  <a:srgbClr val="61707D"/>
                </a:solidFill>
                <a:latin typeface="Calibri"/>
                <a:ea typeface="Calibri"/>
                <a:cs typeface="Calibri"/>
              </a:rPr>
              <a:t>Ende Kamerabild</a:t>
            </a:r>
          </a:p>
        </p:txBody>
      </p:sp>
      <p:sp>
        <p:nvSpPr>
          <p:cNvPr id="2046" name="y-coordinate">
            <a:extLst>
              <a:ext uri="{FF2B5EF4-FFF2-40B4-BE49-F238E27FC236}">
                <a16:creationId xmlns:a16="http://schemas.microsoft.com/office/drawing/2014/main" id="{D3C8B699-E5A9-40E0-922A-BEA5F9F9BA83}"/>
              </a:ext>
            </a:extLst>
          </p:cNvPr>
          <p:cNvSpPr>
            <a:spLocks noGrp="1"/>
          </p:cNvSpPr>
          <p:nvPr/>
        </p:nvSpPr>
        <p:spPr>
          <a:xfrm>
            <a:off x="9048750" y="5400675"/>
            <a:ext cx="2000250" cy="295275"/>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y-Koordinate</a:t>
            </a:r>
          </a:p>
        </p:txBody>
      </p:sp>
      <p:sp>
        <p:nvSpPr>
          <p:cNvPr id="2047" name="legend-object-1-fit">
            <a:extLst>
              <a:ext uri="{FF2B5EF4-FFF2-40B4-BE49-F238E27FC236}">
                <a16:creationId xmlns:a16="http://schemas.microsoft.com/office/drawing/2014/main" id="{3E6340EA-A9AE-4E80-9ADD-BAFC2A953DB4}"/>
              </a:ext>
            </a:extLst>
          </p:cNvPr>
          <p:cNvSpPr>
            <a:spLocks noGrp="1"/>
          </p:cNvSpPr>
          <p:nvPr/>
        </p:nvSpPr>
        <p:spPr>
          <a:xfrm>
            <a:off x="333375" y="5857875"/>
            <a:ext cx="542925" cy="953"/>
          </a:xfrm>
          <a:custGeom>
            <a:avLst/>
            <a:gdLst/>
            <a:ahLst/>
            <a:cxnLst/>
            <a:rect l="0" t="0" r="0" b="0"/>
            <a:pathLst>
              <a:path w="542925" h="953">
                <a:moveTo>
                  <a:pt x="0" y="0"/>
                </a:moveTo>
                <a:lnTo>
                  <a:pt x="542925" y="0"/>
                </a:lnTo>
              </a:path>
            </a:pathLst>
          </a:custGeom>
          <a:noFill/>
          <a:ln w="22860">
            <a:solidFill>
              <a:srgbClr val="2869AF"/>
            </a:solidFill>
            <a:prstDash val="dash"/>
          </a:ln>
        </p:spPr>
      </p:sp>
      <p:sp>
        <p:nvSpPr>
          <p:cNvPr id="2048" name="legend-object-1-point">
            <a:extLst>
              <a:ext uri="{FF2B5EF4-FFF2-40B4-BE49-F238E27FC236}">
                <a16:creationId xmlns:a16="http://schemas.microsoft.com/office/drawing/2014/main" id="{EB68C668-D96F-4013-B956-BED4D7FC3DB7}"/>
              </a:ext>
            </a:extLst>
          </p:cNvPr>
          <p:cNvSpPr>
            <a:spLocks noGrp="1"/>
          </p:cNvSpPr>
          <p:nvPr/>
        </p:nvSpPr>
        <p:spPr>
          <a:xfrm>
            <a:off x="561975" y="5810250"/>
            <a:ext cx="95250" cy="95250"/>
          </a:xfrm>
          <a:prstGeom prst="ellipse">
            <a:avLst/>
          </a:prstGeom>
          <a:solidFill>
            <a:srgbClr val="2869AF"/>
          </a:solidFill>
          <a:ln w="11430">
            <a:solidFill>
              <a:srgbClr val="FFFFFF"/>
            </a:solidFill>
          </a:ln>
        </p:spPr>
      </p:sp>
      <p:sp>
        <p:nvSpPr>
          <p:cNvPr id="2049" name="legend-object-1">
            <a:extLst>
              <a:ext uri="{FF2B5EF4-FFF2-40B4-BE49-F238E27FC236}">
                <a16:creationId xmlns:a16="http://schemas.microsoft.com/office/drawing/2014/main" id="{0EA94913-B955-4B44-9EBB-74ED571188EC}"/>
              </a:ext>
            </a:extLst>
          </p:cNvPr>
          <p:cNvSpPr>
            <a:spLocks noGrp="1"/>
          </p:cNvSpPr>
          <p:nvPr/>
        </p:nvSpPr>
        <p:spPr>
          <a:xfrm>
            <a:off x="100965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869AF"/>
                </a:solidFill>
                <a:latin typeface="Calibri"/>
                <a:ea typeface="Calibri"/>
                <a:cs typeface="Calibri"/>
              </a:defRPr>
            </a:pPr>
            <a:r>
              <a:rPr sz="1800">
                <a:solidFill>
                  <a:srgbClr val="2869AF"/>
                </a:solidFill>
                <a:latin typeface="Calibri"/>
                <a:ea typeface="Calibri"/>
                <a:cs typeface="Calibri"/>
              </a:rPr>
              <a:t>Objekt 1</a:t>
            </a:r>
          </a:p>
        </p:txBody>
      </p:sp>
      <p:sp>
        <p:nvSpPr>
          <p:cNvPr id="2050" name="legend-object-2-fit">
            <a:extLst>
              <a:ext uri="{FF2B5EF4-FFF2-40B4-BE49-F238E27FC236}">
                <a16:creationId xmlns:a16="http://schemas.microsoft.com/office/drawing/2014/main" id="{708E0098-9F8E-439D-98B5-C2CCC761C08D}"/>
              </a:ext>
            </a:extLst>
          </p:cNvPr>
          <p:cNvSpPr>
            <a:spLocks noGrp="1"/>
          </p:cNvSpPr>
          <p:nvPr/>
        </p:nvSpPr>
        <p:spPr>
          <a:xfrm>
            <a:off x="3171825" y="5857875"/>
            <a:ext cx="542925" cy="953"/>
          </a:xfrm>
          <a:custGeom>
            <a:avLst/>
            <a:gdLst/>
            <a:ahLst/>
            <a:cxnLst/>
            <a:rect l="0" t="0" r="0" b="0"/>
            <a:pathLst>
              <a:path w="542925" h="953">
                <a:moveTo>
                  <a:pt x="0" y="0"/>
                </a:moveTo>
                <a:lnTo>
                  <a:pt x="542925" y="0"/>
                </a:lnTo>
              </a:path>
            </a:pathLst>
          </a:custGeom>
          <a:noFill/>
          <a:ln w="22860">
            <a:solidFill>
              <a:srgbClr val="237D7A"/>
            </a:solidFill>
            <a:prstDash val="dash"/>
          </a:ln>
        </p:spPr>
      </p:sp>
      <p:sp>
        <p:nvSpPr>
          <p:cNvPr id="2051" name="legend-object-2-point">
            <a:extLst>
              <a:ext uri="{FF2B5EF4-FFF2-40B4-BE49-F238E27FC236}">
                <a16:creationId xmlns:a16="http://schemas.microsoft.com/office/drawing/2014/main" id="{70CF4E9F-CCC4-449C-B95C-4B33B33EC334}"/>
              </a:ext>
            </a:extLst>
          </p:cNvPr>
          <p:cNvSpPr>
            <a:spLocks noGrp="1"/>
          </p:cNvSpPr>
          <p:nvPr/>
        </p:nvSpPr>
        <p:spPr>
          <a:xfrm>
            <a:off x="3400425" y="5810250"/>
            <a:ext cx="95250" cy="95250"/>
          </a:xfrm>
          <a:prstGeom prst="ellipse">
            <a:avLst/>
          </a:prstGeom>
          <a:solidFill>
            <a:srgbClr val="237D7A"/>
          </a:solidFill>
          <a:ln w="11430">
            <a:solidFill>
              <a:srgbClr val="FFFFFF"/>
            </a:solidFill>
          </a:ln>
        </p:spPr>
      </p:sp>
      <p:sp>
        <p:nvSpPr>
          <p:cNvPr id="2052" name="legend-object-2">
            <a:extLst>
              <a:ext uri="{FF2B5EF4-FFF2-40B4-BE49-F238E27FC236}">
                <a16:creationId xmlns:a16="http://schemas.microsoft.com/office/drawing/2014/main" id="{B776E6E8-2A05-4F71-BE60-53950CA97300}"/>
              </a:ext>
            </a:extLst>
          </p:cNvPr>
          <p:cNvSpPr>
            <a:spLocks noGrp="1"/>
          </p:cNvSpPr>
          <p:nvPr/>
        </p:nvSpPr>
        <p:spPr>
          <a:xfrm>
            <a:off x="384810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37D7A"/>
                </a:solidFill>
                <a:latin typeface="Calibri"/>
                <a:ea typeface="Calibri"/>
                <a:cs typeface="Calibri"/>
              </a:defRPr>
            </a:pPr>
            <a:r>
              <a:rPr sz="1800">
                <a:solidFill>
                  <a:srgbClr val="237D7A"/>
                </a:solidFill>
                <a:latin typeface="Calibri"/>
                <a:ea typeface="Calibri"/>
                <a:cs typeface="Calibri"/>
              </a:rPr>
              <a:t>Objekt 2</a:t>
            </a:r>
          </a:p>
        </p:txBody>
      </p:sp>
      <p:sp>
        <p:nvSpPr>
          <p:cNvPr id="2053" name="legend-common-line">
            <a:extLst>
              <a:ext uri="{FF2B5EF4-FFF2-40B4-BE49-F238E27FC236}">
                <a16:creationId xmlns:a16="http://schemas.microsoft.com/office/drawing/2014/main" id="{21289924-B33B-4D9A-9884-F6AA75F618B3}"/>
              </a:ext>
            </a:extLst>
          </p:cNvPr>
          <p:cNvSpPr>
            <a:spLocks noGrp="1"/>
          </p:cNvSpPr>
          <p:nvPr/>
        </p:nvSpPr>
        <p:spPr>
          <a:xfrm>
            <a:off x="6000750" y="5857875"/>
            <a:ext cx="552450" cy="953"/>
          </a:xfrm>
          <a:custGeom>
            <a:avLst/>
            <a:gdLst/>
            <a:ahLst/>
            <a:cxnLst/>
            <a:rect l="0" t="0" r="0" b="0"/>
            <a:pathLst>
              <a:path w="552450" h="953">
                <a:moveTo>
                  <a:pt x="0" y="0"/>
                </a:moveTo>
                <a:lnTo>
                  <a:pt x="552450" y="0"/>
                </a:lnTo>
              </a:path>
            </a:pathLst>
          </a:custGeom>
          <a:noFill/>
          <a:ln w="28575">
            <a:solidFill>
              <a:srgbClr val="C72C32"/>
            </a:solidFill>
            <a:prstDash val="solid"/>
          </a:ln>
        </p:spPr>
      </p:sp>
      <p:sp>
        <p:nvSpPr>
          <p:cNvPr id="2054" name="legend-common">
            <a:extLst>
              <a:ext uri="{FF2B5EF4-FFF2-40B4-BE49-F238E27FC236}">
                <a16:creationId xmlns:a16="http://schemas.microsoft.com/office/drawing/2014/main" id="{416C6A3A-2599-4DB1-938D-603A3488F5B7}"/>
              </a:ext>
            </a:extLst>
          </p:cNvPr>
          <p:cNvSpPr>
            <a:spLocks noGrp="1"/>
          </p:cNvSpPr>
          <p:nvPr/>
        </p:nvSpPr>
        <p:spPr>
          <a:xfrm>
            <a:off x="6686550" y="5715000"/>
            <a:ext cx="438150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C72C32"/>
                </a:solidFill>
                <a:latin typeface="Calibri"/>
                <a:ea typeface="Calibri"/>
                <a:cs typeface="Calibri"/>
              </a:defRPr>
            </a:pPr>
            <a:r>
              <a:rPr sz="1800">
                <a:solidFill>
                  <a:srgbClr val="C72C32"/>
                </a:solidFill>
                <a:latin typeface="Calibri"/>
                <a:ea typeface="Calibri"/>
                <a:cs typeface="Calibri"/>
              </a:rPr>
              <a:t>Gemeinsame Schätzung</a:t>
            </a:r>
          </a:p>
        </p:txBody>
      </p:sp>
      <p:sp>
        <p:nvSpPr>
          <p:cNvPr id="2055" name="schematic-caption">
            <a:extLst>
              <a:ext uri="{FF2B5EF4-FFF2-40B4-BE49-F238E27FC236}">
                <a16:creationId xmlns:a16="http://schemas.microsoft.com/office/drawing/2014/main" id="{9CFEBA4B-3614-451E-B1BB-D2A3724F9D86}"/>
              </a:ext>
            </a:extLst>
          </p:cNvPr>
          <p:cNvSpPr>
            <a:spLocks noGrp="1"/>
          </p:cNvSpPr>
          <p:nvPr/>
        </p:nvSpPr>
        <p:spPr>
          <a:xfrm>
            <a:off x="6648450" y="1314450"/>
            <a:ext cx="4572000" cy="228600"/>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a:solidFill>
                  <a:srgbClr val="61707D"/>
                </a:solidFill>
                <a:latin typeface="Calibri"/>
                <a:ea typeface="Calibri"/>
                <a:cs typeface="Calibri"/>
              </a:rPr>
              <a:t>Schematische Draufsicht, keine Messreihe</a:t>
            </a:r>
          </a:p>
        </p:txBody>
      </p:sp>
      <p:sp>
        <p:nvSpPr>
          <p:cNvPr id="1029" name="slide-title">
            <a:extLst>
              <a:ext uri="{FF2B5EF4-FFF2-40B4-BE49-F238E27FC236}">
                <a16:creationId xmlns:a16="http://schemas.microsoft.com/office/drawing/2014/main" id="{B54BCDF7-FFDF-4370-9B80-864BD2837D09}"/>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Bewegungsschätzung und Vorhersage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8</a:t>
            </a:fld>
            <a:endParaRPr lang="de-DE"/>
          </a:p>
        </p:txBody>
      </p:sp>
    </p:spTree>
    <p:extLst>
      <p:ext uri="{BB962C8B-B14F-4D97-AF65-F5344CB8AC3E}">
        <p14:creationId xmlns:p14="http://schemas.microsoft.com/office/powerpoint/2010/main" val="279143781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 name="slide-title">
            <a:extLst>
              <a:ext uri="{FF2B5EF4-FFF2-40B4-BE49-F238E27FC236}">
                <a16:creationId xmlns:a16="http://schemas.microsoft.com/office/drawing/2014/main" id="{DA63A62F-3C3F-4733-93FC-CB33A7B23978}"/>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Zielauswahl und Erreichbarkeit</a:t>
            </a:r>
          </a:p>
        </p:txBody>
      </p:sp>
      <p:sp>
        <p:nvSpPr>
          <p:cNvPr id="1002" name="conveyor">
            <a:extLst>
              <a:ext uri="{FF2B5EF4-FFF2-40B4-BE49-F238E27FC236}">
                <a16:creationId xmlns:a16="http://schemas.microsoft.com/office/drawing/2014/main" id="{06E110AE-F1EE-40A7-91D1-AC360E7E0633}"/>
              </a:ext>
            </a:extLst>
          </p:cNvPr>
          <p:cNvSpPr>
            <a:spLocks noGrp="1"/>
          </p:cNvSpPr>
          <p:nvPr/>
        </p:nvSpPr>
        <p:spPr>
          <a:xfrm>
            <a:off x="762000" y="2524125"/>
            <a:ext cx="10048875" cy="1857375"/>
          </a:xfrm>
          <a:prstGeom prst="rect">
            <a:avLst/>
          </a:prstGeom>
          <a:solidFill>
            <a:srgbClr val="EAF0F5"/>
          </a:solidFill>
          <a:ln w="9525">
            <a:solidFill>
              <a:srgbClr val="ADB8C3"/>
            </a:solidFill>
          </a:ln>
        </p:spPr>
      </p:sp>
      <p:sp>
        <p:nvSpPr>
          <p:cNvPr id="1003" name="grip-zone">
            <a:extLst>
              <a:ext uri="{FF2B5EF4-FFF2-40B4-BE49-F238E27FC236}">
                <a16:creationId xmlns:a16="http://schemas.microsoft.com/office/drawing/2014/main" id="{D499349D-2AC6-45BA-83CC-5479179DBC16}"/>
              </a:ext>
            </a:extLst>
          </p:cNvPr>
          <p:cNvSpPr>
            <a:spLocks noGrp="1"/>
          </p:cNvSpPr>
          <p:nvPr/>
        </p:nvSpPr>
        <p:spPr>
          <a:xfrm>
            <a:off x="4000500" y="2524125"/>
            <a:ext cx="6286500" cy="1857375"/>
          </a:xfrm>
          <a:prstGeom prst="rect">
            <a:avLst/>
          </a:prstGeom>
          <a:solidFill>
            <a:srgbClr val="E9F2EB"/>
          </a:solidFill>
          <a:ln w="15240">
            <a:solidFill>
              <a:srgbClr val="39734C"/>
            </a:solidFill>
          </a:ln>
        </p:spPr>
      </p:sp>
      <p:sp>
        <p:nvSpPr>
          <p:cNvPr id="1004" name="grip-zone-label">
            <a:extLst>
              <a:ext uri="{FF2B5EF4-FFF2-40B4-BE49-F238E27FC236}">
                <a16:creationId xmlns:a16="http://schemas.microsoft.com/office/drawing/2014/main" id="{53F8AE99-821F-423C-ADCC-F340EDF2D1DE}"/>
              </a:ext>
            </a:extLst>
          </p:cNvPr>
          <p:cNvSpPr>
            <a:spLocks noGrp="1"/>
          </p:cNvSpPr>
          <p:nvPr/>
        </p:nvSpPr>
        <p:spPr>
          <a:xfrm>
            <a:off x="4206875" y="2647950"/>
            <a:ext cx="2333625" cy="333375"/>
          </a:xfrm>
          <a:prstGeom prst="rect">
            <a:avLst/>
          </a:prstGeom>
          <a:noFill/>
          <a:ln w="0">
            <a:noFill/>
          </a:ln>
        </p:spPr>
        <p:txBody>
          <a:bodyPr wrap="square" lIns="0" tIns="0" rIns="0" bIns="0" anchor="t">
            <a:noAutofit/>
          </a:bodyPr>
          <a:lstStyle/>
          <a:p>
            <a:pPr>
              <a:lnSpc>
                <a:spcPct val="105000"/>
              </a:lnSpc>
              <a:spcBef>
                <a:spcPts val="0"/>
              </a:spcBef>
              <a:spcAft>
                <a:spcPts val="0"/>
              </a:spcAft>
              <a:buNone/>
              <a:defRPr sz="2100" b="0">
                <a:solidFill>
                  <a:srgbClr val="39734C"/>
                </a:solidFill>
                <a:latin typeface="Calibri"/>
                <a:ea typeface="Calibri"/>
                <a:cs typeface="Calibri"/>
              </a:defRPr>
            </a:pPr>
            <a:r>
              <a:rPr sz="2100" b="0" dirty="0" err="1">
                <a:solidFill>
                  <a:srgbClr val="39734C"/>
                </a:solidFill>
                <a:latin typeface="Calibri"/>
                <a:ea typeface="Calibri"/>
                <a:cs typeface="Calibri"/>
              </a:rPr>
              <a:t>Greifzone</a:t>
            </a:r>
            <a:endParaRPr sz="2100" b="0" dirty="0">
              <a:solidFill>
                <a:srgbClr val="39734C"/>
              </a:solidFill>
              <a:latin typeface="Calibri"/>
              <a:ea typeface="Calibri"/>
              <a:cs typeface="Calibri"/>
            </a:endParaRPr>
          </a:p>
        </p:txBody>
      </p:sp>
      <p:sp>
        <p:nvSpPr>
          <p:cNvPr id="1005" name="belt-direction">
            <a:extLst>
              <a:ext uri="{FF2B5EF4-FFF2-40B4-BE49-F238E27FC236}">
                <a16:creationId xmlns:a16="http://schemas.microsoft.com/office/drawing/2014/main" id="{D66EE593-5C04-4A92-A6C0-0A1FAD9D542E}"/>
              </a:ext>
            </a:extLst>
          </p:cNvPr>
          <p:cNvSpPr>
            <a:spLocks noGrp="1"/>
          </p:cNvSpPr>
          <p:nvPr/>
        </p:nvSpPr>
        <p:spPr>
          <a:xfrm>
            <a:off x="762000" y="1781175"/>
            <a:ext cx="2095500" cy="266700"/>
          </a:xfrm>
          <a:prstGeom prst="rightArrow">
            <a:avLst/>
          </a:prstGeom>
          <a:solidFill>
            <a:srgbClr val="2869AF"/>
          </a:solidFill>
          <a:ln w="0">
            <a:noFill/>
          </a:ln>
        </p:spPr>
      </p:sp>
      <p:sp>
        <p:nvSpPr>
          <p:cNvPr id="1006" name="belt-direction-label">
            <a:extLst>
              <a:ext uri="{FF2B5EF4-FFF2-40B4-BE49-F238E27FC236}">
                <a16:creationId xmlns:a16="http://schemas.microsoft.com/office/drawing/2014/main" id="{E4C50435-83D4-4122-99A9-7FA091E61F91}"/>
              </a:ext>
            </a:extLst>
          </p:cNvPr>
          <p:cNvSpPr>
            <a:spLocks noGrp="1"/>
          </p:cNvSpPr>
          <p:nvPr/>
        </p:nvSpPr>
        <p:spPr>
          <a:xfrm>
            <a:off x="3238500" y="1724025"/>
            <a:ext cx="2428875"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Bandrichtung</a:t>
            </a:r>
          </a:p>
        </p:txBody>
      </p:sp>
      <p:sp>
        <p:nvSpPr>
          <p:cNvPr id="1007" name="normal-grip-plane">
            <a:extLst>
              <a:ext uri="{FF2B5EF4-FFF2-40B4-BE49-F238E27FC236}">
                <a16:creationId xmlns:a16="http://schemas.microsoft.com/office/drawing/2014/main" id="{E6A18E1D-2166-42EB-81A8-F13C249FE7B9}"/>
              </a:ext>
            </a:extLst>
          </p:cNvPr>
          <p:cNvSpPr>
            <a:spLocks noGrp="1"/>
          </p:cNvSpPr>
          <p:nvPr/>
        </p:nvSpPr>
        <p:spPr>
          <a:xfrm>
            <a:off x="8572500" y="2381249"/>
            <a:ext cx="45719" cy="2728563"/>
          </a:xfrm>
          <a:custGeom>
            <a:avLst/>
            <a:gdLst/>
            <a:ahLst/>
            <a:cxnLst/>
            <a:rect l="0" t="0" r="0" b="0"/>
            <a:pathLst>
              <a:path w="953" h="2152650">
                <a:moveTo>
                  <a:pt x="0" y="0"/>
                </a:moveTo>
                <a:lnTo>
                  <a:pt x="0" y="2152650"/>
                </a:lnTo>
              </a:path>
            </a:pathLst>
          </a:custGeom>
          <a:noFill/>
          <a:ln w="28575">
            <a:solidFill>
              <a:srgbClr val="2869AF"/>
            </a:solidFill>
            <a:prstDash val="dash"/>
          </a:ln>
        </p:spPr>
        <p:txBody>
          <a:bodyPr/>
          <a:lstStyle/>
          <a:p>
            <a:endParaRPr lang="de-DE"/>
          </a:p>
        </p:txBody>
      </p:sp>
      <p:sp>
        <p:nvSpPr>
          <p:cNvPr id="1008" name="fast-grip-plane">
            <a:extLst>
              <a:ext uri="{FF2B5EF4-FFF2-40B4-BE49-F238E27FC236}">
                <a16:creationId xmlns:a16="http://schemas.microsoft.com/office/drawing/2014/main" id="{F3FA55B6-7962-4CB7-8D4E-A6659A4DB67F}"/>
              </a:ext>
            </a:extLst>
          </p:cNvPr>
          <p:cNvSpPr>
            <a:spLocks noGrp="1"/>
          </p:cNvSpPr>
          <p:nvPr/>
        </p:nvSpPr>
        <p:spPr>
          <a:xfrm>
            <a:off x="8181659" y="2047875"/>
            <a:ext cx="45719" cy="2486025"/>
          </a:xfrm>
          <a:custGeom>
            <a:avLst/>
            <a:gdLst/>
            <a:ahLst/>
            <a:cxnLst/>
            <a:rect l="0" t="0" r="0" b="0"/>
            <a:pathLst>
              <a:path w="953" h="2152650">
                <a:moveTo>
                  <a:pt x="0" y="0"/>
                </a:moveTo>
                <a:lnTo>
                  <a:pt x="0" y="2152650"/>
                </a:lnTo>
              </a:path>
            </a:pathLst>
          </a:custGeom>
          <a:noFill/>
          <a:ln w="28575">
            <a:solidFill>
              <a:schemeClr val="accent2">
                <a:lumMod val="60000"/>
                <a:lumOff val="40000"/>
              </a:schemeClr>
            </a:solidFill>
            <a:prstDash val="dash"/>
          </a:ln>
        </p:spPr>
        <p:txBody>
          <a:bodyPr/>
          <a:lstStyle/>
          <a:p>
            <a:endParaRPr lang="de-DE"/>
          </a:p>
        </p:txBody>
      </p:sp>
      <p:sp>
        <p:nvSpPr>
          <p:cNvPr id="1009" name="normal-plane-label">
            <a:extLst>
              <a:ext uri="{FF2B5EF4-FFF2-40B4-BE49-F238E27FC236}">
                <a16:creationId xmlns:a16="http://schemas.microsoft.com/office/drawing/2014/main" id="{1809F7FE-64BD-47B1-9087-9B8E3525DB95}"/>
              </a:ext>
            </a:extLst>
          </p:cNvPr>
          <p:cNvSpPr>
            <a:spLocks noGrp="1"/>
          </p:cNvSpPr>
          <p:nvPr/>
        </p:nvSpPr>
        <p:spPr>
          <a:xfrm>
            <a:off x="7572375" y="5109813"/>
            <a:ext cx="2000250" cy="361950"/>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2869AF"/>
                </a:solidFill>
                <a:latin typeface="Calibri"/>
                <a:ea typeface="Calibri"/>
                <a:cs typeface="Calibri"/>
              </a:defRPr>
            </a:pPr>
            <a:r>
              <a:rPr lang="de-DE" sz="2000" dirty="0">
                <a:solidFill>
                  <a:srgbClr val="2869AF"/>
                </a:solidFill>
                <a:latin typeface="Calibri"/>
                <a:ea typeface="Calibri"/>
                <a:cs typeface="Calibri"/>
              </a:rPr>
              <a:t>Ebene spät. Griff</a:t>
            </a:r>
            <a:endParaRPr sz="2000" b="0" dirty="0">
              <a:solidFill>
                <a:srgbClr val="2869AF"/>
              </a:solidFill>
              <a:latin typeface="Calibri"/>
              <a:ea typeface="Calibri"/>
              <a:cs typeface="Calibri"/>
            </a:endParaRPr>
          </a:p>
        </p:txBody>
      </p:sp>
      <p:sp>
        <p:nvSpPr>
          <p:cNvPr id="1010" name="faster-plane-label">
            <a:extLst>
              <a:ext uri="{FF2B5EF4-FFF2-40B4-BE49-F238E27FC236}">
                <a16:creationId xmlns:a16="http://schemas.microsoft.com/office/drawing/2014/main" id="{44DC8F82-30EC-41BF-B8EB-01D5B1E9ADBA}"/>
              </a:ext>
            </a:extLst>
          </p:cNvPr>
          <p:cNvSpPr>
            <a:spLocks noGrp="1"/>
          </p:cNvSpPr>
          <p:nvPr/>
        </p:nvSpPr>
        <p:spPr>
          <a:xfrm>
            <a:off x="6975476" y="1412877"/>
            <a:ext cx="2406648" cy="619124"/>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1800" b="0">
                <a:solidFill>
                  <a:srgbClr val="C86C18"/>
                </a:solidFill>
                <a:latin typeface="Calibri"/>
                <a:ea typeface="Calibri"/>
                <a:cs typeface="Calibri"/>
              </a:defRPr>
            </a:pPr>
            <a:r>
              <a:rPr lang="de-DE" sz="1800" b="0" dirty="0">
                <a:solidFill>
                  <a:schemeClr val="accent2">
                    <a:lumMod val="60000"/>
                    <a:lumOff val="40000"/>
                  </a:schemeClr>
                </a:solidFill>
                <a:latin typeface="Calibri"/>
                <a:ea typeface="Calibri"/>
                <a:cs typeface="Calibri"/>
              </a:rPr>
              <a:t>Ebene spät. Griff bei höherer Geschwindigkeit</a:t>
            </a:r>
            <a:endParaRPr sz="1800" b="0" dirty="0">
              <a:solidFill>
                <a:schemeClr val="accent2">
                  <a:lumMod val="60000"/>
                  <a:lumOff val="40000"/>
                </a:schemeClr>
              </a:solidFill>
              <a:latin typeface="Calibri"/>
              <a:ea typeface="Calibri"/>
              <a:cs typeface="Calibri"/>
            </a:endParaRPr>
          </a:p>
        </p:txBody>
      </p:sp>
      <p:sp>
        <p:nvSpPr>
          <p:cNvPr id="1011" name="unstable-object">
            <a:extLst>
              <a:ext uri="{FF2B5EF4-FFF2-40B4-BE49-F238E27FC236}">
                <a16:creationId xmlns:a16="http://schemas.microsoft.com/office/drawing/2014/main" id="{4BD14D1F-6912-4A3C-8FEE-E8960D196216}"/>
              </a:ext>
            </a:extLst>
          </p:cNvPr>
          <p:cNvSpPr>
            <a:spLocks noGrp="1"/>
          </p:cNvSpPr>
          <p:nvPr/>
        </p:nvSpPr>
        <p:spPr>
          <a:xfrm>
            <a:off x="2000250" y="3152775"/>
            <a:ext cx="762000" cy="666750"/>
          </a:xfrm>
          <a:prstGeom prst="rect">
            <a:avLst/>
          </a:prstGeom>
          <a:solidFill>
            <a:srgbClr val="DCE1E5"/>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2400">
                <a:solidFill>
                  <a:srgbClr val="17232E"/>
                </a:solidFill>
                <a:latin typeface="Calibri"/>
                <a:ea typeface="Calibri"/>
                <a:cs typeface="Calibri"/>
              </a:defRPr>
            </a:pPr>
            <a:r>
              <a:rPr sz="2400">
                <a:solidFill>
                  <a:srgbClr val="17232E"/>
                </a:solidFill>
                <a:latin typeface="Calibri"/>
                <a:ea typeface="Calibri"/>
                <a:cs typeface="Calibri"/>
              </a:rPr>
              <a:t>A</a:t>
            </a:r>
          </a:p>
        </p:txBody>
      </p:sp>
      <p:sp>
        <p:nvSpPr>
          <p:cNvPr id="1012" name="selected-object">
            <a:extLst>
              <a:ext uri="{FF2B5EF4-FFF2-40B4-BE49-F238E27FC236}">
                <a16:creationId xmlns:a16="http://schemas.microsoft.com/office/drawing/2014/main" id="{A699B7A2-B8EB-4F1A-9CEA-B9AE59157863}"/>
              </a:ext>
            </a:extLst>
          </p:cNvPr>
          <p:cNvSpPr>
            <a:spLocks noGrp="1"/>
          </p:cNvSpPr>
          <p:nvPr/>
        </p:nvSpPr>
        <p:spPr>
          <a:xfrm>
            <a:off x="4953000" y="3152775"/>
            <a:ext cx="857250" cy="666750"/>
          </a:xfrm>
          <a:prstGeom prst="rect">
            <a:avLst/>
          </a:prstGeom>
          <a:solidFill>
            <a:srgbClr val="2869A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400">
                <a:solidFill>
                  <a:srgbClr val="FFFFFF"/>
                </a:solidFill>
                <a:latin typeface="Calibri"/>
                <a:ea typeface="Calibri"/>
                <a:cs typeface="Calibri"/>
              </a:defRPr>
            </a:pPr>
            <a:r>
              <a:rPr sz="2400">
                <a:solidFill>
                  <a:srgbClr val="FFFFFF"/>
                </a:solidFill>
                <a:latin typeface="Calibri"/>
                <a:ea typeface="Calibri"/>
                <a:cs typeface="Calibri"/>
              </a:rPr>
              <a:t>B</a:t>
            </a:r>
          </a:p>
        </p:txBody>
      </p:sp>
      <p:sp>
        <p:nvSpPr>
          <p:cNvPr id="1013" name="late-object">
            <a:extLst>
              <a:ext uri="{FF2B5EF4-FFF2-40B4-BE49-F238E27FC236}">
                <a16:creationId xmlns:a16="http://schemas.microsoft.com/office/drawing/2014/main" id="{D6713A25-39E3-4BF8-B133-A73BBBCDEEC1}"/>
              </a:ext>
            </a:extLst>
          </p:cNvPr>
          <p:cNvSpPr>
            <a:spLocks noGrp="1"/>
          </p:cNvSpPr>
          <p:nvPr/>
        </p:nvSpPr>
        <p:spPr>
          <a:xfrm>
            <a:off x="9153525" y="3152775"/>
            <a:ext cx="781050" cy="666750"/>
          </a:xfrm>
          <a:prstGeom prst="rect">
            <a:avLst/>
          </a:prstGeom>
          <a:solidFill>
            <a:srgbClr val="FFF1E3"/>
          </a:solidFill>
          <a:ln w="15240">
            <a:solidFill>
              <a:srgbClr val="C86C18"/>
            </a:solidFill>
          </a:ln>
        </p:spPr>
        <p:txBody>
          <a:bodyPr lIns="76200" tIns="38100" rIns="76200" bIns="38100" anchor="ctr">
            <a:noAutofit/>
          </a:bodyPr>
          <a:lstStyle/>
          <a:p>
            <a:pPr algn="ctr">
              <a:lnSpc>
                <a:spcPct val="103000"/>
              </a:lnSpc>
              <a:spcBef>
                <a:spcPts val="0"/>
              </a:spcBef>
              <a:spcAft>
                <a:spcPts val="0"/>
              </a:spcAft>
              <a:buNone/>
              <a:defRPr sz="2400">
                <a:solidFill>
                  <a:srgbClr val="17232E"/>
                </a:solidFill>
                <a:latin typeface="Calibri"/>
                <a:ea typeface="Calibri"/>
                <a:cs typeface="Calibri"/>
              </a:defRPr>
            </a:pPr>
            <a:r>
              <a:rPr sz="2400">
                <a:solidFill>
                  <a:srgbClr val="17232E"/>
                </a:solidFill>
                <a:latin typeface="Calibri"/>
                <a:ea typeface="Calibri"/>
                <a:cs typeface="Calibri"/>
              </a:rPr>
              <a:t>C</a:t>
            </a:r>
          </a:p>
        </p:txBody>
      </p:sp>
      <p:sp>
        <p:nvSpPr>
          <p:cNvPr id="1014" name="unstable-label">
            <a:extLst>
              <a:ext uri="{FF2B5EF4-FFF2-40B4-BE49-F238E27FC236}">
                <a16:creationId xmlns:a16="http://schemas.microsoft.com/office/drawing/2014/main" id="{BF925AE4-B5DF-4F86-AE91-DF5C60F72CBC}"/>
              </a:ext>
            </a:extLst>
          </p:cNvPr>
          <p:cNvSpPr>
            <a:spLocks noGrp="1"/>
          </p:cNvSpPr>
          <p:nvPr/>
        </p:nvSpPr>
        <p:spPr>
          <a:xfrm>
            <a:off x="1333500" y="4629150"/>
            <a:ext cx="247650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Einschwingend</a:t>
            </a:r>
            <a:endParaRPr sz="2000" b="0" dirty="0">
              <a:solidFill>
                <a:srgbClr val="61707D"/>
              </a:solidFill>
              <a:latin typeface="Calibri"/>
              <a:ea typeface="Calibri"/>
              <a:cs typeface="Calibri"/>
            </a:endParaRPr>
          </a:p>
        </p:txBody>
      </p:sp>
      <p:sp>
        <p:nvSpPr>
          <p:cNvPr id="1015" name="selected-label">
            <a:extLst>
              <a:ext uri="{FF2B5EF4-FFF2-40B4-BE49-F238E27FC236}">
                <a16:creationId xmlns:a16="http://schemas.microsoft.com/office/drawing/2014/main" id="{70D1634B-182F-4522-A2EA-FC4280D89DCE}"/>
              </a:ext>
            </a:extLst>
          </p:cNvPr>
          <p:cNvSpPr>
            <a:spLocks noGrp="1"/>
          </p:cNvSpPr>
          <p:nvPr/>
        </p:nvSpPr>
        <p:spPr>
          <a:xfrm>
            <a:off x="4476750" y="4629150"/>
            <a:ext cx="209550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Ausgewählt</a:t>
            </a:r>
          </a:p>
        </p:txBody>
      </p:sp>
      <p:sp>
        <p:nvSpPr>
          <p:cNvPr id="1016" name="late-label">
            <a:extLst>
              <a:ext uri="{FF2B5EF4-FFF2-40B4-BE49-F238E27FC236}">
                <a16:creationId xmlns:a16="http://schemas.microsoft.com/office/drawing/2014/main" id="{92F92F70-E486-48E8-AD73-4EAF0D6040B3}"/>
              </a:ext>
            </a:extLst>
          </p:cNvPr>
          <p:cNvSpPr>
            <a:spLocks noGrp="1"/>
          </p:cNvSpPr>
          <p:nvPr/>
        </p:nvSpPr>
        <p:spPr>
          <a:xfrm>
            <a:off x="8836025" y="4422775"/>
            <a:ext cx="2018984"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C86C18"/>
                </a:solidFill>
                <a:latin typeface="Calibri"/>
                <a:ea typeface="Calibri"/>
                <a:cs typeface="Calibri"/>
              </a:defRPr>
            </a:pPr>
            <a:r>
              <a:rPr lang="de-DE" sz="2000" dirty="0">
                <a:solidFill>
                  <a:srgbClr val="C86C18"/>
                </a:solidFill>
                <a:latin typeface="Calibri"/>
                <a:ea typeface="Calibri"/>
                <a:cs typeface="Calibri"/>
              </a:rPr>
              <a:t>nicht mehr greifbar</a:t>
            </a:r>
            <a:endParaRPr sz="2000" b="0" dirty="0">
              <a:solidFill>
                <a:srgbClr val="C86C18"/>
              </a:solidFill>
              <a:latin typeface="Calibri"/>
              <a:ea typeface="Calibri"/>
              <a:cs typeface="Calibri"/>
            </a:endParaRPr>
          </a:p>
        </p:txBody>
      </p:sp>
      <p:sp>
        <p:nvSpPr>
          <p:cNvPr id="1017" name="caption-9">
            <a:extLst>
              <a:ext uri="{FF2B5EF4-FFF2-40B4-BE49-F238E27FC236}">
                <a16:creationId xmlns:a16="http://schemas.microsoft.com/office/drawing/2014/main" id="{0DF87677-71B5-44B7-8258-A5ADBFD634B4}"/>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Schematische Kandidaten und geschwindigkeitsabhängige Greifebene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9</a:t>
            </a:fld>
            <a:endParaRPr lang="de-DE"/>
          </a:p>
        </p:txBody>
      </p:sp>
      <p:sp>
        <p:nvSpPr>
          <p:cNvPr id="28" name="Ellipse 27">
            <a:extLst>
              <a:ext uri="{FF2B5EF4-FFF2-40B4-BE49-F238E27FC236}">
                <a16:creationId xmlns:a16="http://schemas.microsoft.com/office/drawing/2014/main" id="{FB4AC40B-D575-CE46-9C3C-D88DDDEBDFFC}"/>
              </a:ext>
            </a:extLst>
          </p:cNvPr>
          <p:cNvSpPr>
            <a:spLocks noGrp="1"/>
          </p:cNvSpPr>
          <p:nvPr/>
        </p:nvSpPr>
        <p:spPr>
          <a:xfrm>
            <a:off x="8784907" y="351009"/>
            <a:ext cx="323850" cy="323850"/>
          </a:xfrm>
          <a:prstGeom prst="ellipse">
            <a:avLst/>
          </a:prstGeom>
          <a:solidFill>
            <a:srgbClr val="DCE3E6"/>
          </a:solidFill>
          <a:ln w="11430">
            <a:solidFill>
              <a:srgbClr val="263238"/>
            </a:solidFill>
            <a:prstDash val="solid"/>
          </a:ln>
        </p:spPr>
        <p:txBody>
          <a:bodyPr/>
          <a:lstStyle/>
          <a:p>
            <a:endParaRPr lang="de-DE"/>
          </a:p>
        </p:txBody>
      </p:sp>
      <p:sp>
        <p:nvSpPr>
          <p:cNvPr id="30" name="Rechteck: abgerundete Ecken 29">
            <a:extLst>
              <a:ext uri="{FF2B5EF4-FFF2-40B4-BE49-F238E27FC236}">
                <a16:creationId xmlns:a16="http://schemas.microsoft.com/office/drawing/2014/main" id="{FC25956C-F9E8-22C7-40D1-42205E064E21}"/>
              </a:ext>
            </a:extLst>
          </p:cNvPr>
          <p:cNvSpPr>
            <a:spLocks noGrp="1"/>
          </p:cNvSpPr>
          <p:nvPr/>
        </p:nvSpPr>
        <p:spPr>
          <a:xfrm rot="1683492">
            <a:off x="8806616" y="610864"/>
            <a:ext cx="1047750" cy="171450"/>
          </a:xfrm>
          <a:prstGeom prst="roundRect">
            <a:avLst>
              <a:gd name="adj" fmla="val 33333"/>
            </a:avLst>
          </a:prstGeom>
          <a:solidFill>
            <a:srgbClr val="DCE3E6"/>
          </a:solidFill>
          <a:ln w="0">
            <a:solidFill>
              <a:srgbClr val="DCE3E6"/>
            </a:solidFill>
            <a:prstDash val="solid"/>
          </a:ln>
        </p:spPr>
        <p:txBody>
          <a:bodyPr/>
          <a:lstStyle/>
          <a:p>
            <a:endParaRPr lang="de-DE"/>
          </a:p>
        </p:txBody>
      </p:sp>
      <p:sp>
        <p:nvSpPr>
          <p:cNvPr id="32" name="Ellipse 31">
            <a:extLst>
              <a:ext uri="{FF2B5EF4-FFF2-40B4-BE49-F238E27FC236}">
                <a16:creationId xmlns:a16="http://schemas.microsoft.com/office/drawing/2014/main" id="{13151373-9620-43F2-D9CE-F1C65F1A51B7}"/>
              </a:ext>
            </a:extLst>
          </p:cNvPr>
          <p:cNvSpPr>
            <a:spLocks noGrp="1"/>
          </p:cNvSpPr>
          <p:nvPr/>
        </p:nvSpPr>
        <p:spPr>
          <a:xfrm>
            <a:off x="9572625" y="749300"/>
            <a:ext cx="304800" cy="304800"/>
          </a:xfrm>
          <a:prstGeom prst="ellipse">
            <a:avLst/>
          </a:prstGeom>
          <a:solidFill>
            <a:srgbClr val="DCE3E6"/>
          </a:solidFill>
          <a:ln w="11430">
            <a:solidFill>
              <a:srgbClr val="263238"/>
            </a:solidFill>
            <a:prstDash val="solid"/>
          </a:ln>
        </p:spPr>
      </p:sp>
      <p:sp>
        <p:nvSpPr>
          <p:cNvPr id="34" name="Ellipse 33">
            <a:extLst>
              <a:ext uri="{FF2B5EF4-FFF2-40B4-BE49-F238E27FC236}">
                <a16:creationId xmlns:a16="http://schemas.microsoft.com/office/drawing/2014/main" id="{29EE048F-C1E2-04B2-7A6E-394C418526AF}"/>
              </a:ext>
            </a:extLst>
          </p:cNvPr>
          <p:cNvSpPr>
            <a:spLocks noGrp="1"/>
          </p:cNvSpPr>
          <p:nvPr/>
        </p:nvSpPr>
        <p:spPr>
          <a:xfrm>
            <a:off x="9667875" y="825500"/>
            <a:ext cx="133350" cy="133350"/>
          </a:xfrm>
          <a:prstGeom prst="ellipse">
            <a:avLst/>
          </a:prstGeom>
          <a:solidFill>
            <a:srgbClr val="147EAE"/>
          </a:solidFill>
          <a:ln w="0">
            <a:solidFill>
              <a:srgbClr val="147EAE"/>
            </a:solidFill>
            <a:prstDash val="solid"/>
          </a:ln>
        </p:spPr>
      </p:sp>
      <p:sp>
        <p:nvSpPr>
          <p:cNvPr id="36" name="Gerader Verbinder 35">
            <a:extLst>
              <a:ext uri="{FF2B5EF4-FFF2-40B4-BE49-F238E27FC236}">
                <a16:creationId xmlns:a16="http://schemas.microsoft.com/office/drawing/2014/main" id="{D28BF024-2692-F460-CEDE-F10B46B37BC4}"/>
              </a:ext>
            </a:extLst>
          </p:cNvPr>
          <p:cNvSpPr>
            <a:spLocks noGrp="1"/>
          </p:cNvSpPr>
          <p:nvPr/>
        </p:nvSpPr>
        <p:spPr>
          <a:xfrm>
            <a:off x="9734550" y="958850"/>
            <a:ext cx="0" cy="495300"/>
          </a:xfrm>
          <a:prstGeom prst="line">
            <a:avLst/>
          </a:prstGeom>
          <a:noFill/>
          <a:ln w="11430">
            <a:solidFill>
              <a:srgbClr val="5C6770"/>
            </a:solidFill>
            <a:prstDash val="dash"/>
          </a:ln>
        </p:spPr>
      </p:sp>
      <p:sp>
        <p:nvSpPr>
          <p:cNvPr id="38" name="Rechteck: abgerundete Ecken 37">
            <a:extLst>
              <a:ext uri="{FF2B5EF4-FFF2-40B4-BE49-F238E27FC236}">
                <a16:creationId xmlns:a16="http://schemas.microsoft.com/office/drawing/2014/main" id="{81F695D2-5C04-984E-79AF-8B67659BEE74}"/>
              </a:ext>
            </a:extLst>
          </p:cNvPr>
          <p:cNvSpPr>
            <a:spLocks noGrp="1"/>
          </p:cNvSpPr>
          <p:nvPr/>
        </p:nvSpPr>
        <p:spPr>
          <a:xfrm>
            <a:off x="9448800" y="1454150"/>
            <a:ext cx="571500" cy="723900"/>
          </a:xfrm>
          <a:prstGeom prst="roundRect">
            <a:avLst>
              <a:gd name="adj" fmla="val 5000"/>
            </a:avLst>
          </a:prstGeom>
          <a:solidFill>
            <a:srgbClr val="FFFFFF"/>
          </a:solidFill>
          <a:ln w="13335">
            <a:solidFill>
              <a:srgbClr val="263238"/>
            </a:solidFill>
            <a:prstDash val="solid"/>
          </a:ln>
        </p:spPr>
      </p:sp>
      <p:sp>
        <p:nvSpPr>
          <p:cNvPr id="40" name="Rechteck: abgerundete Ecken 39">
            <a:extLst>
              <a:ext uri="{FF2B5EF4-FFF2-40B4-BE49-F238E27FC236}">
                <a16:creationId xmlns:a16="http://schemas.microsoft.com/office/drawing/2014/main" id="{2CFF33D7-A15C-6611-50B7-216929EE5F4D}"/>
              </a:ext>
            </a:extLst>
          </p:cNvPr>
          <p:cNvSpPr>
            <a:spLocks noGrp="1"/>
          </p:cNvSpPr>
          <p:nvPr/>
        </p:nvSpPr>
        <p:spPr>
          <a:xfrm>
            <a:off x="9334500" y="2120900"/>
            <a:ext cx="171450" cy="666750"/>
          </a:xfrm>
          <a:prstGeom prst="roundRect">
            <a:avLst>
              <a:gd name="adj" fmla="val 11111"/>
            </a:avLst>
          </a:prstGeom>
          <a:solidFill>
            <a:srgbClr val="DCE3E6"/>
          </a:solidFill>
          <a:ln w="11430">
            <a:solidFill>
              <a:srgbClr val="263238"/>
            </a:solidFill>
            <a:prstDash val="solid"/>
          </a:ln>
        </p:spPr>
      </p:sp>
      <p:sp>
        <p:nvSpPr>
          <p:cNvPr id="42" name="Rechteck: abgerundete Ecken 41">
            <a:extLst>
              <a:ext uri="{FF2B5EF4-FFF2-40B4-BE49-F238E27FC236}">
                <a16:creationId xmlns:a16="http://schemas.microsoft.com/office/drawing/2014/main" id="{1DC5DF24-28E4-3594-6B86-91C188BA0C81}"/>
              </a:ext>
            </a:extLst>
          </p:cNvPr>
          <p:cNvSpPr>
            <a:spLocks noGrp="1"/>
          </p:cNvSpPr>
          <p:nvPr/>
        </p:nvSpPr>
        <p:spPr>
          <a:xfrm>
            <a:off x="9963150" y="2120900"/>
            <a:ext cx="171450" cy="666750"/>
          </a:xfrm>
          <a:prstGeom prst="roundRect">
            <a:avLst>
              <a:gd name="adj" fmla="val 11111"/>
            </a:avLst>
          </a:prstGeom>
          <a:solidFill>
            <a:srgbClr val="DCE3E6"/>
          </a:solidFill>
          <a:ln w="11430">
            <a:solidFill>
              <a:srgbClr val="263238"/>
            </a:solidFill>
            <a:prstDash val="solid"/>
          </a:ln>
        </p:spPr>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8" name="Gerade Verbindung mit Pfeil 1027"/>
          <p:cNvCxnSpPr>
            <a:stCxn id="1008" idx="1"/>
            <a:endCxn id="1009" idx="3"/>
          </p:cNvCxnSpPr>
          <p:nvPr/>
        </p:nvCxnSpPr>
        <p:spPr>
          <a:xfrm flipH="1">
            <a:off x="2952750" y="3238500"/>
            <a:ext cx="400050" cy="0"/>
          </a:xfrm>
          <a:prstGeom prst="straightConnector1">
            <a:avLst/>
          </a:prstGeom>
          <a:ln w="19050">
            <a:solidFill>
              <a:srgbClr val="2869AF"/>
            </a:solidFill>
            <a:prstDash val="solid"/>
            <a:tailEnd type="triangle" w="sm" len="sm"/>
          </a:ln>
        </p:spPr>
      </p:cxnSp>
      <p:cxnSp>
        <p:nvCxnSpPr>
          <p:cNvPr id="1029" name="Gerade Verbindung mit Pfeil 1028"/>
          <p:cNvCxnSpPr>
            <a:stCxn id="1007" idx="1"/>
            <a:endCxn id="1008" idx="3"/>
          </p:cNvCxnSpPr>
          <p:nvPr/>
        </p:nvCxnSpPr>
        <p:spPr>
          <a:xfrm flipH="1">
            <a:off x="5638800" y="3238500"/>
            <a:ext cx="400050" cy="0"/>
          </a:xfrm>
          <a:prstGeom prst="straightConnector1">
            <a:avLst/>
          </a:prstGeom>
          <a:ln w="19050">
            <a:solidFill>
              <a:srgbClr val="2869AF"/>
            </a:solidFill>
            <a:prstDash val="solid"/>
            <a:tailEnd type="triangle" w="sm" len="sm"/>
          </a:ln>
        </p:spPr>
      </p:cxnSp>
      <p:cxnSp>
        <p:nvCxnSpPr>
          <p:cNvPr id="1030" name="Gerade Verbindung mit Pfeil 1029"/>
          <p:cNvCxnSpPr>
            <a:stCxn id="1006" idx="1"/>
            <a:endCxn id="1007" idx="3"/>
          </p:cNvCxnSpPr>
          <p:nvPr/>
        </p:nvCxnSpPr>
        <p:spPr>
          <a:xfrm flipH="1">
            <a:off x="8324850" y="3238500"/>
            <a:ext cx="400050" cy="0"/>
          </a:xfrm>
          <a:prstGeom prst="straightConnector1">
            <a:avLst/>
          </a:prstGeom>
          <a:ln w="19050">
            <a:solidFill>
              <a:srgbClr val="2869AF"/>
            </a:solidFill>
            <a:prstDash val="solid"/>
            <a:tailEnd type="triangle" w="sm" len="sm"/>
          </a:ln>
        </p:spPr>
      </p:cxnSp>
      <p:cxnSp>
        <p:nvCxnSpPr>
          <p:cNvPr id="1031" name="Gerade Verbindung mit Pfeil 1030"/>
          <p:cNvCxnSpPr>
            <a:stCxn id="1005" idx="2"/>
            <a:endCxn id="1006" idx="0"/>
          </p:cNvCxnSpPr>
          <p:nvPr/>
        </p:nvCxnSpPr>
        <p:spPr>
          <a:xfrm>
            <a:off x="9867900" y="2162175"/>
            <a:ext cx="0" cy="733425"/>
          </a:xfrm>
          <a:prstGeom prst="straightConnector1">
            <a:avLst/>
          </a:prstGeom>
          <a:ln w="19050">
            <a:solidFill>
              <a:srgbClr val="2869AF"/>
            </a:solidFill>
            <a:prstDash val="solid"/>
            <a:tailEnd type="triangle" w="sm" len="sm"/>
          </a:ln>
        </p:spPr>
      </p:cxnSp>
      <p:cxnSp>
        <p:nvCxnSpPr>
          <p:cNvPr id="1032" name="Gerade Verbindung mit Pfeil 1031"/>
          <p:cNvCxnSpPr>
            <a:stCxn id="1004" idx="3"/>
            <a:endCxn id="1005" idx="1"/>
          </p:cNvCxnSpPr>
          <p:nvPr/>
        </p:nvCxnSpPr>
        <p:spPr>
          <a:xfrm>
            <a:off x="8324850" y="1819275"/>
            <a:ext cx="400050" cy="0"/>
          </a:xfrm>
          <a:prstGeom prst="straightConnector1">
            <a:avLst/>
          </a:prstGeom>
          <a:ln w="19050">
            <a:solidFill>
              <a:srgbClr val="2869AF"/>
            </a:solidFill>
            <a:prstDash val="solid"/>
            <a:tailEnd type="triangle" w="sm" len="sm"/>
          </a:ln>
        </p:spPr>
      </p:cxnSp>
      <p:cxnSp>
        <p:nvCxnSpPr>
          <p:cNvPr id="1033" name="Gerade Verbindung mit Pfeil 1032"/>
          <p:cNvCxnSpPr>
            <a:stCxn id="1003" idx="3"/>
            <a:endCxn id="1004" idx="1"/>
          </p:cNvCxnSpPr>
          <p:nvPr/>
        </p:nvCxnSpPr>
        <p:spPr>
          <a:xfrm>
            <a:off x="5638800" y="1819275"/>
            <a:ext cx="400050" cy="0"/>
          </a:xfrm>
          <a:prstGeom prst="straightConnector1">
            <a:avLst/>
          </a:prstGeom>
          <a:ln w="19050">
            <a:solidFill>
              <a:srgbClr val="2869AF"/>
            </a:solidFill>
            <a:prstDash val="solid"/>
            <a:tailEnd type="triangle" w="sm" len="sm"/>
          </a:ln>
        </p:spPr>
      </p:cxnSp>
      <p:cxnSp>
        <p:nvCxnSpPr>
          <p:cNvPr id="1034" name="Gerade Verbindung mit Pfeil 1033"/>
          <p:cNvCxnSpPr>
            <a:stCxn id="1002" idx="3"/>
            <a:endCxn id="1003" idx="1"/>
          </p:cNvCxnSpPr>
          <p:nvPr/>
        </p:nvCxnSpPr>
        <p:spPr>
          <a:xfrm>
            <a:off x="2952750" y="1819275"/>
            <a:ext cx="400050" cy="0"/>
          </a:xfrm>
          <a:prstGeom prst="straightConnector1">
            <a:avLst/>
          </a:prstGeom>
          <a:ln w="19050">
            <a:solidFill>
              <a:srgbClr val="2869AF"/>
            </a:solidFill>
            <a:prstDash val="solid"/>
            <a:tailEnd type="triangle" w="sm" len="sm"/>
          </a:ln>
        </p:spPr>
      </p:cxnSp>
      <p:sp>
        <p:nvSpPr>
          <p:cNvPr id="1035" name="slide-title">
            <a:extLst>
              <a:ext uri="{FF2B5EF4-FFF2-40B4-BE49-F238E27FC236}">
                <a16:creationId xmlns:a16="http://schemas.microsoft.com/office/drawing/2014/main" id="{CFEE2F63-30CB-4E04-8A78-5BA8CB61EA52}"/>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Greifen während der Bewegung</a:t>
            </a:r>
          </a:p>
        </p:txBody>
      </p:sp>
      <p:sp>
        <p:nvSpPr>
          <p:cNvPr id="1002" name="state-0">
            <a:extLst>
              <a:ext uri="{FF2B5EF4-FFF2-40B4-BE49-F238E27FC236}">
                <a16:creationId xmlns:a16="http://schemas.microsoft.com/office/drawing/2014/main" id="{2624BDB3-72F6-4022-A169-8832C27E6F49}"/>
              </a:ext>
            </a:extLst>
          </p:cNvPr>
          <p:cNvSpPr>
            <a:spLocks noGrp="1"/>
          </p:cNvSpPr>
          <p:nvPr/>
        </p:nvSpPr>
        <p:spPr>
          <a:xfrm>
            <a:off x="666750" y="1476375"/>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Warten</a:t>
            </a:r>
          </a:p>
        </p:txBody>
      </p:sp>
      <p:sp>
        <p:nvSpPr>
          <p:cNvPr id="1003" name="state-1">
            <a:extLst>
              <a:ext uri="{FF2B5EF4-FFF2-40B4-BE49-F238E27FC236}">
                <a16:creationId xmlns:a16="http://schemas.microsoft.com/office/drawing/2014/main" id="{34A2CA7D-D448-4586-8979-36835DDB66FD}"/>
              </a:ext>
            </a:extLst>
          </p:cNvPr>
          <p:cNvSpPr>
            <a:spLocks noGrp="1"/>
          </p:cNvSpPr>
          <p:nvPr/>
        </p:nvSpPr>
        <p:spPr>
          <a:xfrm>
            <a:off x="3352800" y="1476375"/>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Anfahren</a:t>
            </a:r>
          </a:p>
        </p:txBody>
      </p:sp>
      <p:sp>
        <p:nvSpPr>
          <p:cNvPr id="1004" name="state-2">
            <a:extLst>
              <a:ext uri="{FF2B5EF4-FFF2-40B4-BE49-F238E27FC236}">
                <a16:creationId xmlns:a16="http://schemas.microsoft.com/office/drawing/2014/main" id="{7055FF1E-55F9-4394-BB91-9FA71F31F299}"/>
              </a:ext>
            </a:extLst>
          </p:cNvPr>
          <p:cNvSpPr>
            <a:spLocks noGrp="1"/>
          </p:cNvSpPr>
          <p:nvPr/>
        </p:nvSpPr>
        <p:spPr>
          <a:xfrm>
            <a:off x="6038850" y="1476375"/>
            <a:ext cx="2286000" cy="68580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Folgen</a:t>
            </a:r>
          </a:p>
        </p:txBody>
      </p:sp>
      <p:sp>
        <p:nvSpPr>
          <p:cNvPr id="1005" name="state-3">
            <a:extLst>
              <a:ext uri="{FF2B5EF4-FFF2-40B4-BE49-F238E27FC236}">
                <a16:creationId xmlns:a16="http://schemas.microsoft.com/office/drawing/2014/main" id="{059929A9-F475-4E69-8326-43D33F598FB8}"/>
              </a:ext>
            </a:extLst>
          </p:cNvPr>
          <p:cNvSpPr>
            <a:spLocks noGrp="1"/>
          </p:cNvSpPr>
          <p:nvPr/>
        </p:nvSpPr>
        <p:spPr>
          <a:xfrm>
            <a:off x="8724900" y="1476375"/>
            <a:ext cx="2286000" cy="68580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Absenken</a:t>
            </a:r>
          </a:p>
        </p:txBody>
      </p:sp>
      <p:sp>
        <p:nvSpPr>
          <p:cNvPr id="1006" name="state-4">
            <a:extLst>
              <a:ext uri="{FF2B5EF4-FFF2-40B4-BE49-F238E27FC236}">
                <a16:creationId xmlns:a16="http://schemas.microsoft.com/office/drawing/2014/main" id="{0945D011-88DC-4CFE-BCE1-894F5CA6E6F7}"/>
              </a:ext>
            </a:extLst>
          </p:cNvPr>
          <p:cNvSpPr>
            <a:spLocks noGrp="1"/>
          </p:cNvSpPr>
          <p:nvPr/>
        </p:nvSpPr>
        <p:spPr>
          <a:xfrm>
            <a:off x="8724900" y="2895600"/>
            <a:ext cx="2286000" cy="68580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Greifen</a:t>
            </a:r>
          </a:p>
        </p:txBody>
      </p:sp>
      <p:sp>
        <p:nvSpPr>
          <p:cNvPr id="1007" name="state-5">
            <a:extLst>
              <a:ext uri="{FF2B5EF4-FFF2-40B4-BE49-F238E27FC236}">
                <a16:creationId xmlns:a16="http://schemas.microsoft.com/office/drawing/2014/main" id="{B1615AFB-DDD4-4EEC-B5B9-20591897DC35}"/>
              </a:ext>
            </a:extLst>
          </p:cNvPr>
          <p:cNvSpPr>
            <a:spLocks noGrp="1"/>
          </p:cNvSpPr>
          <p:nvPr/>
        </p:nvSpPr>
        <p:spPr>
          <a:xfrm>
            <a:off x="6038850" y="2895600"/>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Heben</a:t>
            </a:r>
          </a:p>
        </p:txBody>
      </p:sp>
      <p:sp>
        <p:nvSpPr>
          <p:cNvPr id="1008" name="state-6">
            <a:extLst>
              <a:ext uri="{FF2B5EF4-FFF2-40B4-BE49-F238E27FC236}">
                <a16:creationId xmlns:a16="http://schemas.microsoft.com/office/drawing/2014/main" id="{EF20A349-18F5-4D37-80EA-C1836C245C92}"/>
              </a:ext>
            </a:extLst>
          </p:cNvPr>
          <p:cNvSpPr>
            <a:spLocks noGrp="1"/>
          </p:cNvSpPr>
          <p:nvPr/>
        </p:nvSpPr>
        <p:spPr>
          <a:xfrm>
            <a:off x="3352800" y="2895600"/>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Ablegen</a:t>
            </a:r>
          </a:p>
        </p:txBody>
      </p:sp>
      <p:sp>
        <p:nvSpPr>
          <p:cNvPr id="1009" name="state-7">
            <a:extLst>
              <a:ext uri="{FF2B5EF4-FFF2-40B4-BE49-F238E27FC236}">
                <a16:creationId xmlns:a16="http://schemas.microsoft.com/office/drawing/2014/main" id="{D2D65AC4-6B48-4E81-8967-AB9AAA510A4D}"/>
              </a:ext>
            </a:extLst>
          </p:cNvPr>
          <p:cNvSpPr>
            <a:spLocks noGrp="1"/>
          </p:cNvSpPr>
          <p:nvPr/>
        </p:nvSpPr>
        <p:spPr>
          <a:xfrm>
            <a:off x="666750" y="2895600"/>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Lösen</a:t>
            </a:r>
          </a:p>
        </p:txBody>
      </p:sp>
      <p:sp>
        <p:nvSpPr>
          <p:cNvPr id="1017" name="with-belt">
            <a:extLst>
              <a:ext uri="{FF2B5EF4-FFF2-40B4-BE49-F238E27FC236}">
                <a16:creationId xmlns:a16="http://schemas.microsoft.com/office/drawing/2014/main" id="{7D71A3C3-A304-4873-AC8F-8A0A439CAD81}"/>
              </a:ext>
            </a:extLst>
          </p:cNvPr>
          <p:cNvSpPr>
            <a:spLocks noGrp="1"/>
          </p:cNvSpPr>
          <p:nvPr/>
        </p:nvSpPr>
        <p:spPr>
          <a:xfrm>
            <a:off x="666750" y="3819525"/>
            <a:ext cx="10382250" cy="361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2869AF"/>
                </a:solidFill>
                <a:latin typeface="Calibri"/>
                <a:ea typeface="Calibri"/>
                <a:cs typeface="Calibri"/>
              </a:defRPr>
            </a:pPr>
            <a:r>
              <a:rPr sz="2100" b="0">
                <a:solidFill>
                  <a:srgbClr val="2869AF"/>
                </a:solidFill>
                <a:latin typeface="Calibri"/>
                <a:ea typeface="Calibri"/>
                <a:cs typeface="Calibri"/>
              </a:rPr>
              <a:t>Mitfahren beim Absenken und Schließen</a:t>
            </a:r>
          </a:p>
        </p:txBody>
      </p:sp>
      <p:sp>
        <p:nvSpPr>
          <p:cNvPr id="1018" name="lead-track">
            <a:extLst>
              <a:ext uri="{FF2B5EF4-FFF2-40B4-BE49-F238E27FC236}">
                <a16:creationId xmlns:a16="http://schemas.microsoft.com/office/drawing/2014/main" id="{32DEDF6B-20EA-4C0F-A026-C04CBCB8E2DB}"/>
              </a:ext>
            </a:extLst>
          </p:cNvPr>
          <p:cNvSpPr>
            <a:spLocks noGrp="1"/>
          </p:cNvSpPr>
          <p:nvPr/>
        </p:nvSpPr>
        <p:spPr>
          <a:xfrm>
            <a:off x="1333500" y="4914900"/>
            <a:ext cx="9001125" cy="953"/>
          </a:xfrm>
          <a:custGeom>
            <a:avLst/>
            <a:gdLst/>
            <a:ahLst/>
            <a:cxnLst/>
            <a:rect l="0" t="0" r="0" b="0"/>
            <a:pathLst>
              <a:path w="9001125" h="953">
                <a:moveTo>
                  <a:pt x="0" y="0"/>
                </a:moveTo>
                <a:lnTo>
                  <a:pt x="9001125" y="0"/>
                </a:lnTo>
              </a:path>
            </a:pathLst>
          </a:custGeom>
          <a:noFill/>
          <a:ln w="19050">
            <a:solidFill>
              <a:srgbClr val="ADB8C3"/>
            </a:solidFill>
            <a:prstDash val="solid"/>
          </a:ln>
        </p:spPr>
      </p:sp>
      <p:sp>
        <p:nvSpPr>
          <p:cNvPr id="1019" name="block-position">
            <a:extLst>
              <a:ext uri="{FF2B5EF4-FFF2-40B4-BE49-F238E27FC236}">
                <a16:creationId xmlns:a16="http://schemas.microsoft.com/office/drawing/2014/main" id="{41F82690-E5F0-45D0-898B-2147F282FE7A}"/>
              </a:ext>
            </a:extLst>
          </p:cNvPr>
          <p:cNvSpPr>
            <a:spLocks noGrp="1"/>
          </p:cNvSpPr>
          <p:nvPr/>
        </p:nvSpPr>
        <p:spPr>
          <a:xfrm>
            <a:off x="4695825" y="4724400"/>
            <a:ext cx="419100" cy="371475"/>
          </a:xfrm>
          <a:prstGeom prst="rect">
            <a:avLst/>
          </a:prstGeom>
          <a:solidFill>
            <a:srgbClr val="2869AF"/>
          </a:solidFill>
          <a:ln w="0">
            <a:noFill/>
          </a:ln>
        </p:spPr>
      </p:sp>
      <p:sp>
        <p:nvSpPr>
          <p:cNvPr id="1020" name="flange-position">
            <a:extLst>
              <a:ext uri="{FF2B5EF4-FFF2-40B4-BE49-F238E27FC236}">
                <a16:creationId xmlns:a16="http://schemas.microsoft.com/office/drawing/2014/main" id="{C75BB4D3-9E8F-4018-B224-9DDDE7019C88}"/>
              </a:ext>
            </a:extLst>
          </p:cNvPr>
          <p:cNvSpPr>
            <a:spLocks noGrp="1"/>
          </p:cNvSpPr>
          <p:nvPr/>
        </p:nvSpPr>
        <p:spPr>
          <a:xfrm>
            <a:off x="3838575" y="4743450"/>
            <a:ext cx="285750" cy="285750"/>
          </a:xfrm>
          <a:prstGeom prst="ellipse">
            <a:avLst/>
          </a:prstGeom>
          <a:solidFill>
            <a:srgbClr val="61707D"/>
          </a:solidFill>
          <a:ln w="0">
            <a:noFill/>
          </a:ln>
        </p:spPr>
      </p:sp>
      <p:sp>
        <p:nvSpPr>
          <p:cNvPr id="1021" name="lead-position">
            <a:extLst>
              <a:ext uri="{FF2B5EF4-FFF2-40B4-BE49-F238E27FC236}">
                <a16:creationId xmlns:a16="http://schemas.microsoft.com/office/drawing/2014/main" id="{75CFEE39-32C8-46B7-84D7-159BCC06C910}"/>
              </a:ext>
            </a:extLst>
          </p:cNvPr>
          <p:cNvSpPr>
            <a:spLocks noGrp="1"/>
          </p:cNvSpPr>
          <p:nvPr/>
        </p:nvSpPr>
        <p:spPr>
          <a:xfrm>
            <a:off x="6219825" y="4743450"/>
            <a:ext cx="285750" cy="285750"/>
          </a:xfrm>
          <a:prstGeom prst="ellipse">
            <a:avLst/>
          </a:prstGeom>
          <a:noFill/>
          <a:ln w="28575">
            <a:solidFill>
              <a:srgbClr val="C86C18"/>
            </a:solidFill>
          </a:ln>
        </p:spPr>
      </p:sp>
      <p:sp>
        <p:nvSpPr>
          <p:cNvPr id="1022" name="lead-direction">
            <a:extLst>
              <a:ext uri="{FF2B5EF4-FFF2-40B4-BE49-F238E27FC236}">
                <a16:creationId xmlns:a16="http://schemas.microsoft.com/office/drawing/2014/main" id="{3CB68947-67B0-44EF-AAB3-ED54F5D5D78A}"/>
              </a:ext>
            </a:extLst>
          </p:cNvPr>
          <p:cNvSpPr>
            <a:spLocks noGrp="1"/>
          </p:cNvSpPr>
          <p:nvPr/>
        </p:nvSpPr>
        <p:spPr>
          <a:xfrm>
            <a:off x="5124450" y="4819650"/>
            <a:ext cx="933450" cy="161925"/>
          </a:xfrm>
          <a:prstGeom prst="rightArrow">
            <a:avLst/>
          </a:prstGeom>
          <a:solidFill>
            <a:srgbClr val="C86C18"/>
          </a:solidFill>
          <a:ln w="0">
            <a:noFill/>
          </a:ln>
        </p:spPr>
      </p:sp>
      <p:sp>
        <p:nvSpPr>
          <p:cNvPr id="1023" name="flange-tag">
            <a:extLst>
              <a:ext uri="{FF2B5EF4-FFF2-40B4-BE49-F238E27FC236}">
                <a16:creationId xmlns:a16="http://schemas.microsoft.com/office/drawing/2014/main" id="{4D12AFF2-60C8-4768-80CB-0957FC5924D1}"/>
              </a:ext>
            </a:extLst>
          </p:cNvPr>
          <p:cNvSpPr>
            <a:spLocks noGrp="1"/>
          </p:cNvSpPr>
          <p:nvPr/>
        </p:nvSpPr>
        <p:spPr>
          <a:xfrm>
            <a:off x="3095625" y="5191125"/>
            <a:ext cx="1762125" cy="3048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Griffpunkt</a:t>
            </a:r>
          </a:p>
        </p:txBody>
      </p:sp>
      <p:sp>
        <p:nvSpPr>
          <p:cNvPr id="1024" name="block-tag">
            <a:extLst>
              <a:ext uri="{FF2B5EF4-FFF2-40B4-BE49-F238E27FC236}">
                <a16:creationId xmlns:a16="http://schemas.microsoft.com/office/drawing/2014/main" id="{B72BE5AC-D8FF-4EB8-9680-A5D6AED99802}"/>
              </a:ext>
            </a:extLst>
          </p:cNvPr>
          <p:cNvSpPr>
            <a:spLocks noGrp="1"/>
          </p:cNvSpPr>
          <p:nvPr/>
        </p:nvSpPr>
        <p:spPr>
          <a:xfrm>
            <a:off x="4657725" y="4362450"/>
            <a:ext cx="1571625"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2869AF"/>
                </a:solidFill>
                <a:latin typeface="Calibri"/>
                <a:ea typeface="Calibri"/>
                <a:cs typeface="Calibri"/>
              </a:defRPr>
            </a:pPr>
            <a:r>
              <a:rPr sz="1800" b="0">
                <a:solidFill>
                  <a:srgbClr val="2869AF"/>
                </a:solidFill>
                <a:latin typeface="Calibri"/>
                <a:ea typeface="Calibri"/>
                <a:cs typeface="Calibri"/>
              </a:rPr>
              <a:t>Klotz</a:t>
            </a:r>
          </a:p>
        </p:txBody>
      </p:sp>
      <p:sp>
        <p:nvSpPr>
          <p:cNvPr id="1025" name="lead-tag">
            <a:extLst>
              <a:ext uri="{FF2B5EF4-FFF2-40B4-BE49-F238E27FC236}">
                <a16:creationId xmlns:a16="http://schemas.microsoft.com/office/drawing/2014/main" id="{6824386F-547B-4787-8D43-3EE2B75F256C}"/>
              </a:ext>
            </a:extLst>
          </p:cNvPr>
          <p:cNvSpPr>
            <a:spLocks noGrp="1"/>
          </p:cNvSpPr>
          <p:nvPr/>
        </p:nvSpPr>
        <p:spPr>
          <a:xfrm>
            <a:off x="6134100" y="5191125"/>
            <a:ext cx="381000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C86C18"/>
                </a:solidFill>
                <a:latin typeface="Calibri"/>
                <a:ea typeface="Calibri"/>
                <a:cs typeface="Calibri"/>
              </a:defRPr>
            </a:pPr>
            <a:r>
              <a:rPr sz="1800" b="0">
                <a:solidFill>
                  <a:srgbClr val="C86C18"/>
                </a:solidFill>
                <a:latin typeface="Calibri"/>
                <a:ea typeface="Calibri"/>
                <a:cs typeface="Calibri"/>
              </a:rPr>
              <a:t>Zielpose mit Vorhalt</a:t>
            </a:r>
          </a:p>
        </p:txBody>
      </p:sp>
      <p:sp>
        <p:nvSpPr>
          <p:cNvPr id="1026" name="lead-value">
            <a:extLst>
              <a:ext uri="{FF2B5EF4-FFF2-40B4-BE49-F238E27FC236}">
                <a16:creationId xmlns:a16="http://schemas.microsoft.com/office/drawing/2014/main" id="{32C785F6-33B5-4EEF-BB2E-6CDD0D5554DA}"/>
              </a:ext>
            </a:extLst>
          </p:cNvPr>
          <p:cNvSpPr>
            <a:spLocks noGrp="1"/>
          </p:cNvSpPr>
          <p:nvPr/>
        </p:nvSpPr>
        <p:spPr>
          <a:xfrm>
            <a:off x="6715125" y="4419600"/>
            <a:ext cx="1809750" cy="3238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C86C18"/>
                </a:solidFill>
                <a:latin typeface="Calibri"/>
                <a:ea typeface="Calibri"/>
                <a:cs typeface="Calibri"/>
              </a:defRPr>
            </a:pPr>
            <a:r>
              <a:rPr sz="2000" b="0">
                <a:solidFill>
                  <a:srgbClr val="C86C18"/>
                </a:solidFill>
                <a:latin typeface="Calibri"/>
                <a:ea typeface="Calibri"/>
                <a:cs typeface="Calibri"/>
              </a:rPr>
              <a:t>0,24 s</a:t>
            </a:r>
          </a:p>
        </p:txBody>
      </p:sp>
      <p:sp>
        <p:nvSpPr>
          <p:cNvPr id="1027" name="caption-10">
            <a:extLst>
              <a:ext uri="{FF2B5EF4-FFF2-40B4-BE49-F238E27FC236}">
                <a16:creationId xmlns:a16="http://schemas.microsoft.com/office/drawing/2014/main" id="{C2AC70AC-8B2F-4CE7-ABB0-569AB7009CE6}"/>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Vereinfachter Zustandsablauf und Vorhalt, schematisch</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10</a:t>
            </a:fld>
            <a:endParaRPr lang="de-DE"/>
          </a:p>
        </p:txBody>
      </p:sp>
      <p:pic>
        <p:nvPicPr>
          <p:cNvPr id="2" name="Picture 755115077">
            <a:extLst>
              <a:ext uri="{FF2B5EF4-FFF2-40B4-BE49-F238E27FC236}">
                <a16:creationId xmlns:a16="http://schemas.microsoft.com/office/drawing/2014/main" id="{C5088F6C-1511-32DE-CD13-3342F24CB9FF}"/>
              </a:ext>
            </a:extLst>
          </p:cNvPr>
          <p:cNvPicPr>
            <a:picLocks noChangeAspect="1"/>
          </p:cNvPicPr>
          <p:nvPr/>
        </p:nvPicPr>
        <p:blipFill>
          <a:blip r:embed="rId3"/>
          <a:stretch>
            <a:fillRect/>
          </a:stretch>
        </p:blipFill>
        <p:spPr>
          <a:xfrm>
            <a:off x="7321481" y="1273088"/>
            <a:ext cx="2546419" cy="1332183"/>
          </a:xfrm>
          <a:prstGeom prst="rect">
            <a:avLst/>
          </a:prstGeom>
        </p:spPr>
      </p:pic>
    </p:spTree>
    <p:extLst>
      <p:ext uri="{BB962C8B-B14F-4D97-AF65-F5344CB8AC3E}">
        <p14:creationId xmlns:p14="http://schemas.microsoft.com/office/powerpoint/2010/main" val="110649348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 name="slide-title">
            <a:extLst>
              <a:ext uri="{FF2B5EF4-FFF2-40B4-BE49-F238E27FC236}">
                <a16:creationId xmlns:a16="http://schemas.microsoft.com/office/drawing/2014/main" id="{7138D7A5-9018-4CFB-A7B9-545A26D0766A}"/>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Inbetriebnahme und Rechenlast</a:t>
            </a:r>
          </a:p>
        </p:txBody>
      </p:sp>
      <p:sp>
        <p:nvSpPr>
          <p:cNvPr id="1002" name="chart-unit">
            <a:extLst>
              <a:ext uri="{FF2B5EF4-FFF2-40B4-BE49-F238E27FC236}">
                <a16:creationId xmlns:a16="http://schemas.microsoft.com/office/drawing/2014/main" id="{FF10B3A0-E506-4D20-AB2E-5CF39943550B}"/>
              </a:ext>
            </a:extLst>
          </p:cNvPr>
          <p:cNvSpPr>
            <a:spLocks noGrp="1"/>
          </p:cNvSpPr>
          <p:nvPr/>
        </p:nvSpPr>
        <p:spPr>
          <a:xfrm>
            <a:off x="333375" y="1247775"/>
            <a:ext cx="6191250" cy="3143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Mittleres Messalter (ms)</a:t>
            </a:r>
          </a:p>
        </p:txBody>
      </p:sp>
      <p:graphicFrame>
        <p:nvGraphicFramePr>
          <p:cNvPr id="1010" name="Chart"/>
          <p:cNvGraphicFramePr/>
          <p:nvPr/>
        </p:nvGraphicFramePr>
        <p:xfrm>
          <a:off x="333375" y="1666875"/>
          <a:ext cx="6191250" cy="2971800"/>
        </p:xfrm>
        <a:graphic>
          <a:graphicData uri="http://schemas.openxmlformats.org/drawingml/2006/chart">
            <c:chart xmlns:c="http://schemas.openxmlformats.org/drawingml/2006/chart" xmlns:r="http://schemas.openxmlformats.org/officeDocument/2006/relationships" r:id="rId3"/>
          </a:graphicData>
        </a:graphic>
      </p:graphicFrame>
      <p:pic>
        <p:nvPicPr>
          <p:cNvPr id="1011" name="Grafik 1010"/>
          <p:cNvPicPr>
            <a:picLocks noChangeAspect="1"/>
          </p:cNvPicPr>
          <p:nvPr/>
        </p:nvPicPr>
        <p:blipFill>
          <a:blip r:embed="rId4"/>
          <a:srcRect l="69200" t="43100" r="300" b="44000"/>
          <a:stretch/>
        </p:blipFill>
        <p:spPr>
          <a:xfrm>
            <a:off x="7143750" y="1809750"/>
            <a:ext cx="4095750" cy="895350"/>
          </a:xfrm>
          <a:prstGeom prst="rect">
            <a:avLst/>
          </a:prstGeom>
        </p:spPr>
      </p:pic>
      <p:sp>
        <p:nvSpPr>
          <p:cNvPr id="1005" name="rate-crop-caption">
            <a:extLst>
              <a:ext uri="{FF2B5EF4-FFF2-40B4-BE49-F238E27FC236}">
                <a16:creationId xmlns:a16="http://schemas.microsoft.com/office/drawing/2014/main" id="{83E77CE3-6B66-4238-B71E-403D7D603958}"/>
              </a:ext>
            </a:extLst>
          </p:cNvPr>
          <p:cNvSpPr>
            <a:spLocks noGrp="1"/>
          </p:cNvSpPr>
          <p:nvPr/>
        </p:nvSpPr>
        <p:spPr>
          <a:xfrm>
            <a:off x="7143750" y="3038475"/>
            <a:ext cx="40957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700" b="0">
                <a:solidFill>
                  <a:srgbClr val="61707D"/>
                </a:solidFill>
                <a:latin typeface="Calibri"/>
                <a:ea typeface="Calibri"/>
                <a:cs typeface="Calibri"/>
              </a:defRPr>
            </a:pPr>
            <a:r>
              <a:rPr sz="1700" b="0">
                <a:solidFill>
                  <a:srgbClr val="61707D"/>
                </a:solidFill>
                <a:latin typeface="Calibri"/>
                <a:ea typeface="Calibri"/>
                <a:cs typeface="Calibri"/>
              </a:rPr>
              <a:t>Rate im AICA-Interface</a:t>
            </a:r>
          </a:p>
        </p:txBody>
      </p:sp>
      <p:sp>
        <p:nvSpPr>
          <p:cNvPr id="1006" name="load-measures">
            <a:extLst>
              <a:ext uri="{FF2B5EF4-FFF2-40B4-BE49-F238E27FC236}">
                <a16:creationId xmlns:a16="http://schemas.microsoft.com/office/drawing/2014/main" id="{89ED7EC0-DBEB-4977-BEE9-23E875C6EF61}"/>
              </a:ext>
            </a:extLst>
          </p:cNvPr>
          <p:cNvSpPr>
            <a:spLocks noGrp="1"/>
          </p:cNvSpPr>
          <p:nvPr/>
        </p:nvSpPr>
        <p:spPr>
          <a:xfrm>
            <a:off x="7143750" y="3790950"/>
            <a:ext cx="4095750" cy="14097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Diagnoseraten begrenzen</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Queue-Tiefe 1</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ROI reduzieren</a:t>
            </a:r>
          </a:p>
        </p:txBody>
      </p:sp>
      <p:sp>
        <p:nvSpPr>
          <p:cNvPr id="1007" name="caption-11">
            <a:extLst>
              <a:ext uri="{FF2B5EF4-FFF2-40B4-BE49-F238E27FC236}">
                <a16:creationId xmlns:a16="http://schemas.microsoft.com/office/drawing/2014/main" id="{11AAE44A-EFDC-41A1-AF88-11ECA465D126}"/>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Dokumentierte Entwicklungsstände; Maßnahmen gemeinsam angepasst</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11</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 name="slide-title">
            <a:extLst>
              <a:ext uri="{FF2B5EF4-FFF2-40B4-BE49-F238E27FC236}">
                <a16:creationId xmlns:a16="http://schemas.microsoft.com/office/drawing/2014/main" id="{3808468A-C58E-4065-A915-87F8165B186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Entwicklungsabnahme und Ergebnisse</a:t>
            </a:r>
          </a:p>
        </p:txBody>
      </p:sp>
      <p:pic>
        <p:nvPicPr>
          <p:cNvPr id="1013" name="Grafik 1012"/>
          <p:cNvPicPr>
            <a:picLocks noChangeAspect="1"/>
          </p:cNvPicPr>
          <p:nvPr/>
        </p:nvPicPr>
        <p:blipFill>
          <a:blip r:embed="rId3"/>
          <a:srcRect r="24832" b="12959"/>
          <a:stretch>
            <a:fillRect/>
          </a:stretch>
        </p:blipFill>
        <p:spPr>
          <a:xfrm>
            <a:off x="277881" y="1043303"/>
            <a:ext cx="6445112" cy="3678610"/>
          </a:xfrm>
          <a:prstGeom prst="rect">
            <a:avLst/>
          </a:prstGeom>
        </p:spPr>
      </p:pic>
      <p:sp>
        <p:nvSpPr>
          <p:cNvPr id="1003" name="run-before-label">
            <a:extLst>
              <a:ext uri="{FF2B5EF4-FFF2-40B4-BE49-F238E27FC236}">
                <a16:creationId xmlns:a16="http://schemas.microsoft.com/office/drawing/2014/main" id="{72B74606-102F-4175-9DB8-51E3A125FFEC}"/>
              </a:ext>
            </a:extLst>
          </p:cNvPr>
          <p:cNvSpPr>
            <a:spLocks noGrp="1"/>
          </p:cNvSpPr>
          <p:nvPr/>
        </p:nvSpPr>
        <p:spPr>
          <a:xfrm>
            <a:off x="6990109" y="1072600"/>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Zeitgrenzen</a:t>
            </a:r>
            <a:r>
              <a:rPr sz="2000" b="0" dirty="0">
                <a:solidFill>
                  <a:srgbClr val="61707D"/>
                </a:solidFill>
                <a:latin typeface="Calibri"/>
                <a:ea typeface="Calibri"/>
                <a:cs typeface="Calibri"/>
              </a:rPr>
              <a:t> </a:t>
            </a:r>
            <a:r>
              <a:rPr sz="2000" b="0" dirty="0" err="1">
                <a:solidFill>
                  <a:srgbClr val="61707D"/>
                </a:solidFill>
                <a:latin typeface="Calibri"/>
                <a:ea typeface="Calibri"/>
                <a:cs typeface="Calibri"/>
              </a:rPr>
              <a:t>vorher</a:t>
            </a:r>
            <a:endParaRPr sz="2000" b="0" dirty="0">
              <a:solidFill>
                <a:srgbClr val="61707D"/>
              </a:solidFill>
              <a:latin typeface="Calibri"/>
              <a:ea typeface="Calibri"/>
              <a:cs typeface="Calibri"/>
            </a:endParaRPr>
          </a:p>
        </p:txBody>
      </p:sp>
      <p:sp>
        <p:nvSpPr>
          <p:cNvPr id="1004" name="run-before-value">
            <a:extLst>
              <a:ext uri="{FF2B5EF4-FFF2-40B4-BE49-F238E27FC236}">
                <a16:creationId xmlns:a16="http://schemas.microsoft.com/office/drawing/2014/main" id="{8F3FA940-90C6-4A3D-AA01-7F3332E9014D}"/>
              </a:ext>
            </a:extLst>
          </p:cNvPr>
          <p:cNvSpPr>
            <a:spLocks noGrp="1"/>
          </p:cNvSpPr>
          <p:nvPr/>
        </p:nvSpPr>
        <p:spPr>
          <a:xfrm>
            <a:off x="6990108" y="1434550"/>
            <a:ext cx="4831715" cy="5048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000" b="1">
                <a:solidFill>
                  <a:srgbClr val="2869AF"/>
                </a:solidFill>
                <a:latin typeface="Calibri"/>
                <a:ea typeface="Calibri"/>
                <a:cs typeface="Calibri"/>
              </a:defRPr>
            </a:pPr>
            <a:r>
              <a:rPr sz="3000" b="1" dirty="0">
                <a:solidFill>
                  <a:srgbClr val="2869AF"/>
                </a:solidFill>
                <a:latin typeface="Calibri"/>
                <a:ea typeface="Calibri"/>
                <a:cs typeface="Calibri"/>
              </a:rPr>
              <a:t>3 von 7 </a:t>
            </a:r>
            <a:r>
              <a:rPr lang="de-DE" sz="3000" b="1" dirty="0">
                <a:solidFill>
                  <a:srgbClr val="2869AF"/>
                </a:solidFill>
                <a:latin typeface="Calibri"/>
                <a:ea typeface="Calibri"/>
                <a:cs typeface="Calibri"/>
              </a:rPr>
              <a:t>Griffen erfolgreich</a:t>
            </a:r>
            <a:endParaRPr sz="3000" b="1" dirty="0">
              <a:solidFill>
                <a:srgbClr val="2869AF"/>
              </a:solidFill>
              <a:latin typeface="Calibri"/>
              <a:ea typeface="Calibri"/>
              <a:cs typeface="Calibri"/>
            </a:endParaRPr>
          </a:p>
        </p:txBody>
      </p:sp>
      <p:sp>
        <p:nvSpPr>
          <p:cNvPr id="1005" name="run-after-label">
            <a:extLst>
              <a:ext uri="{FF2B5EF4-FFF2-40B4-BE49-F238E27FC236}">
                <a16:creationId xmlns:a16="http://schemas.microsoft.com/office/drawing/2014/main" id="{BC86444D-A9B6-418E-BEEA-DD6D9DC6EE01}"/>
              </a:ext>
            </a:extLst>
          </p:cNvPr>
          <p:cNvSpPr>
            <a:spLocks noGrp="1"/>
          </p:cNvSpPr>
          <p:nvPr/>
        </p:nvSpPr>
        <p:spPr>
          <a:xfrm>
            <a:off x="6990109" y="2177500"/>
            <a:ext cx="4095750" cy="661776"/>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Zeitgrenzen</a:t>
            </a:r>
            <a:r>
              <a:rPr sz="2000" b="0" dirty="0">
                <a:solidFill>
                  <a:srgbClr val="61707D"/>
                </a:solidFill>
                <a:latin typeface="Calibri"/>
                <a:ea typeface="Calibri"/>
                <a:cs typeface="Calibri"/>
              </a:rPr>
              <a:t> </a:t>
            </a:r>
            <a:r>
              <a:rPr sz="2000" b="0" dirty="0" err="1">
                <a:solidFill>
                  <a:srgbClr val="61707D"/>
                </a:solidFill>
                <a:latin typeface="Calibri"/>
                <a:ea typeface="Calibri"/>
                <a:cs typeface="Calibri"/>
              </a:rPr>
              <a:t>angepasst</a:t>
            </a:r>
            <a:endParaRPr lang="de-DE" sz="2000" b="0" dirty="0">
              <a:solidFill>
                <a:srgbClr val="61707D"/>
              </a:solidFill>
              <a:latin typeface="Calibri"/>
              <a:ea typeface="Calibri"/>
              <a:cs typeface="Calibri"/>
            </a:endParaRPr>
          </a:p>
          <a:p>
            <a:pPr algn="l">
              <a:lnSpc>
                <a:spcPct val="105000"/>
              </a:lnSpc>
              <a:spcBef>
                <a:spcPts val="0"/>
              </a:spcBef>
              <a:spcAft>
                <a:spcPts val="0"/>
              </a:spcAft>
              <a:buNone/>
              <a:defRPr sz="2000" b="0">
                <a:solidFill>
                  <a:srgbClr val="61707D"/>
                </a:solidFill>
                <a:latin typeface="Calibri"/>
                <a:ea typeface="Calibri"/>
                <a:cs typeface="Calibri"/>
              </a:defRPr>
            </a:pPr>
            <a:r>
              <a:rPr lang="de-DE" sz="2000" dirty="0">
                <a:solidFill>
                  <a:srgbClr val="61707D"/>
                </a:solidFill>
                <a:latin typeface="Calibri"/>
                <a:ea typeface="Calibri"/>
                <a:cs typeface="Calibri"/>
              </a:rPr>
              <a:t>(Extrapolationsgrenze, Ziel-Timeout)</a:t>
            </a:r>
            <a:endParaRPr sz="2000" b="0" dirty="0">
              <a:solidFill>
                <a:srgbClr val="61707D"/>
              </a:solidFill>
              <a:latin typeface="Calibri"/>
              <a:ea typeface="Calibri"/>
              <a:cs typeface="Calibri"/>
            </a:endParaRPr>
          </a:p>
        </p:txBody>
      </p:sp>
      <p:sp>
        <p:nvSpPr>
          <p:cNvPr id="1006" name="run-after-value">
            <a:extLst>
              <a:ext uri="{FF2B5EF4-FFF2-40B4-BE49-F238E27FC236}">
                <a16:creationId xmlns:a16="http://schemas.microsoft.com/office/drawing/2014/main" id="{73FDCB29-0031-4C87-9CF6-2D0BBE815EF9}"/>
              </a:ext>
            </a:extLst>
          </p:cNvPr>
          <p:cNvSpPr>
            <a:spLocks noGrp="1"/>
          </p:cNvSpPr>
          <p:nvPr/>
        </p:nvSpPr>
        <p:spPr>
          <a:xfrm>
            <a:off x="6990108" y="2877376"/>
            <a:ext cx="4364355" cy="504825"/>
          </a:xfrm>
          <a:prstGeom prst="rect">
            <a:avLst/>
          </a:prstGeom>
          <a:noFill/>
          <a:ln w="0">
            <a:noFill/>
          </a:ln>
        </p:spPr>
        <p:txBody>
          <a:bodyPr wrap="square" lIns="0" tIns="0" rIns="0" bIns="0" anchor="t">
            <a:noAutofit/>
          </a:bodyPr>
          <a:lstStyle/>
          <a:p>
            <a:pPr>
              <a:lnSpc>
                <a:spcPct val="105000"/>
              </a:lnSpc>
              <a:defRPr sz="3000" b="1">
                <a:solidFill>
                  <a:srgbClr val="2869AF"/>
                </a:solidFill>
                <a:latin typeface="Calibri"/>
                <a:ea typeface="Calibri"/>
                <a:cs typeface="Calibri"/>
              </a:defRPr>
            </a:pPr>
            <a:r>
              <a:rPr sz="3000" b="1" dirty="0">
                <a:solidFill>
                  <a:srgbClr val="2869AF"/>
                </a:solidFill>
                <a:latin typeface="Calibri"/>
                <a:ea typeface="Calibri"/>
                <a:cs typeface="Calibri"/>
              </a:rPr>
              <a:t>9 von 9 </a:t>
            </a:r>
            <a:r>
              <a:rPr lang="de-DE" sz="3000" b="1" dirty="0">
                <a:solidFill>
                  <a:srgbClr val="2869AF"/>
                </a:solidFill>
                <a:latin typeface="Calibri"/>
                <a:ea typeface="Calibri"/>
                <a:cs typeface="Calibri"/>
              </a:rPr>
              <a:t>Griffen erfolgreich</a:t>
            </a:r>
            <a:endParaRPr sz="3000" b="1" dirty="0">
              <a:solidFill>
                <a:srgbClr val="2869AF"/>
              </a:solidFill>
              <a:latin typeface="Calibri"/>
              <a:ea typeface="Calibri"/>
              <a:cs typeface="Calibri"/>
            </a:endParaRPr>
          </a:p>
        </p:txBody>
      </p:sp>
      <p:sp>
        <p:nvSpPr>
          <p:cNvPr id="1007" name="run-endurance-label">
            <a:extLst>
              <a:ext uri="{FF2B5EF4-FFF2-40B4-BE49-F238E27FC236}">
                <a16:creationId xmlns:a16="http://schemas.microsoft.com/office/drawing/2014/main" id="{196F3EA7-FA3B-4A61-B5F5-401C8CF494EE}"/>
              </a:ext>
            </a:extLst>
          </p:cNvPr>
          <p:cNvSpPr>
            <a:spLocks noGrp="1"/>
          </p:cNvSpPr>
          <p:nvPr/>
        </p:nvSpPr>
        <p:spPr>
          <a:xfrm>
            <a:off x="6990108" y="3616258"/>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Separater</a:t>
            </a:r>
            <a:r>
              <a:rPr sz="2000" b="0" dirty="0">
                <a:solidFill>
                  <a:srgbClr val="61707D"/>
                </a:solidFill>
                <a:latin typeface="Calibri"/>
                <a:ea typeface="Calibri"/>
                <a:cs typeface="Calibri"/>
              </a:rPr>
              <a:t> Dauerlauf</a:t>
            </a:r>
          </a:p>
        </p:txBody>
      </p:sp>
      <p:sp>
        <p:nvSpPr>
          <p:cNvPr id="1008" name="run-endurance-value">
            <a:extLst>
              <a:ext uri="{FF2B5EF4-FFF2-40B4-BE49-F238E27FC236}">
                <a16:creationId xmlns:a16="http://schemas.microsoft.com/office/drawing/2014/main" id="{518E772B-2299-45A5-9731-0FBB03B056D5}"/>
              </a:ext>
            </a:extLst>
          </p:cNvPr>
          <p:cNvSpPr>
            <a:spLocks noGrp="1"/>
          </p:cNvSpPr>
          <p:nvPr/>
        </p:nvSpPr>
        <p:spPr>
          <a:xfrm>
            <a:off x="6990108" y="3987522"/>
            <a:ext cx="4095750" cy="4762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700" b="1">
                <a:solidFill>
                  <a:srgbClr val="2869AF"/>
                </a:solidFill>
                <a:latin typeface="Calibri"/>
                <a:ea typeface="Calibri"/>
                <a:cs typeface="Calibri"/>
              </a:defRPr>
            </a:pPr>
            <a:r>
              <a:rPr sz="2700" b="1" dirty="0">
                <a:solidFill>
                  <a:srgbClr val="2869AF"/>
                </a:solidFill>
                <a:latin typeface="Calibri"/>
                <a:ea typeface="Calibri"/>
                <a:cs typeface="Calibri"/>
              </a:rPr>
              <a:t>15 </a:t>
            </a:r>
            <a:r>
              <a:rPr sz="2700" b="1" dirty="0" err="1">
                <a:solidFill>
                  <a:srgbClr val="2869AF"/>
                </a:solidFill>
                <a:latin typeface="Calibri"/>
                <a:ea typeface="Calibri"/>
                <a:cs typeface="Calibri"/>
              </a:rPr>
              <a:t>Ablagen</a:t>
            </a:r>
            <a:r>
              <a:rPr sz="2700" b="1" dirty="0">
                <a:solidFill>
                  <a:srgbClr val="2869AF"/>
                </a:solidFill>
                <a:latin typeface="Calibri"/>
                <a:ea typeface="Calibri"/>
                <a:cs typeface="Calibri"/>
              </a:rPr>
              <a:t> / ca. 2 min</a:t>
            </a:r>
          </a:p>
        </p:txBody>
      </p:sp>
      <p:sp>
        <p:nvSpPr>
          <p:cNvPr id="1009" name="run-other">
            <a:extLst>
              <a:ext uri="{FF2B5EF4-FFF2-40B4-BE49-F238E27FC236}">
                <a16:creationId xmlns:a16="http://schemas.microsoft.com/office/drawing/2014/main" id="{38E55A21-ED92-408E-844E-61389314752C}"/>
              </a:ext>
            </a:extLst>
          </p:cNvPr>
          <p:cNvSpPr>
            <a:spLocks noGrp="1"/>
          </p:cNvSpPr>
          <p:nvPr/>
        </p:nvSpPr>
        <p:spPr>
          <a:xfrm>
            <a:off x="6990108" y="4530447"/>
            <a:ext cx="4095750" cy="742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17232E"/>
                </a:solidFill>
                <a:latin typeface="Calibri"/>
                <a:ea typeface="Calibri"/>
                <a:cs typeface="Calibri"/>
              </a:defRPr>
            </a:pPr>
            <a:r>
              <a:rPr sz="2000" b="0">
                <a:solidFill>
                  <a:srgbClr val="17232E"/>
                </a:solidFill>
                <a:latin typeface="Calibri"/>
                <a:ea typeface="Calibri"/>
                <a:cs typeface="Calibri"/>
              </a:rPr>
              <a:t>1 Fehlgriff</a:t>
            </a:r>
          </a:p>
          <a:p>
            <a:pPr algn="l">
              <a:lnSpc>
                <a:spcPct val="105000"/>
              </a:lnSpc>
              <a:spcBef>
                <a:spcPts val="0"/>
              </a:spcBef>
              <a:spcAft>
                <a:spcPts val="0"/>
              </a:spcAft>
              <a:buNone/>
              <a:defRPr sz="2000" b="0">
                <a:solidFill>
                  <a:srgbClr val="17232E"/>
                </a:solidFill>
                <a:latin typeface="Calibri"/>
                <a:ea typeface="Calibri"/>
                <a:cs typeface="Calibri"/>
              </a:defRPr>
            </a:pPr>
            <a:r>
              <a:rPr sz="2000" b="0">
                <a:solidFill>
                  <a:srgbClr val="17232E"/>
                </a:solidFill>
                <a:latin typeface="Calibri"/>
                <a:ea typeface="Calibri"/>
                <a:cs typeface="Calibri"/>
              </a:rPr>
              <a:t>9 durchgelaufene Klötze</a:t>
            </a:r>
          </a:p>
        </p:txBody>
      </p:sp>
      <p:sp>
        <p:nvSpPr>
          <p:cNvPr id="1010" name="higher-stage">
            <a:extLst>
              <a:ext uri="{FF2B5EF4-FFF2-40B4-BE49-F238E27FC236}">
                <a16:creationId xmlns:a16="http://schemas.microsoft.com/office/drawing/2014/main" id="{D234FBCF-B69D-4AE1-A8B0-02A57F89C92B}"/>
              </a:ext>
            </a:extLst>
          </p:cNvPr>
          <p:cNvSpPr>
            <a:spLocks noGrp="1"/>
          </p:cNvSpPr>
          <p:nvPr/>
        </p:nvSpPr>
        <p:spPr>
          <a:xfrm>
            <a:off x="333375" y="4733099"/>
            <a:ext cx="6334125" cy="7810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2869AF"/>
                </a:solidFill>
                <a:latin typeface="Calibri"/>
                <a:ea typeface="Calibri"/>
                <a:cs typeface="Calibri"/>
              </a:defRPr>
            </a:pPr>
            <a:r>
              <a:rPr lang="de-DE" sz="2100" dirty="0">
                <a:solidFill>
                  <a:srgbClr val="2869AF"/>
                </a:solidFill>
                <a:latin typeface="Calibri"/>
                <a:ea typeface="Calibri"/>
                <a:cs typeface="Calibri"/>
              </a:rPr>
              <a:t>h</a:t>
            </a:r>
            <a:r>
              <a:rPr sz="2100" b="0" dirty="0" err="1">
                <a:solidFill>
                  <a:srgbClr val="2869AF"/>
                </a:solidFill>
                <a:latin typeface="Calibri"/>
                <a:ea typeface="Calibri"/>
                <a:cs typeface="Calibri"/>
              </a:rPr>
              <a:t>öhere</a:t>
            </a:r>
            <a:r>
              <a:rPr sz="2100" b="0" dirty="0">
                <a:solidFill>
                  <a:srgbClr val="2869AF"/>
                </a:solidFill>
                <a:latin typeface="Calibri"/>
                <a:ea typeface="Calibri"/>
                <a:cs typeface="Calibri"/>
              </a:rPr>
              <a:t> Band</a:t>
            </a:r>
            <a:r>
              <a:rPr lang="de-DE" sz="2100" b="0" dirty="0" err="1">
                <a:solidFill>
                  <a:srgbClr val="2869AF"/>
                </a:solidFill>
                <a:latin typeface="Calibri"/>
                <a:ea typeface="Calibri"/>
                <a:cs typeface="Calibri"/>
              </a:rPr>
              <a:t>geschwindigkeiten</a:t>
            </a:r>
            <a:r>
              <a:rPr sz="2100" b="0" dirty="0">
                <a:solidFill>
                  <a:srgbClr val="2869AF"/>
                </a:solidFill>
                <a:latin typeface="Calibri"/>
                <a:ea typeface="Calibri"/>
                <a:cs typeface="Calibri"/>
              </a:rPr>
              <a:t> bis </a:t>
            </a:r>
            <a:r>
              <a:rPr lang="de-DE" sz="2100" b="0" dirty="0">
                <a:solidFill>
                  <a:srgbClr val="2869AF"/>
                </a:solidFill>
                <a:latin typeface="Calibri"/>
                <a:ea typeface="Calibri"/>
                <a:cs typeface="Calibri"/>
              </a:rPr>
              <a:t>Stufe </a:t>
            </a:r>
            <a:r>
              <a:rPr sz="2100" b="0" dirty="0">
                <a:solidFill>
                  <a:srgbClr val="2869AF"/>
                </a:solidFill>
                <a:latin typeface="Calibri"/>
                <a:ea typeface="Calibri"/>
                <a:cs typeface="Calibri"/>
              </a:rPr>
              <a:t>3</a:t>
            </a:r>
          </a:p>
          <a:p>
            <a:pPr algn="l">
              <a:lnSpc>
                <a:spcPct val="105000"/>
              </a:lnSpc>
              <a:spcBef>
                <a:spcPts val="0"/>
              </a:spcBef>
              <a:spcAft>
                <a:spcPts val="0"/>
              </a:spcAft>
              <a:buNone/>
              <a:defRPr sz="2100" b="0">
                <a:solidFill>
                  <a:srgbClr val="2869AF"/>
                </a:solidFill>
                <a:latin typeface="Calibri"/>
                <a:ea typeface="Calibri"/>
                <a:cs typeface="Calibri"/>
              </a:defRPr>
            </a:pPr>
            <a:r>
              <a:rPr lang="de-DE" sz="2100" dirty="0">
                <a:solidFill>
                  <a:srgbClr val="2869AF"/>
                </a:solidFill>
                <a:latin typeface="Calibri"/>
                <a:ea typeface="Calibri"/>
                <a:cs typeface="Calibri"/>
              </a:rPr>
              <a:t>q</a:t>
            </a:r>
            <a:r>
              <a:rPr sz="2100" b="0" dirty="0" err="1">
                <a:solidFill>
                  <a:srgbClr val="2869AF"/>
                </a:solidFill>
                <a:latin typeface="Calibri"/>
                <a:ea typeface="Calibri"/>
                <a:cs typeface="Calibri"/>
              </a:rPr>
              <a:t>ualitativ</a:t>
            </a:r>
            <a:r>
              <a:rPr sz="2100" b="0" dirty="0">
                <a:solidFill>
                  <a:srgbClr val="2869AF"/>
                </a:solidFill>
                <a:latin typeface="Calibri"/>
                <a:ea typeface="Calibri"/>
                <a:cs typeface="Calibri"/>
              </a:rPr>
              <a:t> </a:t>
            </a:r>
            <a:r>
              <a:rPr sz="2100" b="0" dirty="0" err="1">
                <a:solidFill>
                  <a:srgbClr val="2869AF"/>
                </a:solidFill>
                <a:latin typeface="Calibri"/>
                <a:ea typeface="Calibri"/>
                <a:cs typeface="Calibri"/>
              </a:rPr>
              <a:t>erfolgreich</a:t>
            </a:r>
            <a:endParaRPr sz="2100" b="0" dirty="0">
              <a:solidFill>
                <a:srgbClr val="2869AF"/>
              </a:solidFill>
              <a:latin typeface="Calibri"/>
              <a:ea typeface="Calibri"/>
              <a:cs typeface="Calibri"/>
            </a:endParaRPr>
          </a:p>
        </p:txBody>
      </p:sp>
      <p:sp>
        <p:nvSpPr>
          <p:cNvPr id="1011" name="caption-12">
            <a:extLst>
              <a:ext uri="{FF2B5EF4-FFF2-40B4-BE49-F238E27FC236}">
                <a16:creationId xmlns:a16="http://schemas.microsoft.com/office/drawing/2014/main" id="{63671181-1977-4B60-A38B-05721186480C}"/>
              </a:ext>
            </a:extLst>
          </p:cNvPr>
          <p:cNvSpPr>
            <a:spLocks noGrp="1"/>
          </p:cNvSpPr>
          <p:nvPr/>
        </p:nvSpPr>
        <p:spPr>
          <a:xfrm>
            <a:off x="333375" y="5571299"/>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Entwicklungsläufe mit unterschiedlichen Konfigurationen</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12</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2" name="Gerade Verbindung mit Pfeil 1021"/>
          <p:cNvCxnSpPr>
            <a:stCxn id="1018" idx="2"/>
            <a:endCxn id="1019" idx="0"/>
          </p:cNvCxnSpPr>
          <p:nvPr/>
        </p:nvCxnSpPr>
        <p:spPr>
          <a:xfrm>
            <a:off x="10120313" y="4371975"/>
            <a:ext cx="0" cy="247650"/>
          </a:xfrm>
          <a:prstGeom prst="straightConnector1">
            <a:avLst/>
          </a:prstGeom>
          <a:ln w="19050">
            <a:solidFill>
              <a:srgbClr val="39734C"/>
            </a:solidFill>
            <a:prstDash val="solid"/>
            <a:tailEnd type="triangle" w="sm" len="sm"/>
          </a:ln>
        </p:spPr>
      </p:cxnSp>
      <p:cxnSp>
        <p:nvCxnSpPr>
          <p:cNvPr id="1023" name="Gerade Verbindung mit Pfeil 1022"/>
          <p:cNvCxnSpPr>
            <a:stCxn id="1012" idx="2"/>
            <a:endCxn id="1014" idx="0"/>
          </p:cNvCxnSpPr>
          <p:nvPr/>
        </p:nvCxnSpPr>
        <p:spPr>
          <a:xfrm>
            <a:off x="5310188" y="4591050"/>
            <a:ext cx="0" cy="323850"/>
          </a:xfrm>
          <a:prstGeom prst="straightConnector1">
            <a:avLst/>
          </a:prstGeom>
          <a:ln w="19050">
            <a:solidFill>
              <a:srgbClr val="61707D"/>
            </a:solidFill>
            <a:prstDash val="dash"/>
            <a:tailEnd type="triangle" w="sm" len="sm"/>
          </a:ln>
        </p:spPr>
      </p:cxnSp>
      <p:cxnSp>
        <p:nvCxnSpPr>
          <p:cNvPr id="1024" name="Gerade Verbindung mit Pfeil 1023"/>
          <p:cNvCxnSpPr>
            <a:stCxn id="1012" idx="3"/>
            <a:endCxn id="1013" idx="1"/>
          </p:cNvCxnSpPr>
          <p:nvPr/>
        </p:nvCxnSpPr>
        <p:spPr>
          <a:xfrm>
            <a:off x="6429375" y="4291013"/>
            <a:ext cx="371475" cy="0"/>
          </a:xfrm>
          <a:prstGeom prst="straightConnector1">
            <a:avLst/>
          </a:prstGeom>
          <a:ln w="19050">
            <a:solidFill>
              <a:srgbClr val="2869AF"/>
            </a:solidFill>
            <a:prstDash val="solid"/>
            <a:tailEnd type="triangle" w="sm" len="sm"/>
          </a:ln>
        </p:spPr>
      </p:cxnSp>
      <p:cxnSp>
        <p:nvCxnSpPr>
          <p:cNvPr id="1025" name="Verbinder: gewinkelt 1024"/>
          <p:cNvCxnSpPr>
            <a:stCxn id="1008" idx="2"/>
            <a:endCxn id="1007" idx="3"/>
          </p:cNvCxnSpPr>
          <p:nvPr/>
        </p:nvCxnSpPr>
        <p:spPr>
          <a:xfrm flipH="1">
            <a:off x="1571625" y="4305300"/>
            <a:ext cx="885825" cy="357188"/>
          </a:xfrm>
          <a:prstGeom prst="bentConnector5">
            <a:avLst>
              <a:gd name="adj1" fmla="val 0"/>
              <a:gd name="adj2" fmla="val 64000"/>
              <a:gd name="adj3" fmla="val 74194"/>
            </a:avLst>
          </a:prstGeom>
          <a:ln w="19050">
            <a:solidFill>
              <a:srgbClr val="39734C"/>
            </a:solidFill>
            <a:prstDash val="solid"/>
            <a:tailEnd type="triangle" w="sm" len="sm"/>
          </a:ln>
        </p:spPr>
      </p:cxnSp>
      <p:cxnSp>
        <p:nvCxnSpPr>
          <p:cNvPr id="1026" name="Verbinder: gewinkelt 1025"/>
          <p:cNvCxnSpPr>
            <a:stCxn id="1008" idx="2"/>
            <a:endCxn id="1006" idx="0"/>
          </p:cNvCxnSpPr>
          <p:nvPr/>
        </p:nvCxnSpPr>
        <p:spPr>
          <a:xfrm>
            <a:off x="2457450" y="4305300"/>
            <a:ext cx="471488" cy="733425"/>
          </a:xfrm>
          <a:prstGeom prst="bentConnector4">
            <a:avLst>
              <a:gd name="adj1" fmla="val 0"/>
              <a:gd name="adj2" fmla="val 50000"/>
            </a:avLst>
          </a:prstGeom>
          <a:ln w="19050">
            <a:solidFill>
              <a:srgbClr val="61707D"/>
            </a:solidFill>
            <a:prstDash val="dash"/>
            <a:tailEnd type="triangle" w="sm" len="sm"/>
          </a:ln>
        </p:spPr>
      </p:cxnSp>
      <p:sp>
        <p:nvSpPr>
          <p:cNvPr id="1027" name="slide-title">
            <a:extLst>
              <a:ext uri="{FF2B5EF4-FFF2-40B4-BE49-F238E27FC236}">
                <a16:creationId xmlns:a16="http://schemas.microsoft.com/office/drawing/2014/main" id="{65661C0A-D179-4751-A55F-5E8757C688D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Bewertung und Weiterentwicklung</a:t>
            </a:r>
          </a:p>
        </p:txBody>
      </p:sp>
      <p:sp>
        <p:nvSpPr>
          <p:cNvPr id="1002" name="assessment">
            <a:extLst>
              <a:ext uri="{FF2B5EF4-FFF2-40B4-BE49-F238E27FC236}">
                <a16:creationId xmlns:a16="http://schemas.microsoft.com/office/drawing/2014/main" id="{F1AF2FEA-38FE-4EEB-94DC-539D266AF392}"/>
              </a:ext>
            </a:extLst>
          </p:cNvPr>
          <p:cNvSpPr>
            <a:spLocks noGrp="1"/>
          </p:cNvSpPr>
          <p:nvPr/>
        </p:nvSpPr>
        <p:spPr>
          <a:xfrm>
            <a:off x="333375" y="1238250"/>
            <a:ext cx="6667500" cy="14192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Konzeptnachweis erbracht</a:t>
            </a:r>
          </a:p>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Ohne Encoder</a:t>
            </a:r>
          </a:p>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Automatische Zielauswahl</a:t>
            </a:r>
          </a:p>
        </p:txBody>
      </p:sp>
      <p:sp>
        <p:nvSpPr>
          <p:cNvPr id="1003" name="limits">
            <a:extLst>
              <a:ext uri="{FF2B5EF4-FFF2-40B4-BE49-F238E27FC236}">
                <a16:creationId xmlns:a16="http://schemas.microsoft.com/office/drawing/2014/main" id="{3B6BDD44-7238-4EE9-881C-C146658A3A98}"/>
              </a:ext>
            </a:extLst>
          </p:cNvPr>
          <p:cNvSpPr>
            <a:spLocks noGrp="1"/>
          </p:cNvSpPr>
          <p:nvPr/>
        </p:nvSpPr>
        <p:spPr>
          <a:xfrm>
            <a:off x="7858125" y="1323975"/>
            <a:ext cx="3381375" cy="13620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Grenzen</a:t>
            </a:r>
          </a:p>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Ablagezyklus</a:t>
            </a:r>
          </a:p>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Rechenlast und Tiefenfehler</a:t>
            </a:r>
          </a:p>
        </p:txBody>
      </p:sp>
      <p:sp>
        <p:nvSpPr>
          <p:cNvPr id="1004" name="future-label">
            <a:extLst>
              <a:ext uri="{FF2B5EF4-FFF2-40B4-BE49-F238E27FC236}">
                <a16:creationId xmlns:a16="http://schemas.microsoft.com/office/drawing/2014/main" id="{3F08EA23-6263-4D5F-90FD-65B015A0B2C0}"/>
              </a:ext>
            </a:extLst>
          </p:cNvPr>
          <p:cNvSpPr>
            <a:spLocks noGrp="1"/>
          </p:cNvSpPr>
          <p:nvPr/>
        </p:nvSpPr>
        <p:spPr>
          <a:xfrm>
            <a:off x="333375" y="3105150"/>
            <a:ext cx="10906125"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Weiterentwicklung</a:t>
            </a:r>
          </a:p>
        </p:txBody>
      </p:sp>
      <p:sp>
        <p:nvSpPr>
          <p:cNvPr id="1005" name="short-band">
            <a:extLst>
              <a:ext uri="{FF2B5EF4-FFF2-40B4-BE49-F238E27FC236}">
                <a16:creationId xmlns:a16="http://schemas.microsoft.com/office/drawing/2014/main" id="{13D25098-E90E-48D2-958F-3EA27B34B7E8}"/>
              </a:ext>
            </a:extLst>
          </p:cNvPr>
          <p:cNvSpPr>
            <a:spLocks noGrp="1"/>
          </p:cNvSpPr>
          <p:nvPr/>
        </p:nvSpPr>
        <p:spPr>
          <a:xfrm>
            <a:off x="523875" y="3914775"/>
            <a:ext cx="2571750" cy="371475"/>
          </a:xfrm>
          <a:prstGeom prst="rect">
            <a:avLst/>
          </a:prstGeom>
          <a:solidFill>
            <a:srgbClr val="EAF0F5"/>
          </a:solidFill>
          <a:ln w="9525">
            <a:solidFill>
              <a:srgbClr val="ADB8C3"/>
            </a:solidFill>
          </a:ln>
        </p:spPr>
      </p:sp>
      <p:sp>
        <p:nvSpPr>
          <p:cNvPr id="1006" name="old-drop">
            <a:extLst>
              <a:ext uri="{FF2B5EF4-FFF2-40B4-BE49-F238E27FC236}">
                <a16:creationId xmlns:a16="http://schemas.microsoft.com/office/drawing/2014/main" id="{692A46A3-670E-40FE-BBF2-66988AEE29D6}"/>
              </a:ext>
            </a:extLst>
          </p:cNvPr>
          <p:cNvSpPr>
            <a:spLocks noGrp="1"/>
          </p:cNvSpPr>
          <p:nvPr/>
        </p:nvSpPr>
        <p:spPr>
          <a:xfrm>
            <a:off x="2428875" y="5038725"/>
            <a:ext cx="1000125" cy="504825"/>
          </a:xfrm>
          <a:prstGeom prst="rect">
            <a:avLst/>
          </a:prstGeom>
          <a:solidFill>
            <a:srgbClr val="FFFFFF"/>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Ablage</a:t>
            </a:r>
          </a:p>
        </p:txBody>
      </p:sp>
      <p:sp>
        <p:nvSpPr>
          <p:cNvPr id="1007" name="new-drop">
            <a:extLst>
              <a:ext uri="{FF2B5EF4-FFF2-40B4-BE49-F238E27FC236}">
                <a16:creationId xmlns:a16="http://schemas.microsoft.com/office/drawing/2014/main" id="{43494D0D-C06B-438D-9D2F-C76B16ECC719}"/>
              </a:ext>
            </a:extLst>
          </p:cNvPr>
          <p:cNvSpPr>
            <a:spLocks noGrp="1"/>
          </p:cNvSpPr>
          <p:nvPr/>
        </p:nvSpPr>
        <p:spPr>
          <a:xfrm>
            <a:off x="571500" y="4410075"/>
            <a:ext cx="1000125" cy="504825"/>
          </a:xfrm>
          <a:prstGeom prst="rect">
            <a:avLst/>
          </a:prstGeom>
          <a:solidFill>
            <a:srgbClr val="E9F2EB"/>
          </a:solidFill>
          <a:ln w="15240">
            <a:solidFill>
              <a:srgbClr val="39734C"/>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Ablage</a:t>
            </a:r>
          </a:p>
        </p:txBody>
      </p:sp>
      <p:sp>
        <p:nvSpPr>
          <p:cNvPr id="1008" name="pick-point">
            <a:extLst>
              <a:ext uri="{FF2B5EF4-FFF2-40B4-BE49-F238E27FC236}">
                <a16:creationId xmlns:a16="http://schemas.microsoft.com/office/drawing/2014/main" id="{8CDC3FBE-AF08-4EC5-B3E0-D91A5AD4A44A}"/>
              </a:ext>
            </a:extLst>
          </p:cNvPr>
          <p:cNvSpPr>
            <a:spLocks noGrp="1"/>
          </p:cNvSpPr>
          <p:nvPr/>
        </p:nvSpPr>
        <p:spPr>
          <a:xfrm>
            <a:off x="2009775" y="3867150"/>
            <a:ext cx="895350" cy="4381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Griff</a:t>
            </a:r>
          </a:p>
        </p:txBody>
      </p:sp>
      <p:sp>
        <p:nvSpPr>
          <p:cNvPr id="1011" name="short-route-label">
            <a:extLst>
              <a:ext uri="{FF2B5EF4-FFF2-40B4-BE49-F238E27FC236}">
                <a16:creationId xmlns:a16="http://schemas.microsoft.com/office/drawing/2014/main" id="{3B137807-C5CD-45D2-B440-B5DE25FC2DC6}"/>
              </a:ext>
            </a:extLst>
          </p:cNvPr>
          <p:cNvSpPr>
            <a:spLocks noGrp="1"/>
          </p:cNvSpPr>
          <p:nvPr/>
        </p:nvSpPr>
        <p:spPr>
          <a:xfrm>
            <a:off x="333375" y="5629275"/>
            <a:ext cx="3429000"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Kürzerer Ablageweg</a:t>
            </a:r>
          </a:p>
        </p:txBody>
      </p:sp>
      <p:sp>
        <p:nvSpPr>
          <p:cNvPr id="1012" name="future-vision">
            <a:extLst>
              <a:ext uri="{FF2B5EF4-FFF2-40B4-BE49-F238E27FC236}">
                <a16:creationId xmlns:a16="http://schemas.microsoft.com/office/drawing/2014/main" id="{E92DE672-08C9-4B3A-BBCC-90C18C5AC740}"/>
              </a:ext>
            </a:extLst>
          </p:cNvPr>
          <p:cNvSpPr>
            <a:spLocks noGrp="1"/>
          </p:cNvSpPr>
          <p:nvPr/>
        </p:nvSpPr>
        <p:spPr>
          <a:xfrm>
            <a:off x="4191000" y="3990975"/>
            <a:ext cx="2238375" cy="600075"/>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Bildverarbeitung</a:t>
            </a:r>
          </a:p>
        </p:txBody>
      </p:sp>
      <p:sp>
        <p:nvSpPr>
          <p:cNvPr id="1013" name="future-control">
            <a:extLst>
              <a:ext uri="{FF2B5EF4-FFF2-40B4-BE49-F238E27FC236}">
                <a16:creationId xmlns:a16="http://schemas.microsoft.com/office/drawing/2014/main" id="{BF513544-6D5C-4797-BF86-B80E6E50BBEE}"/>
              </a:ext>
            </a:extLst>
          </p:cNvPr>
          <p:cNvSpPr>
            <a:spLocks noGrp="1"/>
          </p:cNvSpPr>
          <p:nvPr/>
        </p:nvSpPr>
        <p:spPr>
          <a:xfrm>
            <a:off x="6800850" y="3990975"/>
            <a:ext cx="1762125" cy="600075"/>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Regelpfad</a:t>
            </a:r>
          </a:p>
        </p:txBody>
      </p:sp>
      <p:sp>
        <p:nvSpPr>
          <p:cNvPr id="1014" name="future-diag">
            <a:extLst>
              <a:ext uri="{FF2B5EF4-FFF2-40B4-BE49-F238E27FC236}">
                <a16:creationId xmlns:a16="http://schemas.microsoft.com/office/drawing/2014/main" id="{4822C32E-ECEE-4BC8-8806-9D08A44F00DF}"/>
              </a:ext>
            </a:extLst>
          </p:cNvPr>
          <p:cNvSpPr>
            <a:spLocks noGrp="1"/>
          </p:cNvSpPr>
          <p:nvPr/>
        </p:nvSpPr>
        <p:spPr>
          <a:xfrm>
            <a:off x="4191000" y="4914900"/>
            <a:ext cx="2238375" cy="600075"/>
          </a:xfrm>
          <a:prstGeom prst="rect">
            <a:avLst/>
          </a:prstGeom>
          <a:solidFill>
            <a:srgbClr val="FFFFFF"/>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Diagnose</a:t>
            </a:r>
          </a:p>
        </p:txBody>
      </p:sp>
      <p:sp>
        <p:nvSpPr>
          <p:cNvPr id="1017" name="separate-label">
            <a:extLst>
              <a:ext uri="{FF2B5EF4-FFF2-40B4-BE49-F238E27FC236}">
                <a16:creationId xmlns:a16="http://schemas.microsoft.com/office/drawing/2014/main" id="{A4B24960-CA94-4B51-804C-6B67167B26B4}"/>
              </a:ext>
            </a:extLst>
          </p:cNvPr>
          <p:cNvSpPr>
            <a:spLocks noGrp="1"/>
          </p:cNvSpPr>
          <p:nvPr/>
        </p:nvSpPr>
        <p:spPr>
          <a:xfrm>
            <a:off x="4191000" y="5629275"/>
            <a:ext cx="3381375"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Verarbeitung trennen</a:t>
            </a:r>
          </a:p>
        </p:txBody>
      </p:sp>
      <p:sp>
        <p:nvSpPr>
          <p:cNvPr id="1018" name="future-depth">
            <a:extLst>
              <a:ext uri="{FF2B5EF4-FFF2-40B4-BE49-F238E27FC236}">
                <a16:creationId xmlns:a16="http://schemas.microsoft.com/office/drawing/2014/main" id="{A81100D4-0F5B-49FE-B544-8BEBEA4ABDA9}"/>
              </a:ext>
            </a:extLst>
          </p:cNvPr>
          <p:cNvSpPr>
            <a:spLocks noGrp="1"/>
          </p:cNvSpPr>
          <p:nvPr/>
        </p:nvSpPr>
        <p:spPr>
          <a:xfrm>
            <a:off x="9096375" y="3857625"/>
            <a:ext cx="2047875" cy="5143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Tiefe</a:t>
            </a:r>
          </a:p>
        </p:txBody>
      </p:sp>
      <p:sp>
        <p:nvSpPr>
          <p:cNvPr id="1019" name="future-correction">
            <a:extLst>
              <a:ext uri="{FF2B5EF4-FFF2-40B4-BE49-F238E27FC236}">
                <a16:creationId xmlns:a16="http://schemas.microsoft.com/office/drawing/2014/main" id="{A9AAD365-C9F8-4BE7-84D7-C2A51F2DFDBC}"/>
              </a:ext>
            </a:extLst>
          </p:cNvPr>
          <p:cNvSpPr>
            <a:spLocks noGrp="1"/>
          </p:cNvSpPr>
          <p:nvPr/>
        </p:nvSpPr>
        <p:spPr>
          <a:xfrm>
            <a:off x="9096375" y="4619625"/>
            <a:ext cx="2047875" cy="514350"/>
          </a:xfrm>
          <a:prstGeom prst="rect">
            <a:avLst/>
          </a:prstGeom>
          <a:solidFill>
            <a:srgbClr val="E9F2EB"/>
          </a:solidFill>
          <a:ln w="15240">
            <a:solidFill>
              <a:srgbClr val="39734C"/>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Korrektur</a:t>
            </a:r>
          </a:p>
        </p:txBody>
      </p:sp>
      <p:sp>
        <p:nvSpPr>
          <p:cNvPr id="1021" name="depth-label">
            <a:extLst>
              <a:ext uri="{FF2B5EF4-FFF2-40B4-BE49-F238E27FC236}">
                <a16:creationId xmlns:a16="http://schemas.microsoft.com/office/drawing/2014/main" id="{A4D9B3D6-64A3-4912-8FFC-2CBFA58A09C6}"/>
              </a:ext>
            </a:extLst>
          </p:cNvPr>
          <p:cNvSpPr>
            <a:spLocks noGrp="1"/>
          </p:cNvSpPr>
          <p:nvPr/>
        </p:nvSpPr>
        <p:spPr>
          <a:xfrm>
            <a:off x="8982075" y="5629275"/>
            <a:ext cx="2257425"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Tiefenkorrektur</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13</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5D1AD3B2-3A58-B3D5-453B-F940F8A1E096}"/>
              </a:ext>
            </a:extLst>
          </p:cNvPr>
          <p:cNvSpPr>
            <a:spLocks noGrp="1"/>
          </p:cNvSpPr>
          <p:nvPr>
            <p:ph type="body" sz="quarter" idx="11"/>
          </p:nvPr>
        </p:nvSpPr>
        <p:spPr/>
        <p:txBody>
          <a:bodyPr/>
          <a:lstStyle/>
          <a:p>
            <a:endParaRPr lang="de-DE"/>
          </a:p>
        </p:txBody>
      </p:sp>
      <p:sp>
        <p:nvSpPr>
          <p:cNvPr id="3" name="Bildplatzhalter 2">
            <a:extLst>
              <a:ext uri="{FF2B5EF4-FFF2-40B4-BE49-F238E27FC236}">
                <a16:creationId xmlns:a16="http://schemas.microsoft.com/office/drawing/2014/main" id="{CEDBFA9C-FF98-1CF4-6AFF-B016208C3BA2}"/>
              </a:ext>
            </a:extLst>
          </p:cNvPr>
          <p:cNvSpPr>
            <a:spLocks noGrp="1"/>
          </p:cNvSpPr>
          <p:nvPr>
            <p:ph type="pic" sz="quarter" idx="12"/>
          </p:nvPr>
        </p:nvSpPr>
        <p:spPr/>
        <p:txBody>
          <a:bodyPr/>
          <a:lstStyle/>
          <a:p>
            <a:endParaRPr lang="de-DE"/>
          </a:p>
        </p:txBody>
      </p:sp>
      <p:sp>
        <p:nvSpPr>
          <p:cNvPr id="4" name="Textplatzhalter 3">
            <a:extLst>
              <a:ext uri="{FF2B5EF4-FFF2-40B4-BE49-F238E27FC236}">
                <a16:creationId xmlns:a16="http://schemas.microsoft.com/office/drawing/2014/main" id="{C61DC95C-AF10-A715-17F4-462FA20AA330}"/>
              </a:ext>
            </a:extLst>
          </p:cNvPr>
          <p:cNvSpPr>
            <a:spLocks noGrp="1"/>
          </p:cNvSpPr>
          <p:nvPr>
            <p:ph type="body" sz="quarter" idx="15"/>
          </p:nvPr>
        </p:nvSpPr>
        <p:spPr/>
        <p:txBody>
          <a:bodyPr/>
          <a:lstStyle/>
          <a:p>
            <a:endParaRPr lang="de-DE"/>
          </a:p>
        </p:txBody>
      </p:sp>
    </p:spTree>
    <p:extLst>
      <p:ext uri="{BB962C8B-B14F-4D97-AF65-F5344CB8AC3E}">
        <p14:creationId xmlns:p14="http://schemas.microsoft.com/office/powerpoint/2010/main" val="2471770557"/>
      </p:ext>
    </p:extLst>
  </p:cSld>
  <p:clrMapOvr>
    <a:masterClrMapping/>
  </p:clrMapOvr>
</p:sld>
</file>

<file path=ppt/theme/theme1.xml><?xml version="1.0" encoding="utf-8"?>
<a:theme xmlns:a="http://schemas.openxmlformats.org/drawingml/2006/main" name="MMT_Präsentation // Cover">
  <a:themeElements>
    <a:clrScheme name="HKA _ RGB _200330">
      <a:dk1>
        <a:srgbClr val="000000"/>
      </a:dk1>
      <a:lt1>
        <a:srgbClr val="FFFFFF"/>
      </a:lt1>
      <a:dk2>
        <a:srgbClr val="FFFFFF"/>
      </a:dk2>
      <a:lt2>
        <a:srgbClr val="D72305"/>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a:solidFill>
            <a:schemeClr val="accent1"/>
          </a:solidFill>
        </a:ln>
      </a:spPr>
      <a:bodyPr anchor="b">
        <a:noAutofit/>
      </a:bodyPr>
      <a:lstStyle>
        <a:defPPr algn="l">
          <a:defRPr dirty="0" err="1" smtClean="0"/>
        </a:defPPr>
      </a:lstStyle>
    </a:txDef>
  </a:objectDefaults>
  <a:extraClrSchemeLst/>
  <a:extLst>
    <a:ext uri="{05A4C25C-085E-4340-85A3-A5531E510DB2}">
      <thm15:themeFamily xmlns:thm15="http://schemas.microsoft.com/office/thememl/2012/main" name="Powerpoint-HKA_MMT_16-9.pptx" id="{A962E0ED-618D-4E05-9C47-5258E298CEC2}" vid="{2B1A4854-DCC0-496D-9A17-EB050DF25C9A}"/>
    </a:ext>
  </a:extLst>
</a:theme>
</file>

<file path=ppt/theme/theme2.xml><?xml version="1.0" encoding="utf-8"?>
<a:theme xmlns:a="http://schemas.openxmlformats.org/drawingml/2006/main" name="MMT_Präsentation // Inhalt">
  <a:themeElements>
    <a:clrScheme name="HKA RGB 200528">
      <a:dk1>
        <a:srgbClr val="000000"/>
      </a:dk1>
      <a:lt1>
        <a:srgbClr val="FFFFFF"/>
      </a:lt1>
      <a:dk2>
        <a:srgbClr val="FFFFFF"/>
      </a:dk2>
      <a:lt2>
        <a:srgbClr val="288632"/>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ln>
          <a:noFill/>
        </a:ln>
      </a:spPr>
      <a:bodyPr wrap="none" lIns="0" tIns="0" rIns="0" bIns="0" rtlCol="0" anchor="t" anchorCtr="0">
        <a:noAutofit/>
      </a:bodyPr>
      <a:lstStyle>
        <a:defPPr algn="l">
          <a:defRPr sz="2500" dirty="0" err="1" smtClean="0">
            <a:latin typeface="Calibri" pitchFamily="2" charset="77"/>
          </a:defRPr>
        </a:defPPr>
      </a:lstStyle>
    </a:txDef>
  </a:objectDefaults>
  <a:extraClrSchemeLst/>
  <a:extLst>
    <a:ext uri="{05A4C25C-085E-4340-85A3-A5531E510DB2}">
      <thm15:themeFamily xmlns:thm15="http://schemas.microsoft.com/office/thememl/2012/main" name="Powerpoint-HKA_MMT_16-9.pptx" id="{A962E0ED-618D-4E05-9C47-5258E298CEC2}" vid="{0C2CCC8C-4BE5-4CFB-BED5-23031B06809B}"/>
    </a:ext>
  </a:extLst>
</a:theme>
</file>

<file path=ppt/theme/theme3.xml><?xml version="1.0" encoding="utf-8"?>
<a:theme xmlns:a="http://schemas.openxmlformats.org/drawingml/2006/main" name="MMT_Präsentation // ENDE">
  <a:themeElements>
    <a:clrScheme name="HKA RGB_">
      <a:dk1>
        <a:srgbClr val="000000"/>
      </a:dk1>
      <a:lt1>
        <a:srgbClr val="FFFFFF"/>
      </a:lt1>
      <a:dk2>
        <a:srgbClr val="FFFFFF"/>
      </a:dk2>
      <a:lt2>
        <a:srgbClr val="E5322A"/>
      </a:lt2>
      <a:accent1>
        <a:srgbClr val="E53214"/>
      </a:accent1>
      <a:accent2>
        <a:srgbClr val="8B2C83"/>
      </a:accent2>
      <a:accent3>
        <a:srgbClr val="633680"/>
      </a:accent3>
      <a:accent4>
        <a:srgbClr val="1D4595"/>
      </a:accent4>
      <a:accent5>
        <a:srgbClr val="2869AF"/>
      </a:accent5>
      <a:accent6>
        <a:srgbClr val="198282"/>
      </a:accent6>
      <a:hlink>
        <a:srgbClr val="32AA45"/>
      </a:hlink>
      <a:folHlink>
        <a:srgbClr val="E63214"/>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HKA_MMT_16-9.pptx" id="{A962E0ED-618D-4E05-9C47-5258E298CEC2}" vid="{774C135F-2BA4-425F-B2F9-A7FB0ED19C24}"/>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Powerpoint-HKA_MMT_16-9_styles</Template>
  <TotalTime>0</TotalTime>
  <Words>3189</Words>
  <Application>Microsoft Office PowerPoint</Application>
  <PresentationFormat>Breitbild</PresentationFormat>
  <Paragraphs>302</Paragraphs>
  <Slides>14</Slides>
  <Notes>13</Notes>
  <HiddenSlides>0</HiddenSlides>
  <MMClips>0</MMClips>
  <ScaleCrop>false</ScaleCrop>
  <HeadingPairs>
    <vt:vector size="6" baseType="variant">
      <vt:variant>
        <vt:lpstr>Verwendete Schriftarten</vt:lpstr>
      </vt:variant>
      <vt:variant>
        <vt:i4>3</vt:i4>
      </vt:variant>
      <vt:variant>
        <vt:lpstr>Design</vt:lpstr>
      </vt:variant>
      <vt:variant>
        <vt:i4>3</vt:i4>
      </vt:variant>
      <vt:variant>
        <vt:lpstr>Folientitel</vt:lpstr>
      </vt:variant>
      <vt:variant>
        <vt:i4>14</vt:i4>
      </vt:variant>
    </vt:vector>
  </HeadingPairs>
  <TitlesOfParts>
    <vt:vector size="20" baseType="lpstr">
      <vt:lpstr>Arial</vt:lpstr>
      <vt:lpstr>Calibri Bold</vt:lpstr>
      <vt:lpstr>Calibri</vt:lpstr>
      <vt:lpstr>MMT_Präsentation // Cover</vt:lpstr>
      <vt:lpstr>MMT_Präsentation // Inhalt</vt:lpstr>
      <vt:lpstr>MMT_Präsentation // ENDE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Luis Göbes</dc:creator>
  <cp:keywords/>
  <dc:description/>
  <cp:lastModifiedBy>Tobias Unger</cp:lastModifiedBy>
  <cp:revision>3</cp:revision>
  <cp:lastPrinted>2020-09-16T09:23:03Z</cp:lastPrinted>
  <dcterms:created xsi:type="dcterms:W3CDTF">2024-06-23T17:11:02Z</dcterms:created>
  <dcterms:modified xsi:type="dcterms:W3CDTF">2026-10-02T16:59:25Z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0x010100929829DF8264B34C91F4BFE28CF5CC7F</vt:lpwstr>
  </property>
  <property fmtid="{D5CDD505-2E9C-101B-9397-08002B2CF9AE}" pid="3" name="MediaServiceImageTags">
    <vt:lpwstr/>
  </property>
</Properties>
</file>