
<file path=[Content_Types].xml><?xml version="1.0" encoding="utf-8"?>
<Types xmlns="http://schemas.openxmlformats.org/package/2006/content-types">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rts/chart1.xml" ContentType="application/vnd.openxmlformats-officedocument.drawingml.chart+xml"/>
  <Override PartName="/ppt/notesSlides/notesSlide14.xml" ContentType="application/vnd.openxmlformats-officedocument.presentationml.notesSlide+xml"/>
  <Override PartName="/ppt/changesInfos/changesInfo1.xml" ContentType="application/vnd.ms-powerpoint.changes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autoCompressPictures="0">
  <p:sldMasterIdLst>
    <p:sldMasterId id="2147483823" r:id="rId1"/>
    <p:sldMasterId id="2147483826" r:id="rId2"/>
    <p:sldMasterId id="2147483841" r:id="rId3"/>
  </p:sldMasterIdLst>
  <p:notesMasterIdLst>
    <p:notesMasterId r:id="rId22"/>
  </p:notesMasterIdLst>
  <p:handoutMasterIdLst>
    <p:handoutMasterId r:id="rId23"/>
  </p:handoutMasterIdLst>
  <p:sldIdLst>
    <p:sldId id="515" r:id="rId4"/>
    <p:sldId id="526" r:id="rId5"/>
    <p:sldId id="502" r:id="rId6"/>
    <p:sldId id="521" r:id="rId7"/>
    <p:sldId id="522" r:id="rId8"/>
    <p:sldId id="523" r:id="rId9"/>
    <p:sldId id="524" r:id="rId10"/>
    <p:sldId id="518" r:id="rId11"/>
    <p:sldId id="519" r:id="rId12"/>
    <p:sldId id="509" r:id="rId13"/>
    <p:sldId id="510" r:id="rId14"/>
    <p:sldId id="528" r:id="rId15"/>
    <p:sldId id="284" r:id="rId16"/>
    <p:sldId id="527" r:id="rId17"/>
    <p:sldId id="520" r:id="rId18"/>
    <p:sldId id="517" r:id="rId19"/>
    <p:sldId id="511" r:id="rId20"/>
    <p:sldId id="512" r:id="rId21"/>
  </p:sldIdLst>
  <p:sldSz cx="12192000" cy="6858000"/>
  <p:notesSz cx="6858000" cy="9144000"/>
  <p:embeddedFontLst>
    <p:embeddedFont>
      <p:font typeface="Calibri Bold" panose="020F0702030404030204" pitchFamily="34" charset="0"/>
      <p:bold r:id="rId24"/>
    </p:embeddedFont>
  </p:embeddedFontLst>
  <p:defaultTextStyle>
    <a:defPPr>
      <a:defRPr lang="en-US"/>
    </a:defPPr>
    <a:lvl1pPr marL="0" algn="l" defTabSz="207340" rtl="0" eaLnBrk="1" latinLnBrk="0" hangingPunct="1">
      <a:defRPr sz="816" kern="1200">
        <a:solidFill>
          <a:schemeClr val="tx1"/>
        </a:solidFill>
        <a:latin typeface="+mn-lt"/>
        <a:ea typeface="+mn-ea"/>
        <a:cs typeface="+mn-cs"/>
      </a:defRPr>
    </a:lvl1pPr>
    <a:lvl2pPr marL="207340" algn="l" defTabSz="207340" rtl="0" eaLnBrk="1" latinLnBrk="0" hangingPunct="1">
      <a:defRPr sz="816" kern="1200">
        <a:solidFill>
          <a:schemeClr val="tx1"/>
        </a:solidFill>
        <a:latin typeface="+mn-lt"/>
        <a:ea typeface="+mn-ea"/>
        <a:cs typeface="+mn-cs"/>
      </a:defRPr>
    </a:lvl2pPr>
    <a:lvl3pPr marL="414680" algn="l" defTabSz="207340" rtl="0" eaLnBrk="1" latinLnBrk="0" hangingPunct="1">
      <a:defRPr sz="816" kern="1200">
        <a:solidFill>
          <a:schemeClr val="tx1"/>
        </a:solidFill>
        <a:latin typeface="+mn-lt"/>
        <a:ea typeface="+mn-ea"/>
        <a:cs typeface="+mn-cs"/>
      </a:defRPr>
    </a:lvl3pPr>
    <a:lvl4pPr marL="622021" algn="l" defTabSz="207340" rtl="0" eaLnBrk="1" latinLnBrk="0" hangingPunct="1">
      <a:defRPr sz="816" kern="1200">
        <a:solidFill>
          <a:schemeClr val="tx1"/>
        </a:solidFill>
        <a:latin typeface="+mn-lt"/>
        <a:ea typeface="+mn-ea"/>
        <a:cs typeface="+mn-cs"/>
      </a:defRPr>
    </a:lvl4pPr>
    <a:lvl5pPr marL="829361" algn="l" defTabSz="207340" rtl="0" eaLnBrk="1" latinLnBrk="0" hangingPunct="1">
      <a:defRPr sz="816" kern="1200">
        <a:solidFill>
          <a:schemeClr val="tx1"/>
        </a:solidFill>
        <a:latin typeface="+mn-lt"/>
        <a:ea typeface="+mn-ea"/>
        <a:cs typeface="+mn-cs"/>
      </a:defRPr>
    </a:lvl5pPr>
    <a:lvl6pPr marL="1036701" algn="l" defTabSz="207340" rtl="0" eaLnBrk="1" latinLnBrk="0" hangingPunct="1">
      <a:defRPr sz="816" kern="1200">
        <a:solidFill>
          <a:schemeClr val="tx1"/>
        </a:solidFill>
        <a:latin typeface="+mn-lt"/>
        <a:ea typeface="+mn-ea"/>
        <a:cs typeface="+mn-cs"/>
      </a:defRPr>
    </a:lvl6pPr>
    <a:lvl7pPr marL="1244041" algn="l" defTabSz="207340" rtl="0" eaLnBrk="1" latinLnBrk="0" hangingPunct="1">
      <a:defRPr sz="816" kern="1200">
        <a:solidFill>
          <a:schemeClr val="tx1"/>
        </a:solidFill>
        <a:latin typeface="+mn-lt"/>
        <a:ea typeface="+mn-ea"/>
        <a:cs typeface="+mn-cs"/>
      </a:defRPr>
    </a:lvl7pPr>
    <a:lvl8pPr marL="1451381" algn="l" defTabSz="207340" rtl="0" eaLnBrk="1" latinLnBrk="0" hangingPunct="1">
      <a:defRPr sz="816" kern="1200">
        <a:solidFill>
          <a:schemeClr val="tx1"/>
        </a:solidFill>
        <a:latin typeface="+mn-lt"/>
        <a:ea typeface="+mn-ea"/>
        <a:cs typeface="+mn-cs"/>
      </a:defRPr>
    </a:lvl8pPr>
    <a:lvl9pPr marL="1658722" algn="l" defTabSz="207340" rtl="0" eaLnBrk="1" latinLnBrk="0" hangingPunct="1">
      <a:defRPr sz="816" kern="1200">
        <a:solidFill>
          <a:schemeClr val="tx1"/>
        </a:solidFill>
        <a:latin typeface="+mn-lt"/>
        <a:ea typeface="+mn-ea"/>
        <a:cs typeface="+mn-cs"/>
      </a:defRPr>
    </a:lvl9pPr>
  </p:defaultTextStyle>
  <p:extLst>
    <p:ext uri="{521415D9-36F7-43E2-AB2F-B90AF26B5E84}">
      <p14:sectionLst xmlns:p14="http://schemas.microsoft.com/office/powerpoint/2010/main">
        <p14:section name="Standardabschnitt" id="{E0564671-BBB7-47DA-92A0-4B080CDF2BC5}">
          <p14:sldIdLst>
            <p14:sldId id="515"/>
            <p14:sldId id="526"/>
            <p14:sldId id="502"/>
            <p14:sldId id="521"/>
            <p14:sldId id="522"/>
            <p14:sldId id="523"/>
            <p14:sldId id="524"/>
            <p14:sldId id="518"/>
            <p14:sldId id="519"/>
            <p14:sldId id="509"/>
            <p14:sldId id="510"/>
            <p14:sldId id="528"/>
            <p14:sldId id="284"/>
          </p14:sldIdLst>
        </p14:section>
        <p14:section name="BackUp" id="{248D2F70-1F5D-4FCD-963E-1DF9CCAD4B9D}">
          <p14:sldIdLst>
            <p14:sldId id="527"/>
            <p14:sldId id="520"/>
            <p14:sldId id="517"/>
            <p14:sldId id="511"/>
            <p14:sldId id="512"/>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4D11611D-4589-AE68-FED2-9F023B544461}" name="Tobias Unger" initials="TU" userId="S::unto1011@hs-karlsruhe.de::ac2bba53-662c-47e6-be32-e48104c639a2" providerId="AD"/>
  <p188:author id="{53DF6B4A-7EC5-C862-4DA5-E40D162ED618}" name="Hauke Stürenburg" initials="" userId="S::stha1012@h-ka.de::a8bb1362-552c-4f92-a794-b11d716a31b4" providerId="AD"/>
  <p188:author id="{B1C7D5B7-C62C-72EF-1484-F62F31472190}" name="Tobias Unger" initials="TU" userId="0a5458e38b5f4a0f"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869AF"/>
    <a:srgbClr val="FF7E29"/>
    <a:srgbClr val="AEAEAE"/>
    <a:srgbClr val="0E5F84"/>
    <a:srgbClr val="D9D9D9"/>
    <a:srgbClr val="C4F7BB"/>
    <a:srgbClr val="D62305"/>
    <a:srgbClr val="FFFFFF"/>
    <a:srgbClr val="D72300"/>
    <a:srgbClr val="FFFF6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9D7B26C5-4107-4FEC-AEDC-1716B250A1EF}">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ittlere Formatvorlage 2 - Akz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E9639D4-E3E2-4D34-9284-5A2195B3D0D7}" styleName="Helle Formatvorlag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616DA210-FB5B-4158-B5E0-FEB733F419BA}" styleName="Helle Formatvorlag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9D7B26C5-4107-4FEC-AEDC-1716B250A1EF}" styleName="Helle Formatvorlag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E25E649-3F16-4E02-A733-19D2CDBF48F0}" styleName="Mittlere Formatvorlage 3 - Akz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5202B0CA-FC54-4496-8BCA-5EF66A818D29}" styleName="Dunkle Formatvorlag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E8034E78-7F5D-4C2E-B375-FC64B27BC917}" styleName="Dunkle Formatvorlag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B301B821-A1FF-4177-AEE7-76D212191A09}" styleName="Mittlere Formatvorlage 1 - Akz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793D81CF-94F2-401A-BA57-92F5A7B2D0C5}" styleName="Mittlere Formatvorlag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2833802-FEF1-4C79-8D5D-14CF1EAF98D9}" styleName="Helle Formatvorlage 2 - Akz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3C2FFA5D-87B4-456A-9821-1D502468CF0F}" styleName="Designformatvorlage 1 - Akz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BC89EF96-8CEA-46FF-86C4-4CE0E7609802}" styleName="Helle Formatvorlage 3 - Akz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85BE263C-DBD7-4A20-BB59-AAB30ACAA65A}" styleName="Mittlere Formatvorlage 3 - Akz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0660B408-B3CF-4A94-85FC-2B1E0A45F4A2}" styleName="Dunkle Formatvorlage 2 - Akzent 1/Akzent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91EBBBCC-DAD2-459C-BE2E-F6DE35CF9A28}" styleName="Dunkle Formatvorlage 2 - Akzent 3/Akz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 styleId="{D7AC3CCA-C797-4891-BE02-D94E43425B78}" styleName="Mittlere Formatvorlag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93" autoAdjust="0"/>
    <p:restoredTop sz="91235" autoAdjust="0"/>
  </p:normalViewPr>
  <p:slideViewPr>
    <p:cSldViewPr snapToGrid="0">
      <p:cViewPr varScale="1">
        <p:scale>
          <a:sx n="98" d="100"/>
          <a:sy n="98" d="100"/>
        </p:scale>
        <p:origin x="668" y="48"/>
      </p:cViewPr>
      <p:guideLst/>
    </p:cSldViewPr>
  </p:slideViewPr>
  <p:notesTextViewPr>
    <p:cViewPr>
      <p:scale>
        <a:sx n="1" d="1"/>
        <a:sy n="1" d="1"/>
      </p:scale>
      <p:origin x="0" y="0"/>
    </p:cViewPr>
  </p:notesTextViewPr>
  <p:notesViewPr>
    <p:cSldViewPr snapToGrid="0">
      <p:cViewPr>
        <p:scale>
          <a:sx n="1" d="2"/>
          <a:sy n="1" d="2"/>
        </p:scale>
        <p:origin x="3920" y="101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5.xml"/><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viewProps" Target="viewProps.xml"/><Relationship Id="rId3" Type="http://schemas.openxmlformats.org/officeDocument/2006/relationships/slideMaster" Target="slideMasters/slideMaster3.xml"/><Relationship Id="rId21" Type="http://schemas.openxmlformats.org/officeDocument/2006/relationships/slide" Target="slides/slide18.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presProps" Target="presProps.xml"/><Relationship Id="rId2" Type="http://schemas.openxmlformats.org/officeDocument/2006/relationships/slideMaster" Target="slideMasters/slideMaster2.xml"/><Relationship Id="rId16" Type="http://schemas.openxmlformats.org/officeDocument/2006/relationships/slide" Target="slides/slide13.xml"/><Relationship Id="rId20" Type="http://schemas.openxmlformats.org/officeDocument/2006/relationships/slide" Target="slides/slide17.xml"/><Relationship Id="rId29"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font" Target="fonts/font1.fntdata"/><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handoutMaster" Target="handoutMasters/handoutMaster1.xml"/><Relationship Id="rId28" Type="http://schemas.openxmlformats.org/officeDocument/2006/relationships/tableStyles" Target="tableStyles.xml"/><Relationship Id="rId10" Type="http://schemas.openxmlformats.org/officeDocument/2006/relationships/slide" Target="slides/slide7.xml"/><Relationship Id="rId19" Type="http://schemas.openxmlformats.org/officeDocument/2006/relationships/slide" Target="slides/slide16.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notesMaster" Target="notesMasters/notesMaster1.xml"/><Relationship Id="rId27" Type="http://schemas.openxmlformats.org/officeDocument/2006/relationships/theme" Target="theme/theme1.xml"/><Relationship Id="rId30"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obias Unger" userId="0a5458e38b5f4a0f" providerId="LiveId" clId="{5C6CAE59-BAC7-4E9C-B1A6-AA8C1CFC41BD}"/>
    <pc:docChg chg="undo custSel addSld delSld modSld sldOrd addSection modSection">
      <pc:chgData name="Tobias Unger" userId="0a5458e38b5f4a0f" providerId="LiveId" clId="{5C6CAE59-BAC7-4E9C-B1A6-AA8C1CFC41BD}" dt="2026-10-09T05:18:38.227" v="1927" actId="207"/>
      <pc:docMkLst>
        <pc:docMk/>
      </pc:docMkLst>
      <pc:sldChg chg="addSp delSp modSp mod modNotesTx">
        <pc:chgData name="Tobias Unger" userId="0a5458e38b5f4a0f" providerId="LiveId" clId="{5C6CAE59-BAC7-4E9C-B1A6-AA8C1CFC41BD}" dt="2026-10-09T05:07:53.524" v="1370" actId="1036"/>
        <pc:sldMkLst>
          <pc:docMk/>
          <pc:sldMk cId="1106493487" sldId="502"/>
        </pc:sldMkLst>
        <pc:spChg chg="add mod">
          <ac:chgData name="Tobias Unger" userId="0a5458e38b5f4a0f" providerId="LiveId" clId="{5C6CAE59-BAC7-4E9C-B1A6-AA8C1CFC41BD}" dt="2026-10-09T05:07:53.524" v="1370" actId="1036"/>
          <ac:spMkLst>
            <pc:docMk/>
            <pc:sldMk cId="1106493487" sldId="502"/>
            <ac:spMk id="7" creationId="{8D137DF7-CCF5-B254-F1C0-714D1F5BFF33}"/>
          </ac:spMkLst>
        </pc:spChg>
        <pc:spChg chg="del">
          <ac:chgData name="Tobias Unger" userId="0a5458e38b5f4a0f" providerId="LiveId" clId="{5C6CAE59-BAC7-4E9C-B1A6-AA8C1CFC41BD}" dt="2026-10-09T05:07:03.076" v="1304" actId="478"/>
          <ac:spMkLst>
            <pc:docMk/>
            <pc:sldMk cId="1106493487" sldId="502"/>
            <ac:spMk id="1002" creationId="{521D79AD-AAF7-4132-BE96-7FD5AAF09539}"/>
          </ac:spMkLst>
        </pc:spChg>
        <pc:spChg chg="mod">
          <ac:chgData name="Tobias Unger" userId="0a5458e38b5f4a0f" providerId="LiveId" clId="{5C6CAE59-BAC7-4E9C-B1A6-AA8C1CFC41BD}" dt="2026-10-09T05:07:53.524" v="1370" actId="1036"/>
          <ac:spMkLst>
            <pc:docMk/>
            <pc:sldMk cId="1106493487" sldId="502"/>
            <ac:spMk id="1003" creationId="{48B2B4A5-063B-4328-96F5-4AEB73B55B5E}"/>
          </ac:spMkLst>
        </pc:spChg>
        <pc:spChg chg="mod">
          <ac:chgData name="Tobias Unger" userId="0a5458e38b5f4a0f" providerId="LiveId" clId="{5C6CAE59-BAC7-4E9C-B1A6-AA8C1CFC41BD}" dt="2026-10-09T05:07:53.524" v="1370" actId="1036"/>
          <ac:spMkLst>
            <pc:docMk/>
            <pc:sldMk cId="1106493487" sldId="502"/>
            <ac:spMk id="1004" creationId="{808922D0-6143-4374-A754-175AF22DCFBD}"/>
          </ac:spMkLst>
        </pc:spChg>
        <pc:spChg chg="mod">
          <ac:chgData name="Tobias Unger" userId="0a5458e38b5f4a0f" providerId="LiveId" clId="{5C6CAE59-BAC7-4E9C-B1A6-AA8C1CFC41BD}" dt="2026-10-09T05:07:53.524" v="1370" actId="1036"/>
          <ac:spMkLst>
            <pc:docMk/>
            <pc:sldMk cId="1106493487" sldId="502"/>
            <ac:spMk id="1005" creationId="{544D7FC6-0737-4BC6-8229-329EC8686B51}"/>
          </ac:spMkLst>
        </pc:spChg>
        <pc:spChg chg="mod">
          <ac:chgData name="Tobias Unger" userId="0a5458e38b5f4a0f" providerId="LiveId" clId="{5C6CAE59-BAC7-4E9C-B1A6-AA8C1CFC41BD}" dt="2026-10-09T05:07:53.524" v="1370" actId="1036"/>
          <ac:spMkLst>
            <pc:docMk/>
            <pc:sldMk cId="1106493487" sldId="502"/>
            <ac:spMk id="1006" creationId="{01353B30-97F6-4963-B45B-DC86A6F2DEA7}"/>
          </ac:spMkLst>
        </pc:spChg>
        <pc:spChg chg="mod">
          <ac:chgData name="Tobias Unger" userId="0a5458e38b5f4a0f" providerId="LiveId" clId="{5C6CAE59-BAC7-4E9C-B1A6-AA8C1CFC41BD}" dt="2026-10-09T05:07:53.524" v="1370" actId="1036"/>
          <ac:spMkLst>
            <pc:docMk/>
            <pc:sldMk cId="1106493487" sldId="502"/>
            <ac:spMk id="1007" creationId="{D6D9CA20-BCA5-48C8-90E0-E5FC12C745F2}"/>
          </ac:spMkLst>
        </pc:spChg>
        <pc:spChg chg="mod">
          <ac:chgData name="Tobias Unger" userId="0a5458e38b5f4a0f" providerId="LiveId" clId="{5C6CAE59-BAC7-4E9C-B1A6-AA8C1CFC41BD}" dt="2026-10-09T05:07:53.524" v="1370" actId="1036"/>
          <ac:spMkLst>
            <pc:docMk/>
            <pc:sldMk cId="1106493487" sldId="502"/>
            <ac:spMk id="1008" creationId="{AF36FEEE-0838-4125-8575-9EC4D9B38050}"/>
          </ac:spMkLst>
        </pc:spChg>
        <pc:spChg chg="mod">
          <ac:chgData name="Tobias Unger" userId="0a5458e38b5f4a0f" providerId="LiveId" clId="{5C6CAE59-BAC7-4E9C-B1A6-AA8C1CFC41BD}" dt="2026-10-09T05:06:58.845" v="1303" actId="20577"/>
          <ac:spMkLst>
            <pc:docMk/>
            <pc:sldMk cId="1106493487" sldId="502"/>
            <ac:spMk id="1013" creationId="{654AAF4C-2050-496F-AAF7-038B44B42FA3}"/>
          </ac:spMkLst>
        </pc:spChg>
        <pc:picChg chg="add">
          <ac:chgData name="Tobias Unger" userId="0a5458e38b5f4a0f" providerId="LiveId" clId="{5C6CAE59-BAC7-4E9C-B1A6-AA8C1CFC41BD}" dt="2026-10-09T05:07:21.321" v="1344" actId="22"/>
          <ac:picMkLst>
            <pc:docMk/>
            <pc:sldMk cId="1106493487" sldId="502"/>
            <ac:picMk id="3" creationId="{A58BCCDA-507F-DBC4-E1A2-165DB7DBCC30}"/>
          </ac:picMkLst>
        </pc:picChg>
      </pc:sldChg>
      <pc:sldChg chg="add del">
        <pc:chgData name="Tobias Unger" userId="0a5458e38b5f4a0f" providerId="LiveId" clId="{5C6CAE59-BAC7-4E9C-B1A6-AA8C1CFC41BD}" dt="2026-10-08T14:43:24.751" v="1081" actId="47"/>
        <pc:sldMkLst>
          <pc:docMk/>
          <pc:sldMk cId="3013258617" sldId="508"/>
        </pc:sldMkLst>
      </pc:sldChg>
      <pc:sldChg chg="modSp mod modNotesTx">
        <pc:chgData name="Tobias Unger" userId="0a5458e38b5f4a0f" providerId="LiveId" clId="{5C6CAE59-BAC7-4E9C-B1A6-AA8C1CFC41BD}" dt="2026-10-07T19:45:29.227" v="671" actId="20577"/>
        <pc:sldMkLst>
          <pc:docMk/>
          <pc:sldMk cId="1106493487" sldId="509"/>
        </pc:sldMkLst>
        <pc:spChg chg="mod">
          <ac:chgData name="Tobias Unger" userId="0a5458e38b5f4a0f" providerId="LiveId" clId="{5C6CAE59-BAC7-4E9C-B1A6-AA8C1CFC41BD}" dt="2026-10-07T19:28:07.024" v="349" actId="1037"/>
          <ac:spMkLst>
            <pc:docMk/>
            <pc:sldMk cId="1106493487" sldId="509"/>
            <ac:spMk id="1014" creationId="{BF925AE4-B5DF-4F86-AE91-DF5C60F72CBC}"/>
          </ac:spMkLst>
        </pc:spChg>
        <pc:spChg chg="mod">
          <ac:chgData name="Tobias Unger" userId="0a5458e38b5f4a0f" providerId="LiveId" clId="{5C6CAE59-BAC7-4E9C-B1A6-AA8C1CFC41BD}" dt="2026-10-07T19:27:58.842" v="329" actId="6549"/>
          <ac:spMkLst>
            <pc:docMk/>
            <pc:sldMk cId="1106493487" sldId="509"/>
            <ac:spMk id="1015" creationId="{70D1634B-182F-4522-A2EA-FC4280D89DCE}"/>
          </ac:spMkLst>
        </pc:spChg>
      </pc:sldChg>
      <pc:sldChg chg="delSp modSp mod modNotesTx">
        <pc:chgData name="Tobias Unger" userId="0a5458e38b5f4a0f" providerId="LiveId" clId="{5C6CAE59-BAC7-4E9C-B1A6-AA8C1CFC41BD}" dt="2026-10-09T05:05:29.316" v="1260" actId="313"/>
        <pc:sldMkLst>
          <pc:docMk/>
          <pc:sldMk cId="1106493487" sldId="510"/>
        </pc:sldMkLst>
        <pc:spChg chg="mod">
          <ac:chgData name="Tobias Unger" userId="0a5458e38b5f4a0f" providerId="LiveId" clId="{5C6CAE59-BAC7-4E9C-B1A6-AA8C1CFC41BD}" dt="2026-10-07T18:31:12.875" v="176" actId="1036"/>
          <ac:spMkLst>
            <pc:docMk/>
            <pc:sldMk cId="1106493487" sldId="510"/>
            <ac:spMk id="5" creationId="{777BDD82-559A-FBCF-840E-DAED8E813974}"/>
          </ac:spMkLst>
        </pc:spChg>
        <pc:spChg chg="mod">
          <ac:chgData name="Tobias Unger" userId="0a5458e38b5f4a0f" providerId="LiveId" clId="{5C6CAE59-BAC7-4E9C-B1A6-AA8C1CFC41BD}" dt="2026-10-07T18:31:12.875" v="176" actId="1036"/>
          <ac:spMkLst>
            <pc:docMk/>
            <pc:sldMk cId="1106493487" sldId="510"/>
            <ac:spMk id="6" creationId="{6BB7CC81-C6DE-2590-E212-45E5CDB9E723}"/>
          </ac:spMkLst>
        </pc:spChg>
        <pc:spChg chg="mod">
          <ac:chgData name="Tobias Unger" userId="0a5458e38b5f4a0f" providerId="LiveId" clId="{5C6CAE59-BAC7-4E9C-B1A6-AA8C1CFC41BD}" dt="2026-10-07T19:33:35.799" v="412" actId="1036"/>
          <ac:spMkLst>
            <pc:docMk/>
            <pc:sldMk cId="1106493487" sldId="510"/>
            <ac:spMk id="1018" creationId="{32DEDF6B-20EA-4C0F-A026-C04CBCB8E2DB}"/>
          </ac:spMkLst>
        </pc:spChg>
        <pc:spChg chg="mod">
          <ac:chgData name="Tobias Unger" userId="0a5458e38b5f4a0f" providerId="LiveId" clId="{5C6CAE59-BAC7-4E9C-B1A6-AA8C1CFC41BD}" dt="2026-10-07T19:33:35.799" v="412" actId="1036"/>
          <ac:spMkLst>
            <pc:docMk/>
            <pc:sldMk cId="1106493487" sldId="510"/>
            <ac:spMk id="1019" creationId="{41F82690-E5F0-45D0-898B-2147F282FE7A}"/>
          </ac:spMkLst>
        </pc:spChg>
        <pc:spChg chg="mod">
          <ac:chgData name="Tobias Unger" userId="0a5458e38b5f4a0f" providerId="LiveId" clId="{5C6CAE59-BAC7-4E9C-B1A6-AA8C1CFC41BD}" dt="2026-10-07T19:33:35.799" v="412" actId="1036"/>
          <ac:spMkLst>
            <pc:docMk/>
            <pc:sldMk cId="1106493487" sldId="510"/>
            <ac:spMk id="1021" creationId="{75CFEE39-32C8-46B7-84D7-159BCC06C910}"/>
          </ac:spMkLst>
        </pc:spChg>
        <pc:spChg chg="mod">
          <ac:chgData name="Tobias Unger" userId="0a5458e38b5f4a0f" providerId="LiveId" clId="{5C6CAE59-BAC7-4E9C-B1A6-AA8C1CFC41BD}" dt="2026-10-07T19:33:35.799" v="412" actId="1036"/>
          <ac:spMkLst>
            <pc:docMk/>
            <pc:sldMk cId="1106493487" sldId="510"/>
            <ac:spMk id="1022" creationId="{3CB68947-67B0-44EF-AAB3-ED54F5D5D78A}"/>
          </ac:spMkLst>
        </pc:spChg>
        <pc:spChg chg="mod">
          <ac:chgData name="Tobias Unger" userId="0a5458e38b5f4a0f" providerId="LiveId" clId="{5C6CAE59-BAC7-4E9C-B1A6-AA8C1CFC41BD}" dt="2026-10-07T19:33:35.799" v="412" actId="1036"/>
          <ac:spMkLst>
            <pc:docMk/>
            <pc:sldMk cId="1106493487" sldId="510"/>
            <ac:spMk id="1024" creationId="{B72BE5AC-D8FF-4EB8-9680-A5D6AED99802}"/>
          </ac:spMkLst>
        </pc:spChg>
        <pc:spChg chg="mod">
          <ac:chgData name="Tobias Unger" userId="0a5458e38b5f4a0f" providerId="LiveId" clId="{5C6CAE59-BAC7-4E9C-B1A6-AA8C1CFC41BD}" dt="2026-10-07T19:33:35.799" v="412" actId="1036"/>
          <ac:spMkLst>
            <pc:docMk/>
            <pc:sldMk cId="1106493487" sldId="510"/>
            <ac:spMk id="1025" creationId="{6824386F-547B-4787-8D43-3EE2B75F256C}"/>
          </ac:spMkLst>
        </pc:spChg>
        <pc:spChg chg="mod">
          <ac:chgData name="Tobias Unger" userId="0a5458e38b5f4a0f" providerId="LiveId" clId="{5C6CAE59-BAC7-4E9C-B1A6-AA8C1CFC41BD}" dt="2026-10-07T19:33:35.799" v="412" actId="1036"/>
          <ac:spMkLst>
            <pc:docMk/>
            <pc:sldMk cId="1106493487" sldId="510"/>
            <ac:spMk id="1026" creationId="{32C785F6-33B5-4EEF-BB2E-6CDD0D5554DA}"/>
          </ac:spMkLst>
        </pc:spChg>
        <pc:spChg chg="mod">
          <ac:chgData name="Tobias Unger" userId="0a5458e38b5f4a0f" providerId="LiveId" clId="{5C6CAE59-BAC7-4E9C-B1A6-AA8C1CFC41BD}" dt="2026-10-09T05:05:29.316" v="1260" actId="313"/>
          <ac:spMkLst>
            <pc:docMk/>
            <pc:sldMk cId="1106493487" sldId="510"/>
            <ac:spMk id="1035" creationId="{CFEE2F63-30CB-4E04-8A78-5BA8CB61EA52}"/>
          </ac:spMkLst>
        </pc:spChg>
        <pc:picChg chg="mod ord">
          <ac:chgData name="Tobias Unger" userId="0a5458e38b5f4a0f" providerId="LiveId" clId="{5C6CAE59-BAC7-4E9C-B1A6-AA8C1CFC41BD}" dt="2026-10-07T18:30:59.936" v="161" actId="14100"/>
          <ac:picMkLst>
            <pc:docMk/>
            <pc:sldMk cId="1106493487" sldId="510"/>
            <ac:picMk id="2" creationId="{C5088F6C-1511-32DE-CD13-3342F24CB9FF}"/>
          </ac:picMkLst>
        </pc:picChg>
      </pc:sldChg>
      <pc:sldChg chg="modSp mod ord">
        <pc:chgData name="Tobias Unger" userId="0a5458e38b5f4a0f" providerId="LiveId" clId="{5C6CAE59-BAC7-4E9C-B1A6-AA8C1CFC41BD}" dt="2026-10-07T19:35:32.748" v="473"/>
        <pc:sldMkLst>
          <pc:docMk/>
          <pc:sldMk cId="1106493487" sldId="511"/>
        </pc:sldMkLst>
        <pc:spChg chg="mod">
          <ac:chgData name="Tobias Unger" userId="0a5458e38b5f4a0f" providerId="LiveId" clId="{5C6CAE59-BAC7-4E9C-B1A6-AA8C1CFC41BD}" dt="2026-10-07T19:35:06.239" v="442" actId="20577"/>
          <ac:spMkLst>
            <pc:docMk/>
            <pc:sldMk cId="1106493487" sldId="511"/>
            <ac:spMk id="1005" creationId="{83E77CE3-6B66-4238-B71E-403D7D603958}"/>
          </ac:spMkLst>
        </pc:spChg>
        <pc:spChg chg="mod">
          <ac:chgData name="Tobias Unger" userId="0a5458e38b5f4a0f" providerId="LiveId" clId="{5C6CAE59-BAC7-4E9C-B1A6-AA8C1CFC41BD}" dt="2026-10-07T19:35:12.582" v="443" actId="12"/>
          <ac:spMkLst>
            <pc:docMk/>
            <pc:sldMk cId="1106493487" sldId="511"/>
            <ac:spMk id="1006" creationId="{89ED7EC0-DBEB-4977-BEE9-23E875C6EF61}"/>
          </ac:spMkLst>
        </pc:spChg>
        <pc:spChg chg="mod">
          <ac:chgData name="Tobias Unger" userId="0a5458e38b5f4a0f" providerId="LiveId" clId="{5C6CAE59-BAC7-4E9C-B1A6-AA8C1CFC41BD}" dt="2026-10-07T19:35:20.675" v="471" actId="1035"/>
          <ac:spMkLst>
            <pc:docMk/>
            <pc:sldMk cId="1106493487" sldId="511"/>
            <ac:spMk id="1007" creationId="{11AAE44A-EFDC-41A1-AF88-11ECA465D126}"/>
          </ac:spMkLst>
        </pc:spChg>
      </pc:sldChg>
      <pc:sldChg chg="ord">
        <pc:chgData name="Tobias Unger" userId="0a5458e38b5f4a0f" providerId="LiveId" clId="{5C6CAE59-BAC7-4E9C-B1A6-AA8C1CFC41BD}" dt="2026-10-07T19:36:23.779" v="475"/>
        <pc:sldMkLst>
          <pc:docMk/>
          <pc:sldMk cId="1106493487" sldId="512"/>
        </pc:sldMkLst>
      </pc:sldChg>
      <pc:sldChg chg="modSp del mod modNotesTx">
        <pc:chgData name="Tobias Unger" userId="0a5458e38b5f4a0f" providerId="LiveId" clId="{5C6CAE59-BAC7-4E9C-B1A6-AA8C1CFC41BD}" dt="2026-10-09T05:18:09.239" v="1926" actId="47"/>
        <pc:sldMkLst>
          <pc:docMk/>
          <pc:sldMk cId="1106493487" sldId="513"/>
        </pc:sldMkLst>
        <pc:spChg chg="mod">
          <ac:chgData name="Tobias Unger" userId="0a5458e38b5f4a0f" providerId="LiveId" clId="{5C6CAE59-BAC7-4E9C-B1A6-AA8C1CFC41BD}" dt="2026-10-07T19:37:53.482" v="525" actId="12"/>
          <ac:spMkLst>
            <pc:docMk/>
            <pc:sldMk cId="1106493487" sldId="513"/>
            <ac:spMk id="1002" creationId="{F1AF2FEA-38FE-4EEB-94DC-539D266AF392}"/>
          </ac:spMkLst>
        </pc:spChg>
        <pc:spChg chg="mod">
          <ac:chgData name="Tobias Unger" userId="0a5458e38b5f4a0f" providerId="LiveId" clId="{5C6CAE59-BAC7-4E9C-B1A6-AA8C1CFC41BD}" dt="2026-10-07T19:37:43.894" v="524" actId="1036"/>
          <ac:spMkLst>
            <pc:docMk/>
            <pc:sldMk cId="1106493487" sldId="513"/>
            <ac:spMk id="1005" creationId="{13D25098-E90E-48D2-958F-3EA27B34B7E8}"/>
          </ac:spMkLst>
        </pc:spChg>
        <pc:spChg chg="mod">
          <ac:chgData name="Tobias Unger" userId="0a5458e38b5f4a0f" providerId="LiveId" clId="{5C6CAE59-BAC7-4E9C-B1A6-AA8C1CFC41BD}" dt="2026-10-07T19:37:43.894" v="524" actId="1036"/>
          <ac:spMkLst>
            <pc:docMk/>
            <pc:sldMk cId="1106493487" sldId="513"/>
            <ac:spMk id="1006" creationId="{692A46A3-670E-40FE-BBF2-66988AEE29D6}"/>
          </ac:spMkLst>
        </pc:spChg>
        <pc:spChg chg="mod">
          <ac:chgData name="Tobias Unger" userId="0a5458e38b5f4a0f" providerId="LiveId" clId="{5C6CAE59-BAC7-4E9C-B1A6-AA8C1CFC41BD}" dt="2026-10-07T19:37:43.894" v="524" actId="1036"/>
          <ac:spMkLst>
            <pc:docMk/>
            <pc:sldMk cId="1106493487" sldId="513"/>
            <ac:spMk id="1008" creationId="{8CDC3FBE-AF08-4EC5-B3E0-D91A5AD4A44A}"/>
          </ac:spMkLst>
        </pc:spChg>
        <pc:spChg chg="mod">
          <ac:chgData name="Tobias Unger" userId="0a5458e38b5f4a0f" providerId="LiveId" clId="{5C6CAE59-BAC7-4E9C-B1A6-AA8C1CFC41BD}" dt="2026-10-07T19:37:43.894" v="524" actId="1036"/>
          <ac:spMkLst>
            <pc:docMk/>
            <pc:sldMk cId="1106493487" sldId="513"/>
            <ac:spMk id="1011" creationId="{3B137807-C5CD-45D2-B440-B5DE25FC2DC6}"/>
          </ac:spMkLst>
        </pc:spChg>
        <pc:spChg chg="mod">
          <ac:chgData name="Tobias Unger" userId="0a5458e38b5f4a0f" providerId="LiveId" clId="{5C6CAE59-BAC7-4E9C-B1A6-AA8C1CFC41BD}" dt="2026-10-07T19:37:43.894" v="524" actId="1036"/>
          <ac:spMkLst>
            <pc:docMk/>
            <pc:sldMk cId="1106493487" sldId="513"/>
            <ac:spMk id="1013" creationId="{BF513544-6D5C-4797-BF86-B80E6E50BBEE}"/>
          </ac:spMkLst>
        </pc:spChg>
        <pc:spChg chg="mod">
          <ac:chgData name="Tobias Unger" userId="0a5458e38b5f4a0f" providerId="LiveId" clId="{5C6CAE59-BAC7-4E9C-B1A6-AA8C1CFC41BD}" dt="2026-10-07T19:37:43.894" v="524" actId="1036"/>
          <ac:spMkLst>
            <pc:docMk/>
            <pc:sldMk cId="1106493487" sldId="513"/>
            <ac:spMk id="1014" creationId="{4822C32E-ECEE-4BC8-8806-9D08A44F00DF}"/>
          </ac:spMkLst>
        </pc:spChg>
        <pc:spChg chg="mod">
          <ac:chgData name="Tobias Unger" userId="0a5458e38b5f4a0f" providerId="LiveId" clId="{5C6CAE59-BAC7-4E9C-B1A6-AA8C1CFC41BD}" dt="2026-10-07T19:37:43.894" v="524" actId="1036"/>
          <ac:spMkLst>
            <pc:docMk/>
            <pc:sldMk cId="1106493487" sldId="513"/>
            <ac:spMk id="1017" creationId="{A4B24960-CA94-4B51-804C-6B67167B26B4}"/>
          </ac:spMkLst>
        </pc:spChg>
        <pc:spChg chg="mod">
          <ac:chgData name="Tobias Unger" userId="0a5458e38b5f4a0f" providerId="LiveId" clId="{5C6CAE59-BAC7-4E9C-B1A6-AA8C1CFC41BD}" dt="2026-10-07T19:37:43.894" v="524" actId="1036"/>
          <ac:spMkLst>
            <pc:docMk/>
            <pc:sldMk cId="1106493487" sldId="513"/>
            <ac:spMk id="1018" creationId="{A81100D4-0F5B-49FE-B544-8BEBEA4ABDA9}"/>
          </ac:spMkLst>
        </pc:spChg>
        <pc:spChg chg="mod">
          <ac:chgData name="Tobias Unger" userId="0a5458e38b5f4a0f" providerId="LiveId" clId="{5C6CAE59-BAC7-4E9C-B1A6-AA8C1CFC41BD}" dt="2026-10-07T19:37:43.894" v="524" actId="1036"/>
          <ac:spMkLst>
            <pc:docMk/>
            <pc:sldMk cId="1106493487" sldId="513"/>
            <ac:spMk id="1019" creationId="{A9AAD365-C9F8-4BE7-84D7-C2A51F2DFDBC}"/>
          </ac:spMkLst>
        </pc:spChg>
        <pc:spChg chg="mod">
          <ac:chgData name="Tobias Unger" userId="0a5458e38b5f4a0f" providerId="LiveId" clId="{5C6CAE59-BAC7-4E9C-B1A6-AA8C1CFC41BD}" dt="2026-10-07T19:37:43.894" v="524" actId="1036"/>
          <ac:spMkLst>
            <pc:docMk/>
            <pc:sldMk cId="1106493487" sldId="513"/>
            <ac:spMk id="1021" creationId="{A4D9B3D6-64A3-4912-8FFC-2CBFA58A09C6}"/>
          </ac:spMkLst>
        </pc:spChg>
      </pc:sldChg>
      <pc:sldChg chg="modNotesTx">
        <pc:chgData name="Tobias Unger" userId="0a5458e38b5f4a0f" providerId="LiveId" clId="{5C6CAE59-BAC7-4E9C-B1A6-AA8C1CFC41BD}" dt="2026-10-07T19:42:12.559" v="620" actId="20577"/>
        <pc:sldMkLst>
          <pc:docMk/>
          <pc:sldMk cId="1504766625" sldId="515"/>
        </pc:sldMkLst>
      </pc:sldChg>
      <pc:sldChg chg="mod ord modShow">
        <pc:chgData name="Tobias Unger" userId="0a5458e38b5f4a0f" providerId="LiveId" clId="{5C6CAE59-BAC7-4E9C-B1A6-AA8C1CFC41BD}" dt="2026-10-07T19:22:37.456" v="279" actId="729"/>
        <pc:sldMkLst>
          <pc:docMk/>
          <pc:sldMk cId="3355191270" sldId="517"/>
        </pc:sldMkLst>
      </pc:sldChg>
      <pc:sldChg chg="addSp delSp modSp mod modNotesTx">
        <pc:chgData name="Tobias Unger" userId="0a5458e38b5f4a0f" providerId="LiveId" clId="{5C6CAE59-BAC7-4E9C-B1A6-AA8C1CFC41BD}" dt="2026-10-08T14:43:38.991" v="1084" actId="478"/>
        <pc:sldMkLst>
          <pc:docMk/>
          <pc:sldMk cId="2791437818" sldId="518"/>
        </pc:sldMkLst>
        <pc:spChg chg="add mod">
          <ac:chgData name="Tobias Unger" userId="0a5458e38b5f4a0f" providerId="LiveId" clId="{5C6CAE59-BAC7-4E9C-B1A6-AA8C1CFC41BD}" dt="2026-10-08T14:28:00.001" v="988" actId="767"/>
          <ac:spMkLst>
            <pc:docMk/>
            <pc:sldMk cId="2791437818" sldId="518"/>
            <ac:spMk id="2" creationId="{AFE4A7B7-E125-6DC4-0872-C0C51D0D4F8C}"/>
          </ac:spMkLst>
        </pc:spChg>
        <pc:spChg chg="mod">
          <ac:chgData name="Tobias Unger" userId="0a5458e38b5f4a0f" providerId="LiveId" clId="{5C6CAE59-BAC7-4E9C-B1A6-AA8C1CFC41BD}" dt="2026-10-08T14:28:04.508" v="990" actId="1076"/>
          <ac:spMkLst>
            <pc:docMk/>
            <pc:sldMk cId="2791437818" sldId="518"/>
            <ac:spMk id="5" creationId="{777BDD82-559A-FBCF-840E-DAED8E813974}"/>
          </ac:spMkLst>
        </pc:spChg>
        <pc:spChg chg="add del mod">
          <ac:chgData name="Tobias Unger" userId="0a5458e38b5f4a0f" providerId="LiveId" clId="{5C6CAE59-BAC7-4E9C-B1A6-AA8C1CFC41BD}" dt="2026-10-08T14:43:35.060" v="1083" actId="478"/>
          <ac:spMkLst>
            <pc:docMk/>
            <pc:sldMk cId="2791437818" sldId="518"/>
            <ac:spMk id="8" creationId="{E36E2C4F-C48F-3903-8100-4E112CD7990D}"/>
          </ac:spMkLst>
        </pc:spChg>
        <pc:spChg chg="mod">
          <ac:chgData name="Tobias Unger" userId="0a5458e38b5f4a0f" providerId="LiveId" clId="{5C6CAE59-BAC7-4E9C-B1A6-AA8C1CFC41BD}" dt="2026-10-08T14:23:37.428" v="753" actId="20577"/>
          <ac:spMkLst>
            <pc:docMk/>
            <pc:sldMk cId="2791437818" sldId="518"/>
            <ac:spMk id="2005" creationId="{BB2051A6-16B8-4B11-A756-6D5005E366E2}"/>
          </ac:spMkLst>
        </pc:spChg>
        <pc:spChg chg="del mod">
          <ac:chgData name="Tobias Unger" userId="0a5458e38b5f4a0f" providerId="LiveId" clId="{5C6CAE59-BAC7-4E9C-B1A6-AA8C1CFC41BD}" dt="2026-10-08T14:32:00.767" v="1000" actId="478"/>
          <ac:spMkLst>
            <pc:docMk/>
            <pc:sldMk cId="2791437818" sldId="518"/>
            <ac:spMk id="2006" creationId="{01114E5A-F915-4737-9CFC-2ECB188B511C}"/>
          </ac:spMkLst>
        </pc:spChg>
        <pc:spChg chg="del">
          <ac:chgData name="Tobias Unger" userId="0a5458e38b5f4a0f" providerId="LiveId" clId="{5C6CAE59-BAC7-4E9C-B1A6-AA8C1CFC41BD}" dt="2026-10-08T14:32:01.758" v="1001" actId="478"/>
          <ac:spMkLst>
            <pc:docMk/>
            <pc:sldMk cId="2791437818" sldId="518"/>
            <ac:spMk id="2007" creationId="{6AFBA706-BA2E-4C1B-ADF6-3C441DC74EF7}"/>
          </ac:spMkLst>
        </pc:spChg>
        <pc:spChg chg="mod">
          <ac:chgData name="Tobias Unger" userId="0a5458e38b5f4a0f" providerId="LiveId" clId="{5C6CAE59-BAC7-4E9C-B1A6-AA8C1CFC41BD}" dt="2026-10-08T14:27:55.233" v="987" actId="1038"/>
          <ac:spMkLst>
            <pc:docMk/>
            <pc:sldMk cId="2791437818" sldId="518"/>
            <ac:spMk id="2047" creationId="{3E6340EA-A9AE-4E80-9ADD-BAFC2A953DB4}"/>
          </ac:spMkLst>
        </pc:spChg>
        <pc:spChg chg="mod">
          <ac:chgData name="Tobias Unger" userId="0a5458e38b5f4a0f" providerId="LiveId" clId="{5C6CAE59-BAC7-4E9C-B1A6-AA8C1CFC41BD}" dt="2026-10-08T14:27:55.233" v="987" actId="1038"/>
          <ac:spMkLst>
            <pc:docMk/>
            <pc:sldMk cId="2791437818" sldId="518"/>
            <ac:spMk id="2048" creationId="{EB68C668-D96F-4013-B956-BED4D7FC3DB7}"/>
          </ac:spMkLst>
        </pc:spChg>
        <pc:spChg chg="mod">
          <ac:chgData name="Tobias Unger" userId="0a5458e38b5f4a0f" providerId="LiveId" clId="{5C6CAE59-BAC7-4E9C-B1A6-AA8C1CFC41BD}" dt="2026-10-08T14:27:55.233" v="987" actId="1038"/>
          <ac:spMkLst>
            <pc:docMk/>
            <pc:sldMk cId="2791437818" sldId="518"/>
            <ac:spMk id="2049" creationId="{0EA94913-B955-4B44-9EBB-74ED571188EC}"/>
          </ac:spMkLst>
        </pc:spChg>
        <pc:spChg chg="mod">
          <ac:chgData name="Tobias Unger" userId="0a5458e38b5f4a0f" providerId="LiveId" clId="{5C6CAE59-BAC7-4E9C-B1A6-AA8C1CFC41BD}" dt="2026-10-08T14:27:42.656" v="912" actId="1038"/>
          <ac:spMkLst>
            <pc:docMk/>
            <pc:sldMk cId="2791437818" sldId="518"/>
            <ac:spMk id="2050" creationId="{708E0098-9F8E-439D-98B5-C2CCC761C08D}"/>
          </ac:spMkLst>
        </pc:spChg>
        <pc:spChg chg="mod">
          <ac:chgData name="Tobias Unger" userId="0a5458e38b5f4a0f" providerId="LiveId" clId="{5C6CAE59-BAC7-4E9C-B1A6-AA8C1CFC41BD}" dt="2026-10-08T14:27:42.656" v="912" actId="1038"/>
          <ac:spMkLst>
            <pc:docMk/>
            <pc:sldMk cId="2791437818" sldId="518"/>
            <ac:spMk id="2051" creationId="{70CF4E9F-CCC4-449C-B95C-4B33B33EC334}"/>
          </ac:spMkLst>
        </pc:spChg>
        <pc:spChg chg="mod">
          <ac:chgData name="Tobias Unger" userId="0a5458e38b5f4a0f" providerId="LiveId" clId="{5C6CAE59-BAC7-4E9C-B1A6-AA8C1CFC41BD}" dt="2026-10-08T14:27:42.656" v="912" actId="1038"/>
          <ac:spMkLst>
            <pc:docMk/>
            <pc:sldMk cId="2791437818" sldId="518"/>
            <ac:spMk id="2052" creationId="{B776E6E8-2A05-4F71-BE60-53950CA97300}"/>
          </ac:spMkLst>
        </pc:spChg>
        <pc:cxnChg chg="add mod">
          <ac:chgData name="Tobias Unger" userId="0a5458e38b5f4a0f" providerId="LiveId" clId="{5C6CAE59-BAC7-4E9C-B1A6-AA8C1CFC41BD}" dt="2026-10-08T14:41:47.479" v="1031" actId="208"/>
          <ac:cxnSpMkLst>
            <pc:docMk/>
            <pc:sldMk cId="2791437818" sldId="518"/>
            <ac:cxnSpMk id="7" creationId="{4F539BFE-09C1-8B22-90F1-DA5875211CC1}"/>
          </ac:cxnSpMkLst>
        </pc:cxnChg>
        <pc:cxnChg chg="add del mod">
          <ac:chgData name="Tobias Unger" userId="0a5458e38b5f4a0f" providerId="LiveId" clId="{5C6CAE59-BAC7-4E9C-B1A6-AA8C1CFC41BD}" dt="2026-10-08T14:43:38.991" v="1084" actId="478"/>
          <ac:cxnSpMkLst>
            <pc:docMk/>
            <pc:sldMk cId="2791437818" sldId="518"/>
            <ac:cxnSpMk id="9" creationId="{D4D08488-3F95-C99C-D632-220AAAEB385B}"/>
          </ac:cxnSpMkLst>
        </pc:cxnChg>
      </pc:sldChg>
      <pc:sldChg chg="addSp delSp modSp mod modTransition modNotesTx">
        <pc:chgData name="Tobias Unger" userId="0a5458e38b5f4a0f" providerId="LiveId" clId="{5C6CAE59-BAC7-4E9C-B1A6-AA8C1CFC41BD}" dt="2026-10-09T05:04:03.382" v="1221"/>
        <pc:sldMkLst>
          <pc:docMk/>
          <pc:sldMk cId="3923025389" sldId="519"/>
        </pc:sldMkLst>
        <pc:spChg chg="mod">
          <ac:chgData name="Tobias Unger" userId="0a5458e38b5f4a0f" providerId="LiveId" clId="{5C6CAE59-BAC7-4E9C-B1A6-AA8C1CFC41BD}" dt="2026-10-08T14:26:04.823" v="811"/>
          <ac:spMkLst>
            <pc:docMk/>
            <pc:sldMk cId="3923025389" sldId="519"/>
            <ac:spMk id="3" creationId="{5600AE06-E05B-A66E-5B91-099F7D9AA264}"/>
          </ac:spMkLst>
        </pc:spChg>
        <pc:spChg chg="mod">
          <ac:chgData name="Tobias Unger" userId="0a5458e38b5f4a0f" providerId="LiveId" clId="{5C6CAE59-BAC7-4E9C-B1A6-AA8C1CFC41BD}" dt="2026-10-08T14:26:04.823" v="811"/>
          <ac:spMkLst>
            <pc:docMk/>
            <pc:sldMk cId="3923025389" sldId="519"/>
            <ac:spMk id="7" creationId="{F9A03585-E926-68A4-41BD-5A6454ED153F}"/>
          </ac:spMkLst>
        </pc:spChg>
        <pc:spChg chg="mod">
          <ac:chgData name="Tobias Unger" userId="0a5458e38b5f4a0f" providerId="LiveId" clId="{5C6CAE59-BAC7-4E9C-B1A6-AA8C1CFC41BD}" dt="2026-10-08T14:26:04.823" v="811"/>
          <ac:spMkLst>
            <pc:docMk/>
            <pc:sldMk cId="3923025389" sldId="519"/>
            <ac:spMk id="8" creationId="{B6710E29-4E9A-6649-024F-A3BB91DF8DB7}"/>
          </ac:spMkLst>
        </pc:spChg>
        <pc:spChg chg="mod">
          <ac:chgData name="Tobias Unger" userId="0a5458e38b5f4a0f" providerId="LiveId" clId="{5C6CAE59-BAC7-4E9C-B1A6-AA8C1CFC41BD}" dt="2026-10-08T14:26:04.823" v="811"/>
          <ac:spMkLst>
            <pc:docMk/>
            <pc:sldMk cId="3923025389" sldId="519"/>
            <ac:spMk id="9" creationId="{C1BFC463-D8DD-E488-7103-ED455F2C050D}"/>
          </ac:spMkLst>
        </pc:spChg>
        <pc:spChg chg="mod">
          <ac:chgData name="Tobias Unger" userId="0a5458e38b5f4a0f" providerId="LiveId" clId="{5C6CAE59-BAC7-4E9C-B1A6-AA8C1CFC41BD}" dt="2026-10-08T14:26:04.823" v="811"/>
          <ac:spMkLst>
            <pc:docMk/>
            <pc:sldMk cId="3923025389" sldId="519"/>
            <ac:spMk id="11" creationId="{6DB1B1D4-FF53-1F4F-B918-CD7F9BA56ACD}"/>
          </ac:spMkLst>
        </pc:spChg>
        <pc:spChg chg="mod">
          <ac:chgData name="Tobias Unger" userId="0a5458e38b5f4a0f" providerId="LiveId" clId="{5C6CAE59-BAC7-4E9C-B1A6-AA8C1CFC41BD}" dt="2026-10-08T14:26:04.823" v="811"/>
          <ac:spMkLst>
            <pc:docMk/>
            <pc:sldMk cId="3923025389" sldId="519"/>
            <ac:spMk id="12" creationId="{5839CC34-D8EA-7FFD-3AFB-9EC096508616}"/>
          </ac:spMkLst>
        </pc:spChg>
        <pc:spChg chg="mod">
          <ac:chgData name="Tobias Unger" userId="0a5458e38b5f4a0f" providerId="LiveId" clId="{5C6CAE59-BAC7-4E9C-B1A6-AA8C1CFC41BD}" dt="2026-10-08T14:26:04.823" v="811"/>
          <ac:spMkLst>
            <pc:docMk/>
            <pc:sldMk cId="3923025389" sldId="519"/>
            <ac:spMk id="13" creationId="{2B9E2674-A320-E41A-62F6-F60CE938F7E4}"/>
          </ac:spMkLst>
        </pc:spChg>
        <pc:spChg chg="mod">
          <ac:chgData name="Tobias Unger" userId="0a5458e38b5f4a0f" providerId="LiveId" clId="{5C6CAE59-BAC7-4E9C-B1A6-AA8C1CFC41BD}" dt="2026-10-08T14:26:04.823" v="811"/>
          <ac:spMkLst>
            <pc:docMk/>
            <pc:sldMk cId="3923025389" sldId="519"/>
            <ac:spMk id="14" creationId="{6EB2E68C-0424-F220-FFDB-A7C55628C29E}"/>
          </ac:spMkLst>
        </pc:spChg>
        <pc:spChg chg="mod">
          <ac:chgData name="Tobias Unger" userId="0a5458e38b5f4a0f" providerId="LiveId" clId="{5C6CAE59-BAC7-4E9C-B1A6-AA8C1CFC41BD}" dt="2026-10-08T14:26:04.823" v="811"/>
          <ac:spMkLst>
            <pc:docMk/>
            <pc:sldMk cId="3923025389" sldId="519"/>
            <ac:spMk id="15" creationId="{2509C7FE-3267-ED62-2CF3-0304B470E98D}"/>
          </ac:spMkLst>
        </pc:spChg>
        <pc:spChg chg="mod">
          <ac:chgData name="Tobias Unger" userId="0a5458e38b5f4a0f" providerId="LiveId" clId="{5C6CAE59-BAC7-4E9C-B1A6-AA8C1CFC41BD}" dt="2026-10-08T14:26:04.823" v="811"/>
          <ac:spMkLst>
            <pc:docMk/>
            <pc:sldMk cId="3923025389" sldId="519"/>
            <ac:spMk id="16" creationId="{C8C0534D-6A0B-5AAC-4DF7-28F3CE68B883}"/>
          </ac:spMkLst>
        </pc:spChg>
        <pc:spChg chg="add del">
          <ac:chgData name="Tobias Unger" userId="0a5458e38b5f4a0f" providerId="LiveId" clId="{5C6CAE59-BAC7-4E9C-B1A6-AA8C1CFC41BD}" dt="2026-10-08T14:28:20.482" v="992" actId="22"/>
          <ac:spMkLst>
            <pc:docMk/>
            <pc:sldMk cId="3923025389" sldId="519"/>
            <ac:spMk id="18" creationId="{D4FDBC84-7351-7906-7974-3704DEE93E0A}"/>
          </ac:spMkLst>
        </pc:spChg>
        <pc:spChg chg="add del">
          <ac:chgData name="Tobias Unger" userId="0a5458e38b5f4a0f" providerId="LiveId" clId="{5C6CAE59-BAC7-4E9C-B1A6-AA8C1CFC41BD}" dt="2026-10-08T14:28:20.482" v="992" actId="22"/>
          <ac:spMkLst>
            <pc:docMk/>
            <pc:sldMk cId="3923025389" sldId="519"/>
            <ac:spMk id="20" creationId="{C254C6FC-F835-76A0-5DE2-15FED111E6BD}"/>
          </ac:spMkLst>
        </pc:spChg>
        <pc:spChg chg="add del">
          <ac:chgData name="Tobias Unger" userId="0a5458e38b5f4a0f" providerId="LiveId" clId="{5C6CAE59-BAC7-4E9C-B1A6-AA8C1CFC41BD}" dt="2026-10-08T14:28:20.482" v="992" actId="22"/>
          <ac:spMkLst>
            <pc:docMk/>
            <pc:sldMk cId="3923025389" sldId="519"/>
            <ac:spMk id="22" creationId="{23A68AB7-47D7-FCAE-E292-A26CF56B1293}"/>
          </ac:spMkLst>
        </pc:spChg>
        <pc:spChg chg="add del">
          <ac:chgData name="Tobias Unger" userId="0a5458e38b5f4a0f" providerId="LiveId" clId="{5C6CAE59-BAC7-4E9C-B1A6-AA8C1CFC41BD}" dt="2026-10-08T14:28:20.482" v="992" actId="22"/>
          <ac:spMkLst>
            <pc:docMk/>
            <pc:sldMk cId="3923025389" sldId="519"/>
            <ac:spMk id="24" creationId="{98F44760-8E91-CA39-D55C-6C255485C6C6}"/>
          </ac:spMkLst>
        </pc:spChg>
        <pc:spChg chg="add del">
          <ac:chgData name="Tobias Unger" userId="0a5458e38b5f4a0f" providerId="LiveId" clId="{5C6CAE59-BAC7-4E9C-B1A6-AA8C1CFC41BD}" dt="2026-10-08T14:28:20.482" v="992" actId="22"/>
          <ac:spMkLst>
            <pc:docMk/>
            <pc:sldMk cId="3923025389" sldId="519"/>
            <ac:spMk id="26" creationId="{86E49519-B8DA-9D57-3955-4C853DF01E7E}"/>
          </ac:spMkLst>
        </pc:spChg>
        <pc:spChg chg="add del">
          <ac:chgData name="Tobias Unger" userId="0a5458e38b5f4a0f" providerId="LiveId" clId="{5C6CAE59-BAC7-4E9C-B1A6-AA8C1CFC41BD}" dt="2026-10-08T14:28:20.482" v="992" actId="22"/>
          <ac:spMkLst>
            <pc:docMk/>
            <pc:sldMk cId="3923025389" sldId="519"/>
            <ac:spMk id="28" creationId="{01F47CD3-EB31-DE29-29F7-31702DF92E2E}"/>
          </ac:spMkLst>
        </pc:spChg>
        <pc:spChg chg="add del">
          <ac:chgData name="Tobias Unger" userId="0a5458e38b5f4a0f" providerId="LiveId" clId="{5C6CAE59-BAC7-4E9C-B1A6-AA8C1CFC41BD}" dt="2026-10-08T14:28:20.482" v="992" actId="22"/>
          <ac:spMkLst>
            <pc:docMk/>
            <pc:sldMk cId="3923025389" sldId="519"/>
            <ac:spMk id="30" creationId="{50023197-CA37-A993-A965-D2A53E5AF3A0}"/>
          </ac:spMkLst>
        </pc:spChg>
        <pc:spChg chg="add del">
          <ac:chgData name="Tobias Unger" userId="0a5458e38b5f4a0f" providerId="LiveId" clId="{5C6CAE59-BAC7-4E9C-B1A6-AA8C1CFC41BD}" dt="2026-10-08T14:28:20.482" v="992" actId="22"/>
          <ac:spMkLst>
            <pc:docMk/>
            <pc:sldMk cId="3923025389" sldId="519"/>
            <ac:spMk id="32" creationId="{A54FE296-CE65-698C-0D36-5C66A2FB8A3B}"/>
          </ac:spMkLst>
        </pc:spChg>
        <pc:spChg chg="add">
          <ac:chgData name="Tobias Unger" userId="0a5458e38b5f4a0f" providerId="LiveId" clId="{5C6CAE59-BAC7-4E9C-B1A6-AA8C1CFC41BD}" dt="2026-10-08T14:28:36.517" v="998" actId="22"/>
          <ac:spMkLst>
            <pc:docMk/>
            <pc:sldMk cId="3923025389" sldId="519"/>
            <ac:spMk id="34" creationId="{CDA3E83E-FC2F-D963-2731-8DD5EA7E5174}"/>
          </ac:spMkLst>
        </pc:spChg>
        <pc:spChg chg="add">
          <ac:chgData name="Tobias Unger" userId="0a5458e38b5f4a0f" providerId="LiveId" clId="{5C6CAE59-BAC7-4E9C-B1A6-AA8C1CFC41BD}" dt="2026-10-08T14:28:36.517" v="998" actId="22"/>
          <ac:spMkLst>
            <pc:docMk/>
            <pc:sldMk cId="3923025389" sldId="519"/>
            <ac:spMk id="36" creationId="{60C56EBC-A2C2-C47C-D75E-28EC8138D671}"/>
          </ac:spMkLst>
        </pc:spChg>
        <pc:spChg chg="add">
          <ac:chgData name="Tobias Unger" userId="0a5458e38b5f4a0f" providerId="LiveId" clId="{5C6CAE59-BAC7-4E9C-B1A6-AA8C1CFC41BD}" dt="2026-10-08T14:28:36.517" v="998" actId="22"/>
          <ac:spMkLst>
            <pc:docMk/>
            <pc:sldMk cId="3923025389" sldId="519"/>
            <ac:spMk id="38" creationId="{ED593219-3EB8-5C5C-12CB-D55628D6C60C}"/>
          </ac:spMkLst>
        </pc:spChg>
        <pc:spChg chg="add">
          <ac:chgData name="Tobias Unger" userId="0a5458e38b5f4a0f" providerId="LiveId" clId="{5C6CAE59-BAC7-4E9C-B1A6-AA8C1CFC41BD}" dt="2026-10-08T14:28:36.517" v="998" actId="22"/>
          <ac:spMkLst>
            <pc:docMk/>
            <pc:sldMk cId="3923025389" sldId="519"/>
            <ac:spMk id="40" creationId="{AAC02427-F647-5E50-6062-73C39D36E691}"/>
          </ac:spMkLst>
        </pc:spChg>
        <pc:spChg chg="add">
          <ac:chgData name="Tobias Unger" userId="0a5458e38b5f4a0f" providerId="LiveId" clId="{5C6CAE59-BAC7-4E9C-B1A6-AA8C1CFC41BD}" dt="2026-10-08T14:28:36.517" v="998" actId="22"/>
          <ac:spMkLst>
            <pc:docMk/>
            <pc:sldMk cId="3923025389" sldId="519"/>
            <ac:spMk id="42" creationId="{56E5A7C4-1952-6244-EA2C-E1A67DA893F2}"/>
          </ac:spMkLst>
        </pc:spChg>
        <pc:spChg chg="add">
          <ac:chgData name="Tobias Unger" userId="0a5458e38b5f4a0f" providerId="LiveId" clId="{5C6CAE59-BAC7-4E9C-B1A6-AA8C1CFC41BD}" dt="2026-10-08T14:28:36.517" v="998" actId="22"/>
          <ac:spMkLst>
            <pc:docMk/>
            <pc:sldMk cId="3923025389" sldId="519"/>
            <ac:spMk id="44" creationId="{5158627B-0FDC-FB7F-066A-D58BE7E4E730}"/>
          </ac:spMkLst>
        </pc:spChg>
        <pc:spChg chg="add">
          <ac:chgData name="Tobias Unger" userId="0a5458e38b5f4a0f" providerId="LiveId" clId="{5C6CAE59-BAC7-4E9C-B1A6-AA8C1CFC41BD}" dt="2026-10-08T14:28:36.517" v="998" actId="22"/>
          <ac:spMkLst>
            <pc:docMk/>
            <pc:sldMk cId="3923025389" sldId="519"/>
            <ac:spMk id="46" creationId="{D1D89BEB-D335-2A66-D101-3612FF38941D}"/>
          </ac:spMkLst>
        </pc:spChg>
        <pc:spChg chg="add">
          <ac:chgData name="Tobias Unger" userId="0a5458e38b5f4a0f" providerId="LiveId" clId="{5C6CAE59-BAC7-4E9C-B1A6-AA8C1CFC41BD}" dt="2026-10-08T14:28:36.517" v="998" actId="22"/>
          <ac:spMkLst>
            <pc:docMk/>
            <pc:sldMk cId="3923025389" sldId="519"/>
            <ac:spMk id="48" creationId="{D084591C-9E13-3CF1-953B-333F6A093CA2}"/>
          </ac:spMkLst>
        </pc:spChg>
        <pc:spChg chg="add del">
          <ac:chgData name="Tobias Unger" userId="0a5458e38b5f4a0f" providerId="LiveId" clId="{5C6CAE59-BAC7-4E9C-B1A6-AA8C1CFC41BD}" dt="2026-10-08T14:42:16.525" v="1035" actId="22"/>
          <ac:spMkLst>
            <pc:docMk/>
            <pc:sldMk cId="3923025389" sldId="519"/>
            <ac:spMk id="50" creationId="{C1F30437-B7EB-1858-E1E3-457E9658A6EF}"/>
          </ac:spMkLst>
        </pc:spChg>
        <pc:spChg chg="add del">
          <ac:chgData name="Tobias Unger" userId="0a5458e38b5f4a0f" providerId="LiveId" clId="{5C6CAE59-BAC7-4E9C-B1A6-AA8C1CFC41BD}" dt="2026-10-08T14:42:16.525" v="1035" actId="22"/>
          <ac:spMkLst>
            <pc:docMk/>
            <pc:sldMk cId="3923025389" sldId="519"/>
            <ac:spMk id="52" creationId="{F8599633-50DA-10E8-4882-725E14313132}"/>
          </ac:spMkLst>
        </pc:spChg>
        <pc:spChg chg="add del">
          <ac:chgData name="Tobias Unger" userId="0a5458e38b5f4a0f" providerId="LiveId" clId="{5C6CAE59-BAC7-4E9C-B1A6-AA8C1CFC41BD}" dt="2026-10-08T14:42:16.525" v="1035" actId="22"/>
          <ac:spMkLst>
            <pc:docMk/>
            <pc:sldMk cId="3923025389" sldId="519"/>
            <ac:spMk id="54" creationId="{21624291-4C73-3FD1-5D74-F002B4623B28}"/>
          </ac:spMkLst>
        </pc:spChg>
        <pc:spChg chg="add del">
          <ac:chgData name="Tobias Unger" userId="0a5458e38b5f4a0f" providerId="LiveId" clId="{5C6CAE59-BAC7-4E9C-B1A6-AA8C1CFC41BD}" dt="2026-10-08T14:42:16.525" v="1035" actId="22"/>
          <ac:spMkLst>
            <pc:docMk/>
            <pc:sldMk cId="3923025389" sldId="519"/>
            <ac:spMk id="56" creationId="{841EAEF7-8592-6B65-D535-49079F5C3E73}"/>
          </ac:spMkLst>
        </pc:spChg>
        <pc:spChg chg="add del">
          <ac:chgData name="Tobias Unger" userId="0a5458e38b5f4a0f" providerId="LiveId" clId="{5C6CAE59-BAC7-4E9C-B1A6-AA8C1CFC41BD}" dt="2026-10-08T14:42:16.525" v="1035" actId="22"/>
          <ac:spMkLst>
            <pc:docMk/>
            <pc:sldMk cId="3923025389" sldId="519"/>
            <ac:spMk id="58" creationId="{6066C95B-5B25-02C8-AC0A-21E61634E1F4}"/>
          </ac:spMkLst>
        </pc:spChg>
        <pc:spChg chg="add del">
          <ac:chgData name="Tobias Unger" userId="0a5458e38b5f4a0f" providerId="LiveId" clId="{5C6CAE59-BAC7-4E9C-B1A6-AA8C1CFC41BD}" dt="2026-10-08T14:42:16.525" v="1035" actId="22"/>
          <ac:spMkLst>
            <pc:docMk/>
            <pc:sldMk cId="3923025389" sldId="519"/>
            <ac:spMk id="60" creationId="{DAB5AD0D-34C7-21F5-AF40-E54D79660AE7}"/>
          </ac:spMkLst>
        </pc:spChg>
        <pc:spChg chg="add del">
          <ac:chgData name="Tobias Unger" userId="0a5458e38b5f4a0f" providerId="LiveId" clId="{5C6CAE59-BAC7-4E9C-B1A6-AA8C1CFC41BD}" dt="2026-10-08T14:42:16.525" v="1035" actId="22"/>
          <ac:spMkLst>
            <pc:docMk/>
            <pc:sldMk cId="3923025389" sldId="519"/>
            <ac:spMk id="62" creationId="{0930C17D-0F2A-DA86-B300-283B70F2DC72}"/>
          </ac:spMkLst>
        </pc:spChg>
        <pc:spChg chg="add del">
          <ac:chgData name="Tobias Unger" userId="0a5458e38b5f4a0f" providerId="LiveId" clId="{5C6CAE59-BAC7-4E9C-B1A6-AA8C1CFC41BD}" dt="2026-10-08T14:42:16.525" v="1035" actId="22"/>
          <ac:spMkLst>
            <pc:docMk/>
            <pc:sldMk cId="3923025389" sldId="519"/>
            <ac:spMk id="1024" creationId="{943F4F55-ADB5-E11B-9DAA-F17E8C8D7AE8}"/>
          </ac:spMkLst>
        </pc:spChg>
        <pc:spChg chg="add mod">
          <ac:chgData name="Tobias Unger" userId="0a5458e38b5f4a0f" providerId="LiveId" clId="{5C6CAE59-BAC7-4E9C-B1A6-AA8C1CFC41BD}" dt="2026-10-08T14:43:09.440" v="1080" actId="207"/>
          <ac:spMkLst>
            <pc:docMk/>
            <pc:sldMk cId="3923025389" sldId="519"/>
            <ac:spMk id="1025" creationId="{296928B9-864A-A4A5-9B75-E8383B80EA63}"/>
          </ac:spMkLst>
        </pc:spChg>
        <pc:spChg chg="del mod">
          <ac:chgData name="Tobias Unger" userId="0a5458e38b5f4a0f" providerId="LiveId" clId="{5C6CAE59-BAC7-4E9C-B1A6-AA8C1CFC41BD}" dt="2026-10-08T14:42:03.773" v="1032" actId="478"/>
          <ac:spMkLst>
            <pc:docMk/>
            <pc:sldMk cId="3923025389" sldId="519"/>
            <ac:spMk id="2005" creationId="{0811A40D-79FD-FD7C-16F6-B776C2E9A0DC}"/>
          </ac:spMkLst>
        </pc:spChg>
        <pc:spChg chg="del mod">
          <ac:chgData name="Tobias Unger" userId="0a5458e38b5f4a0f" providerId="LiveId" clId="{5C6CAE59-BAC7-4E9C-B1A6-AA8C1CFC41BD}" dt="2026-10-08T14:42:03.773" v="1032" actId="478"/>
          <ac:spMkLst>
            <pc:docMk/>
            <pc:sldMk cId="3923025389" sldId="519"/>
            <ac:spMk id="2006" creationId="{E3B93246-4935-B280-4E67-48D3052006D8}"/>
          </ac:spMkLst>
        </pc:spChg>
        <pc:spChg chg="del mod">
          <ac:chgData name="Tobias Unger" userId="0a5458e38b5f4a0f" providerId="LiveId" clId="{5C6CAE59-BAC7-4E9C-B1A6-AA8C1CFC41BD}" dt="2026-10-08T14:42:07.288" v="1033" actId="478"/>
          <ac:spMkLst>
            <pc:docMk/>
            <pc:sldMk cId="3923025389" sldId="519"/>
            <ac:spMk id="2007" creationId="{9CFE1321-DE74-9327-EA39-4B617FBDA3D6}"/>
          </ac:spMkLst>
        </pc:spChg>
        <pc:spChg chg="del">
          <ac:chgData name="Tobias Unger" userId="0a5458e38b5f4a0f" providerId="LiveId" clId="{5C6CAE59-BAC7-4E9C-B1A6-AA8C1CFC41BD}" dt="2026-10-08T14:24:58.246" v="755" actId="478"/>
          <ac:spMkLst>
            <pc:docMk/>
            <pc:sldMk cId="3923025389" sldId="519"/>
            <ac:spMk id="2008" creationId="{B11B85EE-C66B-3E92-35F8-114E461BAB15}"/>
          </ac:spMkLst>
        </pc:spChg>
        <pc:spChg chg="del">
          <ac:chgData name="Tobias Unger" userId="0a5458e38b5f4a0f" providerId="LiveId" clId="{5C6CAE59-BAC7-4E9C-B1A6-AA8C1CFC41BD}" dt="2026-10-08T14:24:57.165" v="754" actId="478"/>
          <ac:spMkLst>
            <pc:docMk/>
            <pc:sldMk cId="3923025389" sldId="519"/>
            <ac:spMk id="2009" creationId="{E8B9F9C1-ADD4-DCE3-8685-839ED20EAF8A}"/>
          </ac:spMkLst>
        </pc:spChg>
        <pc:spChg chg="del mod">
          <ac:chgData name="Tobias Unger" userId="0a5458e38b5f4a0f" providerId="LiveId" clId="{5C6CAE59-BAC7-4E9C-B1A6-AA8C1CFC41BD}" dt="2026-10-08T14:25:00.816" v="759" actId="478"/>
          <ac:spMkLst>
            <pc:docMk/>
            <pc:sldMk cId="3923025389" sldId="519"/>
            <ac:spMk id="2010" creationId="{F2AF99D3-ECCB-270F-9F62-427A0D1B4AF7}"/>
          </ac:spMkLst>
        </pc:spChg>
        <pc:spChg chg="del">
          <ac:chgData name="Tobias Unger" userId="0a5458e38b5f4a0f" providerId="LiveId" clId="{5C6CAE59-BAC7-4E9C-B1A6-AA8C1CFC41BD}" dt="2026-10-08T14:25:48.408" v="787" actId="478"/>
          <ac:spMkLst>
            <pc:docMk/>
            <pc:sldMk cId="3923025389" sldId="519"/>
            <ac:spMk id="2011" creationId="{700A5C1D-1659-EF99-72E5-26D23A7EB79F}"/>
          </ac:spMkLst>
        </pc:spChg>
        <pc:spChg chg="del">
          <ac:chgData name="Tobias Unger" userId="0a5458e38b5f4a0f" providerId="LiveId" clId="{5C6CAE59-BAC7-4E9C-B1A6-AA8C1CFC41BD}" dt="2026-10-08T14:25:04.361" v="761" actId="478"/>
          <ac:spMkLst>
            <pc:docMk/>
            <pc:sldMk cId="3923025389" sldId="519"/>
            <ac:spMk id="2012" creationId="{2853EE29-10CB-2D11-F6AA-C58CC5B39A92}"/>
          </ac:spMkLst>
        </pc:spChg>
        <pc:spChg chg="del">
          <ac:chgData name="Tobias Unger" userId="0a5458e38b5f4a0f" providerId="LiveId" clId="{5C6CAE59-BAC7-4E9C-B1A6-AA8C1CFC41BD}" dt="2026-10-08T14:25:03.146" v="760" actId="478"/>
          <ac:spMkLst>
            <pc:docMk/>
            <pc:sldMk cId="3923025389" sldId="519"/>
            <ac:spMk id="2013" creationId="{DD1BA253-7CD1-B762-72AD-8C7080B14B2F}"/>
          </ac:spMkLst>
        </pc:spChg>
        <pc:spChg chg="del mod">
          <ac:chgData name="Tobias Unger" userId="0a5458e38b5f4a0f" providerId="LiveId" clId="{5C6CAE59-BAC7-4E9C-B1A6-AA8C1CFC41BD}" dt="2026-10-08T14:25:06.973" v="763" actId="478"/>
          <ac:spMkLst>
            <pc:docMk/>
            <pc:sldMk cId="3923025389" sldId="519"/>
            <ac:spMk id="2014" creationId="{6332C92C-C255-70B5-92B9-7840CB021B08}"/>
          </ac:spMkLst>
        </pc:spChg>
        <pc:spChg chg="del mod">
          <ac:chgData name="Tobias Unger" userId="0a5458e38b5f4a0f" providerId="LiveId" clId="{5C6CAE59-BAC7-4E9C-B1A6-AA8C1CFC41BD}" dt="2026-10-08T14:25:12.323" v="769" actId="478"/>
          <ac:spMkLst>
            <pc:docMk/>
            <pc:sldMk cId="3923025389" sldId="519"/>
            <ac:spMk id="2015" creationId="{9589833F-23B2-C9C0-9C0A-9AC321B17BAC}"/>
          </ac:spMkLst>
        </pc:spChg>
        <pc:spChg chg="del mod">
          <ac:chgData name="Tobias Unger" userId="0a5458e38b5f4a0f" providerId="LiveId" clId="{5C6CAE59-BAC7-4E9C-B1A6-AA8C1CFC41BD}" dt="2026-10-08T14:25:10.175" v="765" actId="478"/>
          <ac:spMkLst>
            <pc:docMk/>
            <pc:sldMk cId="3923025389" sldId="519"/>
            <ac:spMk id="2016" creationId="{33FF9677-2C02-F323-A707-069297C6C8B3}"/>
          </ac:spMkLst>
        </pc:spChg>
        <pc:spChg chg="del mod">
          <ac:chgData name="Tobias Unger" userId="0a5458e38b5f4a0f" providerId="LiveId" clId="{5C6CAE59-BAC7-4E9C-B1A6-AA8C1CFC41BD}" dt="2026-10-08T14:25:11.129" v="767" actId="478"/>
          <ac:spMkLst>
            <pc:docMk/>
            <pc:sldMk cId="3923025389" sldId="519"/>
            <ac:spMk id="2017" creationId="{A8B237D1-78F0-8012-23A5-3A8BDB53DF1E}"/>
          </ac:spMkLst>
        </pc:spChg>
        <pc:spChg chg="del mod">
          <ac:chgData name="Tobias Unger" userId="0a5458e38b5f4a0f" providerId="LiveId" clId="{5C6CAE59-BAC7-4E9C-B1A6-AA8C1CFC41BD}" dt="2026-10-08T14:24:59.445" v="757" actId="478"/>
          <ac:spMkLst>
            <pc:docMk/>
            <pc:sldMk cId="3923025389" sldId="519"/>
            <ac:spMk id="2018" creationId="{34A67962-CEBB-151A-596B-75817B9299DD}"/>
          </ac:spMkLst>
        </pc:spChg>
        <pc:spChg chg="mod">
          <ac:chgData name="Tobias Unger" userId="0a5458e38b5f4a0f" providerId="LiveId" clId="{5C6CAE59-BAC7-4E9C-B1A6-AA8C1CFC41BD}" dt="2026-10-08T14:25:53.600" v="810" actId="1035"/>
          <ac:spMkLst>
            <pc:docMk/>
            <pc:sldMk cId="3923025389" sldId="519"/>
            <ac:spMk id="2043" creationId="{61597B4E-D6F7-8DF0-C975-CD86B3559F11}"/>
          </ac:spMkLst>
        </pc:spChg>
        <pc:spChg chg="del">
          <ac:chgData name="Tobias Unger" userId="0a5458e38b5f4a0f" providerId="LiveId" clId="{5C6CAE59-BAC7-4E9C-B1A6-AA8C1CFC41BD}" dt="2026-10-08T14:28:27.698" v="995" actId="478"/>
          <ac:spMkLst>
            <pc:docMk/>
            <pc:sldMk cId="3923025389" sldId="519"/>
            <ac:spMk id="2047" creationId="{09A72F44-3438-E6FB-526D-F33C4FCC2D4A}"/>
          </ac:spMkLst>
        </pc:spChg>
        <pc:spChg chg="del">
          <ac:chgData name="Tobias Unger" userId="0a5458e38b5f4a0f" providerId="LiveId" clId="{5C6CAE59-BAC7-4E9C-B1A6-AA8C1CFC41BD}" dt="2026-10-08T14:28:27.698" v="995" actId="478"/>
          <ac:spMkLst>
            <pc:docMk/>
            <pc:sldMk cId="3923025389" sldId="519"/>
            <ac:spMk id="2048" creationId="{48CBD13F-8FF7-ACD2-D4AA-C91395417286}"/>
          </ac:spMkLst>
        </pc:spChg>
        <pc:spChg chg="del">
          <ac:chgData name="Tobias Unger" userId="0a5458e38b5f4a0f" providerId="LiveId" clId="{5C6CAE59-BAC7-4E9C-B1A6-AA8C1CFC41BD}" dt="2026-10-08T14:28:30.813" v="996" actId="478"/>
          <ac:spMkLst>
            <pc:docMk/>
            <pc:sldMk cId="3923025389" sldId="519"/>
            <ac:spMk id="2049" creationId="{BF5D26CD-401C-B720-CBFA-276F0D63F838}"/>
          </ac:spMkLst>
        </pc:spChg>
        <pc:spChg chg="del">
          <ac:chgData name="Tobias Unger" userId="0a5458e38b5f4a0f" providerId="LiveId" clId="{5C6CAE59-BAC7-4E9C-B1A6-AA8C1CFC41BD}" dt="2026-10-08T14:28:27.698" v="995" actId="478"/>
          <ac:spMkLst>
            <pc:docMk/>
            <pc:sldMk cId="3923025389" sldId="519"/>
            <ac:spMk id="2050" creationId="{202A28BF-7BEF-C455-8118-746D460DFA7D}"/>
          </ac:spMkLst>
        </pc:spChg>
        <pc:spChg chg="del">
          <ac:chgData name="Tobias Unger" userId="0a5458e38b5f4a0f" providerId="LiveId" clId="{5C6CAE59-BAC7-4E9C-B1A6-AA8C1CFC41BD}" dt="2026-10-08T14:28:27.698" v="995" actId="478"/>
          <ac:spMkLst>
            <pc:docMk/>
            <pc:sldMk cId="3923025389" sldId="519"/>
            <ac:spMk id="2051" creationId="{F17B9C9C-0157-224F-8966-DEA4E4FE25F6}"/>
          </ac:spMkLst>
        </pc:spChg>
        <pc:spChg chg="del">
          <ac:chgData name="Tobias Unger" userId="0a5458e38b5f4a0f" providerId="LiveId" clId="{5C6CAE59-BAC7-4E9C-B1A6-AA8C1CFC41BD}" dt="2026-10-08T14:28:34.087" v="997" actId="478"/>
          <ac:spMkLst>
            <pc:docMk/>
            <pc:sldMk cId="3923025389" sldId="519"/>
            <ac:spMk id="2052" creationId="{980F1758-EB35-5050-7347-7773F595D8FC}"/>
          </ac:spMkLst>
        </pc:spChg>
        <pc:spChg chg="del">
          <ac:chgData name="Tobias Unger" userId="0a5458e38b5f4a0f" providerId="LiveId" clId="{5C6CAE59-BAC7-4E9C-B1A6-AA8C1CFC41BD}" dt="2026-10-08T14:28:27.698" v="995" actId="478"/>
          <ac:spMkLst>
            <pc:docMk/>
            <pc:sldMk cId="3923025389" sldId="519"/>
            <ac:spMk id="2053" creationId="{A2C65386-EAAB-41D8-6A81-C4A74E6CFECC}"/>
          </ac:spMkLst>
        </pc:spChg>
        <pc:spChg chg="del mod">
          <ac:chgData name="Tobias Unger" userId="0a5458e38b5f4a0f" providerId="LiveId" clId="{5C6CAE59-BAC7-4E9C-B1A6-AA8C1CFC41BD}" dt="2026-10-08T14:28:24.220" v="994" actId="478"/>
          <ac:spMkLst>
            <pc:docMk/>
            <pc:sldMk cId="3923025389" sldId="519"/>
            <ac:spMk id="2054" creationId="{BB4E3BE5-5338-F60C-F423-202E503AF998}"/>
          </ac:spMkLst>
        </pc:spChg>
        <pc:grpChg chg="mod ord">
          <ac:chgData name="Tobias Unger" userId="0a5458e38b5f4a0f" providerId="LiveId" clId="{5C6CAE59-BAC7-4E9C-B1A6-AA8C1CFC41BD}" dt="2026-10-08T14:26:52.593" v="879" actId="1036"/>
          <ac:grpSpMkLst>
            <pc:docMk/>
            <pc:sldMk cId="3923025389" sldId="519"/>
            <ac:grpSpMk id="2" creationId="{26434613-5DBE-BEA3-0D0B-2B6E9F81A57E}"/>
          </ac:grpSpMkLst>
        </pc:grpChg>
        <pc:cxnChg chg="add mod">
          <ac:chgData name="Tobias Unger" userId="0a5458e38b5f4a0f" providerId="LiveId" clId="{5C6CAE59-BAC7-4E9C-B1A6-AA8C1CFC41BD}" dt="2026-10-08T14:42:56.178" v="1058" actId="208"/>
          <ac:cxnSpMkLst>
            <pc:docMk/>
            <pc:sldMk cId="3923025389" sldId="519"/>
            <ac:cxnSpMk id="1026" creationId="{37CFF21F-B760-C491-657F-2265EFC5AD2C}"/>
          </ac:cxnSpMkLst>
        </pc:cxnChg>
      </pc:sldChg>
      <pc:sldChg chg="ord">
        <pc:chgData name="Tobias Unger" userId="0a5458e38b5f4a0f" providerId="LiveId" clId="{5C6CAE59-BAC7-4E9C-B1A6-AA8C1CFC41BD}" dt="2026-10-07T19:22:13.570" v="276"/>
        <pc:sldMkLst>
          <pc:docMk/>
          <pc:sldMk cId="3893658523" sldId="520"/>
        </pc:sldMkLst>
      </pc:sldChg>
      <pc:sldChg chg="addSp delSp modSp add mod setBg modNotesTx">
        <pc:chgData name="Tobias Unger" userId="0a5458e38b5f4a0f" providerId="LiveId" clId="{5C6CAE59-BAC7-4E9C-B1A6-AA8C1CFC41BD}" dt="2026-10-08T14:44:57.078" v="1125" actId="1038"/>
        <pc:sldMkLst>
          <pc:docMk/>
          <pc:sldMk cId="1021586582" sldId="521"/>
        </pc:sldMkLst>
        <pc:spChg chg="add">
          <ac:chgData name="Tobias Unger" userId="0a5458e38b5f4a0f" providerId="LiveId" clId="{5C6CAE59-BAC7-4E9C-B1A6-AA8C1CFC41BD}" dt="2026-10-07T18:27:54.798" v="20" actId="22"/>
          <ac:spMkLst>
            <pc:docMk/>
            <pc:sldMk cId="1021586582" sldId="521"/>
            <ac:spMk id="4" creationId="{F4CC5974-EA65-7511-08E8-36F581F89310}"/>
          </ac:spMkLst>
        </pc:spChg>
        <pc:spChg chg="mod">
          <ac:chgData name="Tobias Unger" userId="0a5458e38b5f4a0f" providerId="LiveId" clId="{5C6CAE59-BAC7-4E9C-B1A6-AA8C1CFC41BD}" dt="2026-10-08T14:44:07.519" v="1085" actId="14100"/>
          <ac:spMkLst>
            <pc:docMk/>
            <pc:sldMk cId="1021586582" sldId="521"/>
            <ac:spMk id="2004" creationId="{B438DC57-03C6-4618-B74F-08F545CDB36C}"/>
          </ac:spMkLst>
        </pc:spChg>
        <pc:spChg chg="mod">
          <ac:chgData name="Tobias Unger" userId="0a5458e38b5f4a0f" providerId="LiveId" clId="{5C6CAE59-BAC7-4E9C-B1A6-AA8C1CFC41BD}" dt="2026-10-08T14:44:57.078" v="1125" actId="1038"/>
          <ac:spMkLst>
            <pc:docMk/>
            <pc:sldMk cId="1021586582" sldId="521"/>
            <ac:spMk id="2009" creationId="{E91F0A9C-963F-48AE-AF47-98E7BEE6179A}"/>
          </ac:spMkLst>
        </pc:spChg>
        <pc:spChg chg="mod">
          <ac:chgData name="Tobias Unger" userId="0a5458e38b5f4a0f" providerId="LiveId" clId="{5C6CAE59-BAC7-4E9C-B1A6-AA8C1CFC41BD}" dt="2026-10-07T18:28:31.435" v="22" actId="20577"/>
          <ac:spMkLst>
            <pc:docMk/>
            <pc:sldMk cId="1021586582" sldId="521"/>
            <ac:spMk id="2018" creationId="{7478A6E9-4B1F-478E-8CA1-89068BFBB4C3}"/>
          </ac:spMkLst>
        </pc:spChg>
        <pc:spChg chg="mod">
          <ac:chgData name="Tobias Unger" userId="0a5458e38b5f4a0f" providerId="LiveId" clId="{5C6CAE59-BAC7-4E9C-B1A6-AA8C1CFC41BD}" dt="2026-10-08T14:44:21.903" v="1087" actId="14100"/>
          <ac:spMkLst>
            <pc:docMk/>
            <pc:sldMk cId="1021586582" sldId="521"/>
            <ac:spMk id="2056" creationId="{52DF7028-76CA-450F-AA97-5A0170257198}"/>
          </ac:spMkLst>
        </pc:spChg>
        <pc:spChg chg="mod">
          <ac:chgData name="Tobias Unger" userId="0a5458e38b5f4a0f" providerId="LiveId" clId="{5C6CAE59-BAC7-4E9C-B1A6-AA8C1CFC41BD}" dt="2026-10-08T14:44:39.571" v="1112" actId="1037"/>
          <ac:spMkLst>
            <pc:docMk/>
            <pc:sldMk cId="1021586582" sldId="521"/>
            <ac:spMk id="2057" creationId="{03C835A5-EFA0-4914-ABED-35125E9981C8}"/>
          </ac:spMkLst>
        </pc:spChg>
        <pc:spChg chg="mod">
          <ac:chgData name="Tobias Unger" userId="0a5458e38b5f4a0f" providerId="LiveId" clId="{5C6CAE59-BAC7-4E9C-B1A6-AA8C1CFC41BD}" dt="2026-10-08T14:44:46.762" v="1113" actId="122"/>
          <ac:spMkLst>
            <pc:docMk/>
            <pc:sldMk cId="1021586582" sldId="521"/>
            <ac:spMk id="2059" creationId="{D6BFB37F-621E-4911-A224-E805246EE6F5}"/>
          </ac:spMkLst>
        </pc:spChg>
        <pc:spChg chg="mod">
          <ac:chgData name="Tobias Unger" userId="0a5458e38b5f4a0f" providerId="LiveId" clId="{5C6CAE59-BAC7-4E9C-B1A6-AA8C1CFC41BD}" dt="2026-10-07T18:28:29.495" v="21" actId="20577"/>
          <ac:spMkLst>
            <pc:docMk/>
            <pc:sldMk cId="1021586582" sldId="521"/>
            <ac:spMk id="2073" creationId="{D58D17F3-0311-4B4F-B183-278E4BBBD64F}"/>
          </ac:spMkLst>
        </pc:spChg>
      </pc:sldChg>
      <pc:sldChg chg="add modNotesTx">
        <pc:chgData name="Tobias Unger" userId="0a5458e38b5f4a0f" providerId="LiveId" clId="{5C6CAE59-BAC7-4E9C-B1A6-AA8C1CFC41BD}" dt="2026-10-07T19:41:49.853" v="607" actId="20577"/>
        <pc:sldMkLst>
          <pc:docMk/>
          <pc:sldMk cId="2172782854" sldId="522"/>
        </pc:sldMkLst>
      </pc:sldChg>
      <pc:sldChg chg="modSp add mod modNotesTx">
        <pc:chgData name="Tobias Unger" userId="0a5458e38b5f4a0f" providerId="LiveId" clId="{5C6CAE59-BAC7-4E9C-B1A6-AA8C1CFC41BD}" dt="2026-10-09T05:02:45.771" v="1167" actId="20577"/>
        <pc:sldMkLst>
          <pc:docMk/>
          <pc:sldMk cId="3193014140" sldId="523"/>
        </pc:sldMkLst>
        <pc:spChg chg="mod">
          <ac:chgData name="Tobias Unger" userId="0a5458e38b5f4a0f" providerId="LiveId" clId="{5C6CAE59-BAC7-4E9C-B1A6-AA8C1CFC41BD}" dt="2026-10-09T05:02:45.771" v="1167" actId="20577"/>
          <ac:spMkLst>
            <pc:docMk/>
            <pc:sldMk cId="3193014140" sldId="523"/>
            <ac:spMk id="1010" creationId="{C40DF51C-6EBA-4B4B-BFFA-81E5AF198577}"/>
          </ac:spMkLst>
        </pc:spChg>
      </pc:sldChg>
      <pc:sldChg chg="modSp add mod modNotesTx">
        <pc:chgData name="Tobias Unger" userId="0a5458e38b5f4a0f" providerId="LiveId" clId="{5C6CAE59-BAC7-4E9C-B1A6-AA8C1CFC41BD}" dt="2026-10-09T05:03:26.072" v="1219" actId="20577"/>
        <pc:sldMkLst>
          <pc:docMk/>
          <pc:sldMk cId="3070971391" sldId="524"/>
        </pc:sldMkLst>
        <pc:spChg chg="mod">
          <ac:chgData name="Tobias Unger" userId="0a5458e38b5f4a0f" providerId="LiveId" clId="{5C6CAE59-BAC7-4E9C-B1A6-AA8C1CFC41BD}" dt="2026-10-09T05:03:26.072" v="1219" actId="20577"/>
          <ac:spMkLst>
            <pc:docMk/>
            <pc:sldMk cId="3070971391" sldId="524"/>
            <ac:spMk id="1006" creationId="{B0F69FFD-FDE8-4ADC-AE86-00008AF98F9D}"/>
          </ac:spMkLst>
        </pc:spChg>
      </pc:sldChg>
      <pc:sldChg chg="addSp modSp new mod ord modNotesTx">
        <pc:chgData name="Tobias Unger" userId="0a5458e38b5f4a0f" providerId="LiveId" clId="{5C6CAE59-BAC7-4E9C-B1A6-AA8C1CFC41BD}" dt="2026-10-09T05:18:38.227" v="1927" actId="207"/>
        <pc:sldMkLst>
          <pc:docMk/>
          <pc:sldMk cId="2927472371" sldId="526"/>
        </pc:sldMkLst>
        <pc:spChg chg="mod">
          <ac:chgData name="Tobias Unger" userId="0a5458e38b5f4a0f" providerId="LiveId" clId="{5C6CAE59-BAC7-4E9C-B1A6-AA8C1CFC41BD}" dt="2026-10-09T05:18:38.227" v="1927" actId="207"/>
          <ac:spMkLst>
            <pc:docMk/>
            <pc:sldMk cId="2927472371" sldId="526"/>
            <ac:spMk id="2" creationId="{3E1F8F8B-5F68-3654-A01F-7E77247A395A}"/>
          </ac:spMkLst>
        </pc:spChg>
        <pc:spChg chg="mod">
          <ac:chgData name="Tobias Unger" userId="0a5458e38b5f4a0f" providerId="LiveId" clId="{5C6CAE59-BAC7-4E9C-B1A6-AA8C1CFC41BD}" dt="2026-10-07T19:43:03.613" v="647" actId="20577"/>
          <ac:spMkLst>
            <pc:docMk/>
            <pc:sldMk cId="2927472371" sldId="526"/>
            <ac:spMk id="6" creationId="{B26DCF44-216A-852D-3EA8-AAB95A15B15E}"/>
          </ac:spMkLst>
        </pc:spChg>
        <pc:picChg chg="add mod">
          <ac:chgData name="Tobias Unger" userId="0a5458e38b5f4a0f" providerId="LiveId" clId="{5C6CAE59-BAC7-4E9C-B1A6-AA8C1CFC41BD}" dt="2026-10-09T05:07:17.792" v="1343" actId="1035"/>
          <ac:picMkLst>
            <pc:docMk/>
            <pc:sldMk cId="2927472371" sldId="526"/>
            <ac:picMk id="8" creationId="{957AD6C6-FBB7-744E-738F-A066035B846A}"/>
          </ac:picMkLst>
        </pc:picChg>
      </pc:sldChg>
      <pc:sldChg chg="modSp new mod">
        <pc:chgData name="Tobias Unger" userId="0a5458e38b5f4a0f" providerId="LiveId" clId="{5C6CAE59-BAC7-4E9C-B1A6-AA8C1CFC41BD}" dt="2026-10-08T15:16:32.360" v="1139" actId="20577"/>
        <pc:sldMkLst>
          <pc:docMk/>
          <pc:sldMk cId="1946815014" sldId="527"/>
        </pc:sldMkLst>
        <pc:spChg chg="mod">
          <ac:chgData name="Tobias Unger" userId="0a5458e38b5f4a0f" providerId="LiveId" clId="{5C6CAE59-BAC7-4E9C-B1A6-AA8C1CFC41BD}" dt="2026-10-08T15:16:32.360" v="1139" actId="20577"/>
          <ac:spMkLst>
            <pc:docMk/>
            <pc:sldMk cId="1946815014" sldId="527"/>
            <ac:spMk id="2" creationId="{7C8093CA-8FAF-2ED6-13F4-9BAC45529093}"/>
          </ac:spMkLst>
        </pc:spChg>
      </pc:sldChg>
      <pc:sldChg chg="add del">
        <pc:chgData name="Tobias Unger" userId="0a5458e38b5f4a0f" providerId="LiveId" clId="{5C6CAE59-BAC7-4E9C-B1A6-AA8C1CFC41BD}" dt="2026-10-08T14:43:28.093" v="1082" actId="47"/>
        <pc:sldMkLst>
          <pc:docMk/>
          <pc:sldMk cId="3624340868" sldId="527"/>
        </pc:sldMkLst>
      </pc:sldChg>
      <pc:sldChg chg="modSp new mod">
        <pc:chgData name="Tobias Unger" userId="0a5458e38b5f4a0f" providerId="LiveId" clId="{5C6CAE59-BAC7-4E9C-B1A6-AA8C1CFC41BD}" dt="2026-10-09T05:17:58.290" v="1925" actId="207"/>
        <pc:sldMkLst>
          <pc:docMk/>
          <pc:sldMk cId="799398271" sldId="528"/>
        </pc:sldMkLst>
        <pc:spChg chg="mod">
          <ac:chgData name="Tobias Unger" userId="0a5458e38b5f4a0f" providerId="LiveId" clId="{5C6CAE59-BAC7-4E9C-B1A6-AA8C1CFC41BD}" dt="2026-10-09T05:17:58.290" v="1925" actId="207"/>
          <ac:spMkLst>
            <pc:docMk/>
            <pc:sldMk cId="799398271" sldId="528"/>
            <ac:spMk id="2" creationId="{B12C617B-4DF5-201F-51B1-87E59AD16A1F}"/>
          </ac:spMkLst>
        </pc:spChg>
        <pc:spChg chg="mod">
          <ac:chgData name="Tobias Unger" userId="0a5458e38b5f4a0f" providerId="LiveId" clId="{5C6CAE59-BAC7-4E9C-B1A6-AA8C1CFC41BD}" dt="2026-10-09T05:08:52.201" v="1389" actId="20577"/>
          <ac:spMkLst>
            <pc:docMk/>
            <pc:sldMk cId="799398271" sldId="528"/>
            <ac:spMk id="6" creationId="{9C3D3D88-3FE6-650F-67BB-6FE269FA0535}"/>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de-DE"/>
  <c:roundedCorners val="1"/>
  <c:style val="2"/>
  <c:chart>
    <c:autoTitleDeleted val="1"/>
    <c:plotArea>
      <c:layout/>
      <c:barChart>
        <c:barDir val="bar"/>
        <c:grouping val="clustered"/>
        <c:varyColors val="0"/>
        <c:ser>
          <c:idx val="0"/>
          <c:order val="0"/>
          <c:tx>
            <c:v>Mittleres Messalter</c:v>
          </c:tx>
          <c:spPr>
            <a:solidFill>
              <a:srgbClr val="2869AF"/>
            </a:solidFill>
          </c:spPr>
          <c:invertIfNegative val="1"/>
          <c:dPt>
            <c:idx val="0"/>
            <c:invertIfNegative val="0"/>
            <c:bubble3D val="0"/>
            <c:spPr>
              <a:solidFill>
                <a:srgbClr val="A8B7C5"/>
              </a:solidFill>
            </c:spPr>
            <c:extLst>
              <c:ext xmlns:c16="http://schemas.microsoft.com/office/drawing/2014/chart" uri="{C3380CC4-5D6E-409C-BE32-E72D297353CC}">
                <c16:uniqueId val="{00000001-A158-4ED0-B5ED-207DBB482472}"/>
              </c:ext>
            </c:extLst>
          </c:dPt>
          <c:dPt>
            <c:idx val="1"/>
            <c:invertIfNegative val="0"/>
            <c:bubble3D val="0"/>
            <c:extLst>
              <c:ext xmlns:c16="http://schemas.microsoft.com/office/drawing/2014/chart" uri="{C3380CC4-5D6E-409C-BE32-E72D297353CC}">
                <c16:uniqueId val="{00000003-A158-4ED0-B5ED-207DBB482472}"/>
              </c:ext>
            </c:extLst>
          </c:dPt>
          <c:dLbls>
            <c:spPr>
              <a:noFill/>
              <a:ln>
                <a:noFill/>
              </a:ln>
              <a:effectLst/>
            </c:spPr>
            <c:txPr>
              <a:bodyPr anchorCtr="1"/>
              <a:lstStyle/>
              <a:p>
                <a:pPr>
                  <a:defRPr sz="1650" b="1">
                    <a:solidFill>
                      <a:srgbClr val="2869AF"/>
                    </a:solidFill>
                    <a:latin typeface="Calibri"/>
                    <a:ea typeface="Calibri"/>
                    <a:cs typeface="Calibri"/>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Data'!$A$2:$A$3</c:f>
              <c:strCache>
                <c:ptCount val="2"/>
                <c:pt idx="0">
                  <c:v>Vor Optimierung</c:v>
                </c:pt>
                <c:pt idx="1">
                  <c:v>Nach Maßnahmen</c:v>
                </c:pt>
              </c:strCache>
            </c:strRef>
          </c:cat>
          <c:val>
            <c:numRef>
              <c:f>'Chart Data'!$B$2:$B$3</c:f>
              <c:numCache>
                <c:formatCode>0" ms"</c:formatCode>
                <c:ptCount val="2"/>
                <c:pt idx="0">
                  <c:v>450</c:v>
                </c:pt>
                <c:pt idx="1">
                  <c:v>139</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4-A158-4ED0-B5ED-207DBB482472}"/>
            </c:ext>
          </c:extLst>
        </c:ser>
        <c:dLbls>
          <c:dLblPos val="outEnd"/>
          <c:showLegendKey val="0"/>
          <c:showVal val="1"/>
          <c:showCatName val="0"/>
          <c:showSerName val="0"/>
          <c:showPercent val="0"/>
          <c:showBubbleSize val="0"/>
        </c:dLbls>
        <c:gapWidth val="95"/>
        <c:axId val="48650112"/>
        <c:axId val="48672768"/>
      </c:barChart>
      <c:catAx>
        <c:axId val="48650112"/>
        <c:scaling>
          <c:orientation val="minMax"/>
        </c:scaling>
        <c:delete val="0"/>
        <c:axPos val="l"/>
        <c:majorGridlines>
          <c:spPr>
            <a:ln w="9525">
              <a:solidFill>
                <a:srgbClr val="DCE2E8"/>
              </a:solidFill>
            </a:ln>
          </c:spPr>
        </c:majorGridlines>
        <c:numFmt formatCode="General" sourceLinked="1"/>
        <c:majorTickMark val="none"/>
        <c:minorTickMark val="none"/>
        <c:tickLblPos val="nextTo"/>
        <c:spPr>
          <a:ln w="9525">
            <a:solidFill>
              <a:srgbClr val="D4D4D4"/>
            </a:solidFill>
            <a:prstDash val="solid"/>
          </a:ln>
        </c:spPr>
        <c:txPr>
          <a:bodyPr anchorCtr="1"/>
          <a:lstStyle/>
          <a:p>
            <a:pPr>
              <a:defRPr sz="1350">
                <a:solidFill>
                  <a:srgbClr val="61707D"/>
                </a:solidFill>
                <a:latin typeface="Calibri"/>
                <a:ea typeface="Calibri"/>
                <a:cs typeface="Calibri"/>
              </a:defRPr>
            </a:pPr>
            <a:endParaRPr lang="de-DE"/>
          </a:p>
        </c:txPr>
        <c:crossAx val="48672768"/>
        <c:crosses val="autoZero"/>
        <c:auto val="1"/>
        <c:lblAlgn val="ctr"/>
        <c:lblOffset val="100"/>
        <c:noMultiLvlLbl val="1"/>
      </c:catAx>
      <c:valAx>
        <c:axId val="48672768"/>
        <c:scaling>
          <c:orientation val="minMax"/>
        </c:scaling>
        <c:delete val="0"/>
        <c:axPos val="b"/>
        <c:numFmt formatCode="0&quot; ms&quot;" sourceLinked="1"/>
        <c:majorTickMark val="none"/>
        <c:minorTickMark val="none"/>
        <c:tickLblPos val="nextTo"/>
        <c:spPr>
          <a:ln w="9525">
            <a:solidFill>
              <a:srgbClr val="D4D4D4"/>
            </a:solidFill>
            <a:prstDash val="solid"/>
          </a:ln>
        </c:spPr>
        <c:txPr>
          <a:bodyPr anchorCtr="1"/>
          <a:lstStyle/>
          <a:p>
            <a:pPr>
              <a:defRPr sz="1575">
                <a:solidFill>
                  <a:srgbClr val="17232E"/>
                </a:solidFill>
                <a:latin typeface="Calibri"/>
                <a:ea typeface="Calibri"/>
                <a:cs typeface="Calibri"/>
              </a:defRPr>
            </a:pPr>
            <a:endParaRPr lang="de-DE"/>
          </a:p>
        </c:txPr>
        <c:crossAx val="48650112"/>
        <c:crosses val="autoZero"/>
        <c:crossBetween val="between"/>
      </c:valAx>
      <c:spPr>
        <a:solidFill>
          <a:srgbClr val="FFFFFF"/>
        </a:solidFill>
      </c:spPr>
    </c:plotArea>
    <c:plotVisOnly val="1"/>
    <c:dispBlanksAs val="zero"/>
    <c:showDLblsOverMax val="1"/>
  </c:chart>
  <c:spPr>
    <a:solidFill>
      <a:srgbClr val="FFFFFF"/>
    </a:solidFill>
  </c:sp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D20189E0-1142-8C4C-AC05-A6F1DE011E10}"/>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4" name="Fußzeilenplatzhalter 3">
            <a:extLst>
              <a:ext uri="{FF2B5EF4-FFF2-40B4-BE49-F238E27FC236}">
                <a16:creationId xmlns:a16="http://schemas.microsoft.com/office/drawing/2014/main" id="{3EF4CE7F-CDCE-EE4B-955F-AE4E1EB583F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r>
              <a:rPr lang="de-DE"/>
              <a:t>hier</a:t>
            </a:r>
          </a:p>
        </p:txBody>
      </p:sp>
    </p:spTree>
    <p:extLst>
      <p:ext uri="{BB962C8B-B14F-4D97-AF65-F5344CB8AC3E}">
        <p14:creationId xmlns:p14="http://schemas.microsoft.com/office/powerpoint/2010/main" val="2873417964"/>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CEF5FE6-0578-6C48-AD34-F15B08E4EDC5}" type="datetimeFigureOut">
              <a:rPr lang="de-DE" smtClean="0"/>
              <a:t>09.10.2026</a:t>
            </a:fld>
            <a:endParaRPr lang="de-DE"/>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r>
              <a:rPr lang="de-DE"/>
              <a:t>hier</a:t>
            </a:r>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D5FB68A-13DA-DB4F-867D-DB048D314C26}" type="slidenum">
              <a:rPr lang="de-DE" smtClean="0"/>
              <a:t>‹Nr.›</a:t>
            </a:fld>
            <a:endParaRPr lang="de-DE"/>
          </a:p>
        </p:txBody>
      </p:sp>
    </p:spTree>
    <p:extLst>
      <p:ext uri="{BB962C8B-B14F-4D97-AF65-F5344CB8AC3E}">
        <p14:creationId xmlns:p14="http://schemas.microsoft.com/office/powerpoint/2010/main" val="2271907043"/>
      </p:ext>
    </p:extLst>
  </p:cSld>
  <p:clrMap bg1="lt1" tx1="dk1" bg2="lt2" tx2="dk2" accent1="accent1" accent2="accent2" accent3="accent3" accent4="accent4" accent5="accent5" accent6="accent6" hlink="hlink" folHlink="folHlink"/>
  <p:hf hdr="0" dt="0"/>
  <p:notesStyle>
    <a:lvl1pPr marL="0" algn="l" defTabSz="414680" rtl="0" eaLnBrk="1" latinLnBrk="0" hangingPunct="1">
      <a:defRPr sz="544" kern="1200">
        <a:solidFill>
          <a:schemeClr val="tx1"/>
        </a:solidFill>
        <a:latin typeface="+mn-lt"/>
        <a:ea typeface="+mn-ea"/>
        <a:cs typeface="+mn-cs"/>
      </a:defRPr>
    </a:lvl1pPr>
    <a:lvl2pPr marL="207340" algn="l" defTabSz="414680" rtl="0" eaLnBrk="1" latinLnBrk="0" hangingPunct="1">
      <a:defRPr sz="544" kern="1200">
        <a:solidFill>
          <a:schemeClr val="tx1"/>
        </a:solidFill>
        <a:latin typeface="+mn-lt"/>
        <a:ea typeface="+mn-ea"/>
        <a:cs typeface="+mn-cs"/>
      </a:defRPr>
    </a:lvl2pPr>
    <a:lvl3pPr marL="414680" algn="l" defTabSz="414680" rtl="0" eaLnBrk="1" latinLnBrk="0" hangingPunct="1">
      <a:defRPr sz="544" kern="1200">
        <a:solidFill>
          <a:schemeClr val="tx1"/>
        </a:solidFill>
        <a:latin typeface="+mn-lt"/>
        <a:ea typeface="+mn-ea"/>
        <a:cs typeface="+mn-cs"/>
      </a:defRPr>
    </a:lvl3pPr>
    <a:lvl4pPr marL="622021" algn="l" defTabSz="414680" rtl="0" eaLnBrk="1" latinLnBrk="0" hangingPunct="1">
      <a:defRPr sz="544" kern="1200">
        <a:solidFill>
          <a:schemeClr val="tx1"/>
        </a:solidFill>
        <a:latin typeface="+mn-lt"/>
        <a:ea typeface="+mn-ea"/>
        <a:cs typeface="+mn-cs"/>
      </a:defRPr>
    </a:lvl4pPr>
    <a:lvl5pPr marL="829361" algn="l" defTabSz="414680" rtl="0" eaLnBrk="1" latinLnBrk="0" hangingPunct="1">
      <a:defRPr sz="544" kern="1200">
        <a:solidFill>
          <a:schemeClr val="tx1"/>
        </a:solidFill>
        <a:latin typeface="+mn-lt"/>
        <a:ea typeface="+mn-ea"/>
        <a:cs typeface="+mn-cs"/>
      </a:defRPr>
    </a:lvl5pPr>
    <a:lvl6pPr marL="1036701" algn="l" defTabSz="414680" rtl="0" eaLnBrk="1" latinLnBrk="0" hangingPunct="1">
      <a:defRPr sz="544" kern="1200">
        <a:solidFill>
          <a:schemeClr val="tx1"/>
        </a:solidFill>
        <a:latin typeface="+mn-lt"/>
        <a:ea typeface="+mn-ea"/>
        <a:cs typeface="+mn-cs"/>
      </a:defRPr>
    </a:lvl6pPr>
    <a:lvl7pPr marL="1244041" algn="l" defTabSz="414680" rtl="0" eaLnBrk="1" latinLnBrk="0" hangingPunct="1">
      <a:defRPr sz="544" kern="1200">
        <a:solidFill>
          <a:schemeClr val="tx1"/>
        </a:solidFill>
        <a:latin typeface="+mn-lt"/>
        <a:ea typeface="+mn-ea"/>
        <a:cs typeface="+mn-cs"/>
      </a:defRPr>
    </a:lvl7pPr>
    <a:lvl8pPr marL="1451381" algn="l" defTabSz="414680" rtl="0" eaLnBrk="1" latinLnBrk="0" hangingPunct="1">
      <a:defRPr sz="544" kern="1200">
        <a:solidFill>
          <a:schemeClr val="tx1"/>
        </a:solidFill>
        <a:latin typeface="+mn-lt"/>
        <a:ea typeface="+mn-ea"/>
        <a:cs typeface="+mn-cs"/>
      </a:defRPr>
    </a:lvl8pPr>
    <a:lvl9pPr marL="1658722" algn="l" defTabSz="414680" rtl="0" eaLnBrk="1" latinLnBrk="0" hangingPunct="1">
      <a:defRPr sz="544"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54A8FC-4924-0632-0F2F-FCA58C838774}"/>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6D9B4C35-92D3-9D2D-BF30-41279F175DAB}"/>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747ED0DF-CFD3-4E6A-E3A9-35B4A8A73220}"/>
              </a:ext>
            </a:extLst>
          </p:cNvPr>
          <p:cNvSpPr>
            <a:spLocks noGrp="1"/>
          </p:cNvSpPr>
          <p:nvPr>
            <p:ph type="body" idx="1"/>
          </p:nvPr>
        </p:nvSpPr>
        <p:spPr/>
        <p:txBody>
          <a:bodyPr/>
          <a:lstStyle/>
          <a:p>
            <a:r>
              <a:rPr lang="de-DE" dirty="0"/>
              <a:t>Simon</a:t>
            </a:r>
          </a:p>
        </p:txBody>
      </p:sp>
      <p:sp>
        <p:nvSpPr>
          <p:cNvPr id="4" name="Fußzeilenplatzhalter 3">
            <a:extLst>
              <a:ext uri="{FF2B5EF4-FFF2-40B4-BE49-F238E27FC236}">
                <a16:creationId xmlns:a16="http://schemas.microsoft.com/office/drawing/2014/main" id="{6BC0C7FD-6A34-72E0-FD48-6FEA14EEE519}"/>
              </a:ext>
            </a:extLst>
          </p:cNvPr>
          <p:cNvSpPr>
            <a:spLocks noGrp="1"/>
          </p:cNvSpPr>
          <p:nvPr>
            <p:ph type="ftr" sz="quarter" idx="4"/>
          </p:nvPr>
        </p:nvSpPr>
        <p:spPr/>
        <p:txBody>
          <a:bodyPr/>
          <a:lstStyle/>
          <a:p>
            <a:r>
              <a:rPr lang="de-DE"/>
              <a:t>hier</a:t>
            </a:r>
          </a:p>
        </p:txBody>
      </p:sp>
      <p:sp>
        <p:nvSpPr>
          <p:cNvPr id="5" name="Foliennummernplatzhalter 4">
            <a:extLst>
              <a:ext uri="{FF2B5EF4-FFF2-40B4-BE49-F238E27FC236}">
                <a16:creationId xmlns:a16="http://schemas.microsoft.com/office/drawing/2014/main" id="{1792F3E9-2B27-6946-DEE8-145C49A4F00B}"/>
              </a:ext>
            </a:extLst>
          </p:cNvPr>
          <p:cNvSpPr>
            <a:spLocks noGrp="1"/>
          </p:cNvSpPr>
          <p:nvPr>
            <p:ph type="sldNum" sz="quarter" idx="5"/>
          </p:nvPr>
        </p:nvSpPr>
        <p:spPr/>
        <p:txBody>
          <a:bodyPr/>
          <a:lstStyle/>
          <a:p>
            <a:fld id="{FD5FB68A-13DA-DB4F-867D-DB048D314C26}" type="slidenum">
              <a:rPr lang="de-DE" smtClean="0"/>
              <a:t>1</a:t>
            </a:fld>
            <a:endParaRPr lang="de-DE"/>
          </a:p>
        </p:txBody>
      </p:sp>
    </p:spTree>
    <p:extLst>
      <p:ext uri="{BB962C8B-B14F-4D97-AF65-F5344CB8AC3E}">
        <p14:creationId xmlns:p14="http://schemas.microsoft.com/office/powerpoint/2010/main" val="6528616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de-DE" dirty="0"/>
              <a:t>Simon</a:t>
            </a:r>
          </a:p>
        </p:txBody>
      </p:sp>
      <p:sp>
        <p:nvSpPr>
          <p:cNvPr id="4" name="Fußzeilenplatzhalter 3"/>
          <p:cNvSpPr>
            <a:spLocks noGrp="1"/>
          </p:cNvSpPr>
          <p:nvPr>
            <p:ph type="ftr" sz="quarter" idx="4"/>
          </p:nvPr>
        </p:nvSpPr>
        <p:spPr/>
        <p:txBody>
          <a:bodyPr/>
          <a:lstStyle/>
          <a:p>
            <a:r>
              <a:rPr lang="de-DE"/>
              <a:t>hier</a:t>
            </a:r>
          </a:p>
        </p:txBody>
      </p:sp>
      <p:sp>
        <p:nvSpPr>
          <p:cNvPr id="5" name="Foliennummernplatzhalter 4"/>
          <p:cNvSpPr>
            <a:spLocks noGrp="1"/>
          </p:cNvSpPr>
          <p:nvPr>
            <p:ph type="sldNum" sz="quarter" idx="5"/>
          </p:nvPr>
        </p:nvSpPr>
        <p:spPr/>
        <p:txBody>
          <a:bodyPr/>
          <a:lstStyle/>
          <a:p>
            <a:fld id="{FD5FB68A-13DA-DB4F-867D-DB048D314C26}" type="slidenum">
              <a:rPr lang="de-DE" smtClean="0"/>
              <a:t>2</a:t>
            </a:fld>
            <a:endParaRPr lang="de-DE"/>
          </a:p>
        </p:txBody>
      </p:sp>
    </p:spTree>
    <p:extLst>
      <p:ext uri="{BB962C8B-B14F-4D97-AF65-F5344CB8AC3E}">
        <p14:creationId xmlns:p14="http://schemas.microsoft.com/office/powerpoint/2010/main" val="21422034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Simon</a:t>
            </a:r>
          </a:p>
          <a:p>
            <a:endParaRPr lang="de-DE" dirty="0"/>
          </a:p>
          <a:p>
            <a:r>
              <a:rPr dirty="0"/>
              <a:t>Folie 2: </a:t>
            </a:r>
            <a:r>
              <a:rPr dirty="0" err="1"/>
              <a:t>Aufgabenstellung</a:t>
            </a:r>
            <a:r>
              <a:rPr dirty="0"/>
              <a:t> und </a:t>
            </a:r>
            <a:r>
              <a:rPr dirty="0" err="1"/>
              <a:t>Projektziel</a:t>
            </a:r>
            <a:endParaRPr dirty="0"/>
          </a:p>
          <a:p>
            <a:r>
              <a:rPr dirty="0" err="1"/>
              <a:t>Geplante</a:t>
            </a:r>
            <a:r>
              <a:rPr dirty="0"/>
              <a:t> </a:t>
            </a:r>
            <a:r>
              <a:rPr dirty="0" err="1"/>
              <a:t>Sprechzeit</a:t>
            </a:r>
            <a:r>
              <a:rPr dirty="0"/>
              <a:t>: 1:30 Minuten.</a:t>
            </a:r>
          </a:p>
          <a:p>
            <a:endParaRPr dirty="0"/>
          </a:p>
          <a:p>
            <a:r>
              <a:rPr dirty="0" err="1"/>
              <a:t>Ausgangslage</a:t>
            </a:r>
            <a:r>
              <a:rPr dirty="0"/>
              <a:t>: Das </a:t>
            </a:r>
            <a:r>
              <a:rPr dirty="0" err="1"/>
              <a:t>bestehende</a:t>
            </a:r>
            <a:r>
              <a:rPr dirty="0"/>
              <a:t> System </a:t>
            </a:r>
            <a:r>
              <a:rPr dirty="0" err="1"/>
              <a:t>fuhr</a:t>
            </a:r>
            <a:r>
              <a:rPr dirty="0"/>
              <a:t> </a:t>
            </a:r>
            <a:r>
              <a:rPr dirty="0" err="1"/>
              <a:t>einen</a:t>
            </a:r>
            <a:r>
              <a:rPr dirty="0"/>
              <a:t> </a:t>
            </a:r>
            <a:r>
              <a:rPr dirty="0" err="1"/>
              <a:t>berechneten</a:t>
            </a:r>
            <a:r>
              <a:rPr dirty="0"/>
              <a:t> </a:t>
            </a:r>
            <a:r>
              <a:rPr dirty="0" err="1"/>
              <a:t>festen</a:t>
            </a:r>
            <a:r>
              <a:rPr dirty="0"/>
              <a:t> </a:t>
            </a:r>
            <a:r>
              <a:rPr dirty="0" err="1"/>
              <a:t>Abgriffpunkt</a:t>
            </a:r>
            <a:r>
              <a:rPr dirty="0"/>
              <a:t> an und </a:t>
            </a:r>
            <a:r>
              <a:rPr dirty="0" err="1"/>
              <a:t>wartete</a:t>
            </a:r>
            <a:r>
              <a:rPr dirty="0"/>
              <a:t> </a:t>
            </a:r>
            <a:r>
              <a:rPr dirty="0" err="1"/>
              <a:t>dort</a:t>
            </a:r>
            <a:r>
              <a:rPr dirty="0"/>
              <a:t> auf das </a:t>
            </a:r>
            <a:r>
              <a:rPr dirty="0" err="1"/>
              <a:t>Objekt</a:t>
            </a:r>
            <a:r>
              <a:rPr dirty="0"/>
              <a:t>. Die </a:t>
            </a:r>
            <a:r>
              <a:rPr dirty="0" err="1"/>
              <a:t>Weiterentwicklung</a:t>
            </a:r>
            <a:r>
              <a:rPr dirty="0"/>
              <a:t> </a:t>
            </a:r>
            <a:r>
              <a:rPr dirty="0" err="1"/>
              <a:t>soll</a:t>
            </a:r>
            <a:r>
              <a:rPr dirty="0"/>
              <a:t> </a:t>
            </a:r>
            <a:r>
              <a:rPr dirty="0" err="1"/>
              <a:t>mitfahrend</a:t>
            </a:r>
            <a:r>
              <a:rPr dirty="0"/>
              <a:t> </a:t>
            </a:r>
            <a:r>
              <a:rPr dirty="0" err="1"/>
              <a:t>greifen</a:t>
            </a:r>
            <a:r>
              <a:rPr dirty="0"/>
              <a:t>. Die </a:t>
            </a:r>
            <a:r>
              <a:rPr dirty="0" err="1"/>
              <a:t>Aufgabenstellung</a:t>
            </a:r>
            <a:r>
              <a:rPr dirty="0"/>
              <a:t> </a:t>
            </a:r>
            <a:r>
              <a:rPr dirty="0" err="1"/>
              <a:t>fordert</a:t>
            </a:r>
            <a:r>
              <a:rPr dirty="0"/>
              <a:t> </a:t>
            </a:r>
            <a:r>
              <a:rPr dirty="0" err="1"/>
              <a:t>mehrere</a:t>
            </a:r>
            <a:r>
              <a:rPr dirty="0"/>
              <a:t> </a:t>
            </a:r>
            <a:r>
              <a:rPr dirty="0" err="1"/>
              <a:t>gleichzeitig</a:t>
            </a:r>
            <a:r>
              <a:rPr dirty="0"/>
              <a:t> </a:t>
            </a:r>
            <a:r>
              <a:rPr dirty="0" err="1"/>
              <a:t>vorhandene</a:t>
            </a:r>
            <a:r>
              <a:rPr dirty="0"/>
              <a:t> </a:t>
            </a:r>
            <a:r>
              <a:rPr dirty="0" err="1"/>
              <a:t>Objekte</a:t>
            </a:r>
            <a:r>
              <a:rPr dirty="0"/>
              <a:t>, </a:t>
            </a:r>
            <a:r>
              <a:rPr dirty="0" err="1"/>
              <a:t>bildbasierte</a:t>
            </a:r>
            <a:r>
              <a:rPr dirty="0"/>
              <a:t> Positions- und </a:t>
            </a:r>
            <a:r>
              <a:rPr dirty="0" err="1"/>
              <a:t>Geschwindigkeitsschätzung</a:t>
            </a:r>
            <a:r>
              <a:rPr dirty="0"/>
              <a:t>, AICA-</a:t>
            </a:r>
            <a:r>
              <a:rPr dirty="0" err="1"/>
              <a:t>Ansteuerung</a:t>
            </a:r>
            <a:r>
              <a:rPr dirty="0"/>
              <a:t>, </a:t>
            </a:r>
            <a:r>
              <a:rPr dirty="0" err="1"/>
              <a:t>schnelle</a:t>
            </a:r>
            <a:r>
              <a:rPr dirty="0"/>
              <a:t> </a:t>
            </a:r>
            <a:r>
              <a:rPr dirty="0" err="1"/>
              <a:t>Kamerakalibrierung</a:t>
            </a:r>
            <a:r>
              <a:rPr dirty="0"/>
              <a:t> </a:t>
            </a:r>
            <a:r>
              <a:rPr dirty="0" err="1"/>
              <a:t>sowie</a:t>
            </a:r>
            <a:r>
              <a:rPr dirty="0"/>
              <a:t> </a:t>
            </a:r>
            <a:r>
              <a:rPr dirty="0" err="1"/>
              <a:t>Priorisierung</a:t>
            </a:r>
            <a:r>
              <a:rPr dirty="0"/>
              <a:t> und </a:t>
            </a:r>
            <a:r>
              <a:rPr dirty="0" err="1"/>
              <a:t>Bahnplanung</a:t>
            </a:r>
            <a:r>
              <a:rPr dirty="0"/>
              <a:t>.</a:t>
            </a:r>
          </a:p>
          <a:p>
            <a:r>
              <a:rPr dirty="0"/>
              <a:t>Die </a:t>
            </a:r>
            <a:r>
              <a:rPr dirty="0" err="1"/>
              <a:t>Entwicklung</a:t>
            </a:r>
            <a:r>
              <a:rPr dirty="0"/>
              <a:t> </a:t>
            </a:r>
            <a:r>
              <a:rPr dirty="0" err="1"/>
              <a:t>wurde</a:t>
            </a:r>
            <a:r>
              <a:rPr dirty="0"/>
              <a:t> </a:t>
            </a:r>
            <a:r>
              <a:rPr dirty="0" err="1"/>
              <a:t>mit</a:t>
            </a:r>
            <a:r>
              <a:rPr dirty="0"/>
              <a:t> </a:t>
            </a:r>
            <a:r>
              <a:rPr dirty="0" err="1"/>
              <a:t>quaderförmigen</a:t>
            </a:r>
            <a:r>
              <a:rPr dirty="0"/>
              <a:t> </a:t>
            </a:r>
            <a:r>
              <a:rPr dirty="0" err="1"/>
              <a:t>Klötzen</a:t>
            </a:r>
            <a:r>
              <a:rPr dirty="0"/>
              <a:t> </a:t>
            </a:r>
            <a:r>
              <a:rPr dirty="0" err="1"/>
              <a:t>geprüft</a:t>
            </a:r>
            <a:r>
              <a:rPr dirty="0"/>
              <a:t>. Eine </a:t>
            </a:r>
            <a:r>
              <a:rPr dirty="0" err="1"/>
              <a:t>vollständige</a:t>
            </a:r>
            <a:r>
              <a:rPr dirty="0"/>
              <a:t> Sortierung in </a:t>
            </a:r>
            <a:r>
              <a:rPr dirty="0" err="1"/>
              <a:t>mehrere</a:t>
            </a:r>
            <a:r>
              <a:rPr dirty="0"/>
              <a:t> </a:t>
            </a:r>
            <a:r>
              <a:rPr dirty="0" err="1"/>
              <a:t>Zielkisten</a:t>
            </a:r>
            <a:r>
              <a:rPr dirty="0"/>
              <a:t> </a:t>
            </a:r>
            <a:r>
              <a:rPr dirty="0" err="1"/>
              <a:t>ist</a:t>
            </a:r>
            <a:r>
              <a:rPr dirty="0"/>
              <a:t> </a:t>
            </a:r>
            <a:r>
              <a:rPr dirty="0" err="1"/>
              <a:t>keine</a:t>
            </a:r>
            <a:r>
              <a:rPr dirty="0"/>
              <a:t> </a:t>
            </a:r>
            <a:r>
              <a:rPr dirty="0" err="1"/>
              <a:t>erbrachte</a:t>
            </a:r>
            <a:r>
              <a:rPr dirty="0"/>
              <a:t> </a:t>
            </a:r>
            <a:r>
              <a:rPr dirty="0" err="1"/>
              <a:t>Projektleistung</a:t>
            </a:r>
            <a:r>
              <a:rPr dirty="0"/>
              <a:t>. Das </a:t>
            </a:r>
            <a:r>
              <a:rPr dirty="0" err="1"/>
              <a:t>neue</a:t>
            </a:r>
            <a:r>
              <a:rPr dirty="0"/>
              <a:t> </a:t>
            </a:r>
            <a:r>
              <a:rPr dirty="0" err="1"/>
              <a:t>Förderband</a:t>
            </a:r>
            <a:r>
              <a:rPr dirty="0"/>
              <a:t> war </a:t>
            </a:r>
            <a:r>
              <a:rPr dirty="0" err="1"/>
              <a:t>vorgesehen</a:t>
            </a:r>
            <a:r>
              <a:rPr dirty="0"/>
              <a:t>, seine Integration </a:t>
            </a:r>
            <a:r>
              <a:rPr dirty="0" err="1"/>
              <a:t>wegen</a:t>
            </a:r>
            <a:r>
              <a:rPr dirty="0"/>
              <a:t> </a:t>
            </a:r>
            <a:r>
              <a:rPr dirty="0" err="1"/>
              <a:t>unsicherer</a:t>
            </a:r>
            <a:r>
              <a:rPr dirty="0"/>
              <a:t> </a:t>
            </a:r>
            <a:r>
              <a:rPr dirty="0" err="1"/>
              <a:t>Lieferzeiten</a:t>
            </a:r>
            <a:r>
              <a:rPr dirty="0"/>
              <a:t> </a:t>
            </a:r>
            <a:r>
              <a:rPr dirty="0" err="1"/>
              <a:t>aber</a:t>
            </a:r>
            <a:r>
              <a:rPr dirty="0"/>
              <a:t> </a:t>
            </a:r>
            <a:r>
              <a:rPr dirty="0" err="1"/>
              <a:t>keine</a:t>
            </a:r>
            <a:r>
              <a:rPr dirty="0"/>
              <a:t> </a:t>
            </a:r>
            <a:r>
              <a:rPr dirty="0" err="1"/>
              <a:t>Voraussetzung</a:t>
            </a:r>
            <a:r>
              <a:rPr dirty="0"/>
              <a:t>. Wir </a:t>
            </a:r>
            <a:r>
              <a:rPr dirty="0" err="1"/>
              <a:t>nutzten</a:t>
            </a:r>
            <a:r>
              <a:rPr dirty="0"/>
              <a:t> </a:t>
            </a:r>
            <a:r>
              <a:rPr dirty="0" err="1"/>
              <a:t>verschiedene</a:t>
            </a:r>
            <a:r>
              <a:rPr dirty="0"/>
              <a:t> </a:t>
            </a:r>
            <a:r>
              <a:rPr dirty="0" err="1"/>
              <a:t>Stufen</a:t>
            </a:r>
            <a:r>
              <a:rPr dirty="0"/>
              <a:t> des </a:t>
            </a:r>
            <a:r>
              <a:rPr dirty="0" err="1"/>
              <a:t>vorhandenen</a:t>
            </a:r>
            <a:r>
              <a:rPr dirty="0"/>
              <a:t> Bandes. </a:t>
            </a:r>
            <a:r>
              <a:rPr dirty="0" err="1"/>
              <a:t>Höhere</a:t>
            </a:r>
            <a:r>
              <a:rPr dirty="0"/>
              <a:t> </a:t>
            </a:r>
            <a:r>
              <a:rPr dirty="0" err="1"/>
              <a:t>Stufen</a:t>
            </a:r>
            <a:r>
              <a:rPr dirty="0"/>
              <a:t> bis 3 </a:t>
            </a:r>
            <a:r>
              <a:rPr dirty="0" err="1"/>
              <a:t>wurden</a:t>
            </a:r>
            <a:r>
              <a:rPr dirty="0"/>
              <a:t> </a:t>
            </a:r>
            <a:r>
              <a:rPr dirty="0" err="1"/>
              <a:t>erfolgreich</a:t>
            </a:r>
            <a:r>
              <a:rPr dirty="0"/>
              <a:t> </a:t>
            </a:r>
            <a:r>
              <a:rPr dirty="0" err="1"/>
              <a:t>beobachtet</a:t>
            </a:r>
            <a:r>
              <a:rPr dirty="0"/>
              <a:t>, </a:t>
            </a:r>
            <a:r>
              <a:rPr dirty="0" err="1"/>
              <a:t>aber</a:t>
            </a:r>
            <a:r>
              <a:rPr dirty="0"/>
              <a:t> nicht </a:t>
            </a:r>
            <a:r>
              <a:rPr dirty="0" err="1"/>
              <a:t>vermessen</a:t>
            </a:r>
            <a:r>
              <a:rPr dirty="0"/>
              <a:t>. Die </a:t>
            </a:r>
            <a:r>
              <a:rPr dirty="0" err="1"/>
              <a:t>Auslagerung</a:t>
            </a:r>
            <a:r>
              <a:rPr dirty="0"/>
              <a:t> der </a:t>
            </a:r>
            <a:r>
              <a:rPr dirty="0" err="1"/>
              <a:t>Bildverarbeitung</a:t>
            </a:r>
            <a:r>
              <a:rPr dirty="0"/>
              <a:t> war </a:t>
            </a:r>
            <a:r>
              <a:rPr dirty="0" err="1"/>
              <a:t>nur</a:t>
            </a:r>
            <a:r>
              <a:rPr dirty="0"/>
              <a:t> </a:t>
            </a:r>
            <a:r>
              <a:rPr dirty="0" err="1"/>
              <a:t>bei</a:t>
            </a:r>
            <a:r>
              <a:rPr dirty="0"/>
              <a:t> </a:t>
            </a:r>
            <a:r>
              <a:rPr dirty="0" err="1"/>
              <a:t>Bedarf</a:t>
            </a:r>
            <a:r>
              <a:rPr dirty="0"/>
              <a:t> </a:t>
            </a:r>
            <a:r>
              <a:rPr dirty="0" err="1"/>
              <a:t>gefordert</a:t>
            </a:r>
            <a:r>
              <a:rPr dirty="0"/>
              <a:t>. Wir </a:t>
            </a:r>
            <a:r>
              <a:rPr dirty="0" err="1"/>
              <a:t>begrenzten</a:t>
            </a:r>
            <a:r>
              <a:rPr dirty="0"/>
              <a:t> </a:t>
            </a:r>
            <a:r>
              <a:rPr dirty="0" err="1"/>
              <a:t>stattdessen</a:t>
            </a:r>
            <a:r>
              <a:rPr dirty="0"/>
              <a:t> die Last </a:t>
            </a:r>
            <a:r>
              <a:rPr dirty="0" err="1"/>
              <a:t>im</a:t>
            </a:r>
            <a:r>
              <a:rPr dirty="0"/>
              <a:t> </a:t>
            </a:r>
            <a:r>
              <a:rPr dirty="0" err="1"/>
              <a:t>bestehenden</a:t>
            </a:r>
            <a:r>
              <a:rPr dirty="0"/>
              <a:t> Rechner.</a:t>
            </a:r>
          </a:p>
          <a:p>
            <a:r>
              <a:rPr dirty="0" err="1"/>
              <a:t>Zusätzliche</a:t>
            </a:r>
            <a:r>
              <a:rPr dirty="0"/>
              <a:t> </a:t>
            </a:r>
            <a:r>
              <a:rPr dirty="0" err="1"/>
              <a:t>Funktionen</a:t>
            </a:r>
            <a:r>
              <a:rPr dirty="0"/>
              <a:t> </a:t>
            </a:r>
            <a:r>
              <a:rPr dirty="0" err="1"/>
              <a:t>sind</a:t>
            </a:r>
            <a:r>
              <a:rPr dirty="0"/>
              <a:t> die </a:t>
            </a:r>
            <a:r>
              <a:rPr dirty="0" err="1"/>
              <a:t>Laufzeitdiagnose</a:t>
            </a:r>
            <a:r>
              <a:rPr dirty="0"/>
              <a:t> </a:t>
            </a:r>
            <a:r>
              <a:rPr dirty="0" err="1"/>
              <a:t>sowie</a:t>
            </a:r>
            <a:r>
              <a:rPr dirty="0"/>
              <a:t> </a:t>
            </a:r>
            <a:r>
              <a:rPr dirty="0" err="1"/>
              <a:t>kontrollierte</a:t>
            </a:r>
            <a:r>
              <a:rPr dirty="0"/>
              <a:t> </a:t>
            </a:r>
            <a:r>
              <a:rPr dirty="0" err="1"/>
              <a:t>Abbruch</a:t>
            </a:r>
            <a:r>
              <a:rPr dirty="0"/>
              <a:t>-/</a:t>
            </a:r>
            <a:r>
              <a:rPr dirty="0" err="1"/>
              <a:t>Ablageabläufe</a:t>
            </a:r>
            <a:r>
              <a:rPr dirty="0"/>
              <a:t>. Dass die Basiskamera </a:t>
            </a:r>
            <a:r>
              <a:rPr dirty="0" err="1"/>
              <a:t>allein</a:t>
            </a:r>
            <a:r>
              <a:rPr dirty="0"/>
              <a:t> </a:t>
            </a:r>
            <a:r>
              <a:rPr dirty="0" err="1"/>
              <a:t>genügt</a:t>
            </a:r>
            <a:r>
              <a:rPr dirty="0"/>
              <a:t>, </a:t>
            </a:r>
            <a:r>
              <a:rPr dirty="0" err="1"/>
              <a:t>vereinfacht</a:t>
            </a:r>
            <a:r>
              <a:rPr dirty="0"/>
              <a:t> das </a:t>
            </a:r>
            <a:r>
              <a:rPr dirty="0" err="1"/>
              <a:t>ursprünglich</a:t>
            </a:r>
            <a:r>
              <a:rPr dirty="0"/>
              <a:t> duale </a:t>
            </a:r>
            <a:r>
              <a:rPr dirty="0" err="1"/>
              <a:t>Konzept</a:t>
            </a:r>
            <a:r>
              <a:rPr dirty="0"/>
              <a:t>. </a:t>
            </a:r>
            <a:r>
              <a:rPr dirty="0" err="1"/>
              <a:t>Priorisierung</a:t>
            </a:r>
            <a:r>
              <a:rPr dirty="0"/>
              <a:t> und </a:t>
            </a:r>
            <a:r>
              <a:rPr dirty="0" err="1"/>
              <a:t>verschiedene</a:t>
            </a:r>
            <a:r>
              <a:rPr dirty="0"/>
              <a:t> </a:t>
            </a:r>
            <a:r>
              <a:rPr dirty="0" err="1"/>
              <a:t>Geschwindigkeiten</a:t>
            </a:r>
            <a:r>
              <a:rPr dirty="0"/>
              <a:t> </a:t>
            </a:r>
            <a:r>
              <a:rPr dirty="0" err="1"/>
              <a:t>sind</a:t>
            </a:r>
            <a:r>
              <a:rPr dirty="0"/>
              <a:t> </a:t>
            </a:r>
            <a:r>
              <a:rPr dirty="0" err="1"/>
              <a:t>bereits</a:t>
            </a:r>
            <a:r>
              <a:rPr dirty="0"/>
              <a:t> </a:t>
            </a:r>
            <a:r>
              <a:rPr dirty="0" err="1"/>
              <a:t>Anforderungen</a:t>
            </a:r>
            <a:r>
              <a:rPr dirty="0"/>
              <a:t>, </a:t>
            </a:r>
            <a:r>
              <a:rPr dirty="0" err="1"/>
              <a:t>keine</a:t>
            </a:r>
            <a:r>
              <a:rPr dirty="0"/>
              <a:t> </a:t>
            </a:r>
            <a:r>
              <a:rPr dirty="0" err="1"/>
              <a:t>zusätzlichen</a:t>
            </a:r>
            <a:r>
              <a:rPr dirty="0"/>
              <a:t> </a:t>
            </a:r>
            <a:r>
              <a:rPr dirty="0" err="1"/>
              <a:t>Ziele</a:t>
            </a:r>
            <a:r>
              <a:rPr dirty="0"/>
              <a:t>. Eine </a:t>
            </a:r>
            <a:r>
              <a:rPr dirty="0" err="1"/>
              <a:t>feste</a:t>
            </a:r>
            <a:r>
              <a:rPr dirty="0"/>
              <a:t> </a:t>
            </a:r>
            <a:r>
              <a:rPr dirty="0" err="1"/>
              <a:t>Mindest-Erfolgsquote</a:t>
            </a:r>
            <a:r>
              <a:rPr dirty="0"/>
              <a:t> </a:t>
            </a:r>
            <a:r>
              <a:rPr dirty="0" err="1"/>
              <a:t>wurde</a:t>
            </a:r>
            <a:r>
              <a:rPr dirty="0"/>
              <a:t> nicht </a:t>
            </a:r>
            <a:r>
              <a:rPr dirty="0" err="1"/>
              <a:t>verlangt</a:t>
            </a:r>
            <a:r>
              <a:rPr dirty="0"/>
              <a:t>.</a:t>
            </a:r>
          </a:p>
          <a:p>
            <a:endParaRPr dirty="0"/>
          </a:p>
          <a:p>
            <a:r>
              <a:rPr dirty="0" err="1"/>
              <a:t>Quellen</a:t>
            </a:r>
            <a:r>
              <a:rPr dirty="0"/>
              <a:t>: </a:t>
            </a:r>
            <a:r>
              <a:rPr dirty="0" err="1"/>
              <a:t>Projektbericht</a:t>
            </a:r>
            <a:r>
              <a:rPr dirty="0"/>
              <a:t>/</a:t>
            </a:r>
            <a:r>
              <a:rPr dirty="0" err="1"/>
              <a:t>entwuerfe</a:t>
            </a:r>
            <a:r>
              <a:rPr dirty="0"/>
              <a:t>/berichtstext.md, </a:t>
            </a:r>
            <a:r>
              <a:rPr dirty="0" err="1"/>
              <a:t>Abschnitte</a:t>
            </a:r>
            <a:r>
              <a:rPr dirty="0"/>
              <a:t> 1.1 bis 1.3, 3.1, 3.7 und 6.4; </a:t>
            </a:r>
            <a:r>
              <a:rPr dirty="0" err="1"/>
              <a:t>Aufgabenstellung</a:t>
            </a:r>
            <a:r>
              <a:rPr dirty="0"/>
              <a:t> [1], Stand 02.10.2026.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Simon</a:t>
            </a:r>
          </a:p>
          <a:p>
            <a:endParaRPr lang="de-DE" dirty="0"/>
          </a:p>
          <a:p>
            <a:r>
              <a:rPr dirty="0" err="1"/>
              <a:t>Draufsicht</a:t>
            </a:r>
            <a:r>
              <a:rPr dirty="0"/>
              <a:t> des </a:t>
            </a:r>
            <a:r>
              <a:rPr dirty="0" err="1"/>
              <a:t>Versuchsaufbaus</a:t>
            </a:r>
            <a:endParaRPr dirty="0"/>
          </a:p>
          <a:p>
            <a:endParaRPr dirty="0"/>
          </a:p>
          <a:p>
            <a:r>
              <a:rPr dirty="0"/>
              <a:t>Die </a:t>
            </a:r>
            <a:r>
              <a:rPr dirty="0" err="1"/>
              <a:t>Bandlaufrichtung</a:t>
            </a:r>
            <a:r>
              <a:rPr dirty="0"/>
              <a:t> </a:t>
            </a:r>
            <a:r>
              <a:rPr dirty="0" err="1"/>
              <a:t>zeigt</a:t>
            </a:r>
            <a:r>
              <a:rPr dirty="0"/>
              <a:t> </a:t>
            </a:r>
            <a:r>
              <a:rPr dirty="0" err="1"/>
              <a:t>nach</a:t>
            </a:r>
            <a:r>
              <a:rPr dirty="0"/>
              <a:t> </a:t>
            </a:r>
            <a:r>
              <a:rPr dirty="0" err="1"/>
              <a:t>unten</a:t>
            </a:r>
            <a:r>
              <a:rPr dirty="0"/>
              <a:t>. </a:t>
            </a:r>
            <a:r>
              <a:rPr dirty="0" err="1"/>
              <a:t>Roboter</a:t>
            </a:r>
            <a:r>
              <a:rPr dirty="0"/>
              <a:t> und </a:t>
            </a:r>
            <a:r>
              <a:rPr dirty="0" err="1"/>
              <a:t>Ablagekiste</a:t>
            </a:r>
            <a:r>
              <a:rPr dirty="0"/>
              <a:t> </a:t>
            </a:r>
            <a:r>
              <a:rPr dirty="0" err="1"/>
              <a:t>stehen</a:t>
            </a:r>
            <a:r>
              <a:rPr dirty="0"/>
              <a:t> auf der in </a:t>
            </a:r>
            <a:r>
              <a:rPr dirty="0" err="1"/>
              <a:t>Laufrichtung</a:t>
            </a:r>
            <a:r>
              <a:rPr dirty="0"/>
              <a:t> </a:t>
            </a:r>
            <a:r>
              <a:rPr dirty="0" err="1"/>
              <a:t>linken</a:t>
            </a:r>
            <a:r>
              <a:rPr dirty="0"/>
              <a:t> </a:t>
            </a:r>
            <a:r>
              <a:rPr dirty="0" err="1"/>
              <a:t>Bandseite</a:t>
            </a:r>
            <a:r>
              <a:rPr dirty="0"/>
              <a:t>, in </a:t>
            </a:r>
            <a:r>
              <a:rPr dirty="0" err="1"/>
              <a:t>dieser</a:t>
            </a:r>
            <a:r>
              <a:rPr dirty="0"/>
              <a:t> </a:t>
            </a:r>
            <a:r>
              <a:rPr dirty="0" err="1"/>
              <a:t>Ansicht</a:t>
            </a:r>
            <a:r>
              <a:rPr dirty="0"/>
              <a:t> also </a:t>
            </a:r>
            <a:r>
              <a:rPr dirty="0" err="1"/>
              <a:t>rechts</a:t>
            </a:r>
            <a:r>
              <a:rPr dirty="0"/>
              <a:t> </a:t>
            </a:r>
            <a:r>
              <a:rPr dirty="0" err="1"/>
              <a:t>vom</a:t>
            </a:r>
            <a:r>
              <a:rPr dirty="0"/>
              <a:t> Band. Die Kiste </a:t>
            </a:r>
            <a:r>
              <a:rPr dirty="0" err="1"/>
              <a:t>liegt</a:t>
            </a:r>
            <a:r>
              <a:rPr dirty="0"/>
              <a:t> in </a:t>
            </a:r>
            <a:r>
              <a:rPr dirty="0" err="1"/>
              <a:t>Laufrichtung</a:t>
            </a:r>
            <a:r>
              <a:rPr dirty="0"/>
              <a:t> </a:t>
            </a:r>
            <a:r>
              <a:rPr dirty="0" err="1"/>
              <a:t>vor</a:t>
            </a:r>
            <a:r>
              <a:rPr dirty="0"/>
              <a:t> dem </a:t>
            </a:r>
            <a:r>
              <a:rPr dirty="0" err="1"/>
              <a:t>Roboter</a:t>
            </a:r>
            <a:r>
              <a:rPr dirty="0"/>
              <a:t>. Die Basiskamera </a:t>
            </a:r>
            <a:r>
              <a:rPr dirty="0" err="1"/>
              <a:t>steht</a:t>
            </a:r>
            <a:r>
              <a:rPr dirty="0"/>
              <a:t> </a:t>
            </a:r>
            <a:r>
              <a:rPr dirty="0" err="1"/>
              <a:t>mittig</a:t>
            </a:r>
            <a:r>
              <a:rPr dirty="0"/>
              <a:t> </a:t>
            </a:r>
            <a:r>
              <a:rPr dirty="0" err="1"/>
              <a:t>über</a:t>
            </a:r>
            <a:r>
              <a:rPr dirty="0"/>
              <a:t> dem </a:t>
            </a:r>
            <a:r>
              <a:rPr dirty="0" err="1"/>
              <a:t>Bandanfang</a:t>
            </a:r>
            <a:r>
              <a:rPr dirty="0"/>
              <a:t>. Die </a:t>
            </a:r>
            <a:r>
              <a:rPr dirty="0" err="1"/>
              <a:t>Roboterkamera</a:t>
            </a:r>
            <a:r>
              <a:rPr dirty="0"/>
              <a:t> </a:t>
            </a:r>
            <a:r>
              <a:rPr dirty="0" err="1"/>
              <a:t>ist</a:t>
            </a:r>
            <a:r>
              <a:rPr dirty="0"/>
              <a:t> in </a:t>
            </a:r>
            <a:r>
              <a:rPr dirty="0" err="1"/>
              <a:t>dieser</a:t>
            </a:r>
            <a:r>
              <a:rPr dirty="0"/>
              <a:t> </a:t>
            </a:r>
            <a:r>
              <a:rPr dirty="0" err="1"/>
              <a:t>Aufbauzeichnung</a:t>
            </a:r>
            <a:r>
              <a:rPr dirty="0"/>
              <a:t> nicht </a:t>
            </a:r>
            <a:r>
              <a:rPr dirty="0" err="1"/>
              <a:t>eingezeichnet</a:t>
            </a:r>
            <a:r>
              <a:rPr dirty="0"/>
              <a:t>.</a:t>
            </a:r>
          </a:p>
          <a:p>
            <a:endParaRPr dirty="0"/>
          </a:p>
          <a:p>
            <a:r>
              <a:rPr dirty="0"/>
              <a:t>Die Zahlen </a:t>
            </a:r>
            <a:r>
              <a:rPr dirty="0" err="1"/>
              <a:t>entsprechen</a:t>
            </a:r>
            <a:r>
              <a:rPr dirty="0"/>
              <a:t> </a:t>
            </a:r>
            <a:r>
              <a:rPr dirty="0" err="1"/>
              <a:t>Projektbericht</a:t>
            </a:r>
            <a:r>
              <a:rPr dirty="0"/>
              <a:t>/</a:t>
            </a:r>
            <a:r>
              <a:rPr dirty="0" err="1"/>
              <a:t>entwuerfe</a:t>
            </a:r>
            <a:r>
              <a:rPr dirty="0"/>
              <a:t>/berichtstext.md, </a:t>
            </a:r>
            <a:r>
              <a:rPr dirty="0" err="1"/>
              <a:t>Abschnitte</a:t>
            </a:r>
            <a:r>
              <a:rPr dirty="0"/>
              <a:t> 2.1.1 und 2.2.3, </a:t>
            </a:r>
            <a:r>
              <a:rPr dirty="0" err="1"/>
              <a:t>gelesen</a:t>
            </a:r>
            <a:r>
              <a:rPr dirty="0"/>
              <a:t> am 04.10.2026. </a:t>
            </a:r>
            <a:r>
              <a:rPr dirty="0" err="1"/>
              <a:t>Nutzbare</a:t>
            </a:r>
            <a:r>
              <a:rPr dirty="0"/>
              <a:t> </a:t>
            </a:r>
            <a:r>
              <a:rPr dirty="0" err="1"/>
              <a:t>gerade</a:t>
            </a:r>
            <a:r>
              <a:rPr dirty="0"/>
              <a:t> </a:t>
            </a:r>
            <a:r>
              <a:rPr dirty="0" err="1"/>
              <a:t>Strecke</a:t>
            </a:r>
            <a:r>
              <a:rPr dirty="0"/>
              <a:t> </a:t>
            </a:r>
            <a:r>
              <a:rPr dirty="0" err="1"/>
              <a:t>ungefähr</a:t>
            </a:r>
            <a:r>
              <a:rPr dirty="0"/>
              <a:t> 1,50 m, </a:t>
            </a:r>
            <a:r>
              <a:rPr dirty="0" err="1"/>
              <a:t>Bandbreite</a:t>
            </a:r>
            <a:r>
              <a:rPr dirty="0"/>
              <a:t> </a:t>
            </a:r>
            <a:r>
              <a:rPr dirty="0" err="1"/>
              <a:t>ungefähr</a:t>
            </a:r>
            <a:r>
              <a:rPr dirty="0"/>
              <a:t> 0,80 m. Die </a:t>
            </a:r>
            <a:r>
              <a:rPr dirty="0" err="1"/>
              <a:t>hinterlegten</a:t>
            </a:r>
            <a:r>
              <a:rPr dirty="0"/>
              <a:t> </a:t>
            </a:r>
            <a:r>
              <a:rPr dirty="0" err="1"/>
              <a:t>Bandkanten</a:t>
            </a:r>
            <a:r>
              <a:rPr dirty="0"/>
              <a:t> −1,275 m und −0,480 m </a:t>
            </a:r>
            <a:r>
              <a:rPr dirty="0" err="1"/>
              <a:t>ergeben</a:t>
            </a:r>
            <a:r>
              <a:rPr dirty="0"/>
              <a:t> 0,795 m. </a:t>
            </a:r>
            <a:r>
              <a:rPr dirty="0" err="1"/>
              <a:t>Diese</a:t>
            </a:r>
            <a:r>
              <a:rPr dirty="0"/>
              <a:t> </a:t>
            </a:r>
            <a:r>
              <a:rPr dirty="0" err="1"/>
              <a:t>Koordinatendifferenz</a:t>
            </a:r>
            <a:r>
              <a:rPr dirty="0"/>
              <a:t> </a:t>
            </a:r>
            <a:r>
              <a:rPr dirty="0" err="1"/>
              <a:t>bestimmt</a:t>
            </a:r>
            <a:r>
              <a:rPr dirty="0"/>
              <a:t> die </a:t>
            </a:r>
            <a:r>
              <a:rPr dirty="0" err="1"/>
              <a:t>maßstäbliche</a:t>
            </a:r>
            <a:r>
              <a:rPr dirty="0"/>
              <a:t> Breite. Die </a:t>
            </a:r>
            <a:r>
              <a:rPr dirty="0" err="1"/>
              <a:t>maßstäbliche</a:t>
            </a:r>
            <a:r>
              <a:rPr dirty="0"/>
              <a:t> </a:t>
            </a:r>
            <a:r>
              <a:rPr dirty="0" err="1"/>
              <a:t>Länge</a:t>
            </a:r>
            <a:r>
              <a:rPr dirty="0"/>
              <a:t> </a:t>
            </a:r>
            <a:r>
              <a:rPr dirty="0" err="1"/>
              <a:t>verwendet</a:t>
            </a:r>
            <a:r>
              <a:rPr dirty="0"/>
              <a:t> die </a:t>
            </a:r>
            <a:r>
              <a:rPr dirty="0" err="1"/>
              <a:t>berichtete</a:t>
            </a:r>
            <a:r>
              <a:rPr dirty="0"/>
              <a:t> </a:t>
            </a:r>
            <a:r>
              <a:rPr dirty="0" err="1"/>
              <a:t>Näherung</a:t>
            </a:r>
            <a:r>
              <a:rPr dirty="0"/>
              <a:t> 1,500 m. Die Rollen </a:t>
            </a:r>
            <a:r>
              <a:rPr dirty="0" err="1"/>
              <a:t>liegen</a:t>
            </a:r>
            <a:r>
              <a:rPr dirty="0"/>
              <a:t> </a:t>
            </a:r>
            <a:r>
              <a:rPr dirty="0" err="1"/>
              <a:t>außerhalb</a:t>
            </a:r>
            <a:r>
              <a:rPr dirty="0"/>
              <a:t> dieses </a:t>
            </a:r>
            <a:r>
              <a:rPr dirty="0" err="1"/>
              <a:t>geraden</a:t>
            </a:r>
            <a:r>
              <a:rPr dirty="0"/>
              <a:t> </a:t>
            </a:r>
            <a:r>
              <a:rPr dirty="0" err="1"/>
              <a:t>Abschnitts</a:t>
            </a:r>
            <a:r>
              <a:rPr dirty="0"/>
              <a:t>. Kamera-, </a:t>
            </a:r>
            <a:r>
              <a:rPr dirty="0" err="1"/>
              <a:t>Roboter</a:t>
            </a:r>
            <a:r>
              <a:rPr dirty="0"/>
              <a:t>- und </a:t>
            </a:r>
            <a:r>
              <a:rPr dirty="0" err="1"/>
              <a:t>Kistensymbole</a:t>
            </a:r>
            <a:r>
              <a:rPr dirty="0"/>
              <a:t> </a:t>
            </a:r>
            <a:r>
              <a:rPr dirty="0" err="1"/>
              <a:t>haben</a:t>
            </a:r>
            <a:r>
              <a:rPr dirty="0"/>
              <a:t> </a:t>
            </a:r>
            <a:r>
              <a:rPr dirty="0" err="1"/>
              <a:t>keine</a:t>
            </a:r>
            <a:r>
              <a:rPr dirty="0"/>
              <a:t> </a:t>
            </a:r>
            <a:r>
              <a:rPr dirty="0" err="1"/>
              <a:t>vermessenen</a:t>
            </a:r>
            <a:r>
              <a:rPr dirty="0"/>
              <a:t> </a:t>
            </a:r>
            <a:r>
              <a:rPr dirty="0" err="1"/>
              <a:t>Abmessungen</a:t>
            </a:r>
            <a:r>
              <a:rPr dirty="0"/>
              <a:t> und </a:t>
            </a:r>
            <a:r>
              <a:rPr dirty="0" err="1"/>
              <a:t>bleiben</a:t>
            </a:r>
            <a:r>
              <a:rPr dirty="0"/>
              <a:t> </a:t>
            </a:r>
            <a:r>
              <a:rPr dirty="0" err="1"/>
              <a:t>schematisch</a:t>
            </a:r>
            <a:r>
              <a:rPr dirty="0"/>
              <a:t>.</a:t>
            </a:r>
          </a:p>
          <a:p>
            <a:endParaRPr dirty="0"/>
          </a:p>
          <a:p>
            <a:r>
              <a:rPr dirty="0"/>
              <a:t>Die </a:t>
            </a:r>
            <a:r>
              <a:rPr dirty="0" err="1"/>
              <a:t>Greifzone</a:t>
            </a:r>
            <a:r>
              <a:rPr dirty="0"/>
              <a:t> </a:t>
            </a:r>
            <a:r>
              <a:rPr dirty="0" err="1"/>
              <a:t>reicht</a:t>
            </a:r>
            <a:r>
              <a:rPr dirty="0"/>
              <a:t> in world von x = −1,000 bis −0,530 m und y = −0,320 bis +0,445 m. </a:t>
            </a:r>
            <a:r>
              <a:rPr dirty="0" err="1"/>
              <a:t>Daraus</a:t>
            </a:r>
            <a:r>
              <a:rPr dirty="0"/>
              <a:t> </a:t>
            </a:r>
            <a:r>
              <a:rPr dirty="0" err="1"/>
              <a:t>folgen</a:t>
            </a:r>
            <a:r>
              <a:rPr dirty="0"/>
              <a:t> 0,470 m </a:t>
            </a:r>
            <a:r>
              <a:rPr dirty="0" err="1"/>
              <a:t>quer</a:t>
            </a:r>
            <a:r>
              <a:rPr dirty="0"/>
              <a:t> und 0,765 m </a:t>
            </a:r>
            <a:r>
              <a:rPr dirty="0" err="1"/>
              <a:t>längs</a:t>
            </a:r>
            <a:r>
              <a:rPr dirty="0"/>
              <a:t>. Sie </a:t>
            </a:r>
            <a:r>
              <a:rPr dirty="0" err="1"/>
              <a:t>ist</a:t>
            </a:r>
            <a:r>
              <a:rPr dirty="0"/>
              <a:t> nicht der Bild-ROI und nicht der </a:t>
            </a:r>
            <a:r>
              <a:rPr dirty="0" err="1"/>
              <a:t>gesamte</a:t>
            </a:r>
            <a:r>
              <a:rPr dirty="0"/>
              <a:t> </a:t>
            </a:r>
            <a:r>
              <a:rPr dirty="0" err="1"/>
              <a:t>zulässige</a:t>
            </a:r>
            <a:r>
              <a:rPr dirty="0"/>
              <a:t> </a:t>
            </a:r>
            <a:r>
              <a:rPr dirty="0" err="1"/>
              <a:t>Flansch-Arbeitsraum</a:t>
            </a:r>
            <a:r>
              <a:rPr dirty="0"/>
              <a:t>. Der Abstand </a:t>
            </a:r>
            <a:r>
              <a:rPr dirty="0" err="1"/>
              <a:t>Bandanfang</a:t>
            </a:r>
            <a:r>
              <a:rPr dirty="0"/>
              <a:t> bis </a:t>
            </a:r>
            <a:r>
              <a:rPr dirty="0" err="1"/>
              <a:t>Beginn</a:t>
            </a:r>
            <a:r>
              <a:rPr dirty="0"/>
              <a:t> der </a:t>
            </a:r>
            <a:r>
              <a:rPr dirty="0" err="1"/>
              <a:t>Greifzone</a:t>
            </a:r>
            <a:r>
              <a:rPr dirty="0"/>
              <a:t> </a:t>
            </a:r>
            <a:r>
              <a:rPr dirty="0" err="1"/>
              <a:t>beträgt</a:t>
            </a:r>
            <a:r>
              <a:rPr dirty="0"/>
              <a:t> </a:t>
            </a:r>
            <a:r>
              <a:rPr dirty="0" err="1"/>
              <a:t>ungefähr</a:t>
            </a:r>
            <a:r>
              <a:rPr dirty="0"/>
              <a:t> 0,695 m. </a:t>
            </a:r>
            <a:r>
              <a:rPr dirty="0" err="1"/>
              <a:t>Grundlage</a:t>
            </a:r>
            <a:r>
              <a:rPr dirty="0"/>
              <a:t> </a:t>
            </a:r>
            <a:r>
              <a:rPr dirty="0" err="1"/>
              <a:t>ist</a:t>
            </a:r>
            <a:r>
              <a:rPr dirty="0"/>
              <a:t> der </a:t>
            </a:r>
            <a:r>
              <a:rPr dirty="0" err="1"/>
              <a:t>früher</a:t>
            </a:r>
            <a:r>
              <a:rPr dirty="0"/>
              <a:t> </a:t>
            </a:r>
            <a:r>
              <a:rPr dirty="0" err="1"/>
              <a:t>grob</a:t>
            </a:r>
            <a:r>
              <a:rPr dirty="0"/>
              <a:t> </a:t>
            </a:r>
            <a:r>
              <a:rPr dirty="0" err="1"/>
              <a:t>vermessene</a:t>
            </a:r>
            <a:r>
              <a:rPr dirty="0"/>
              <a:t> </a:t>
            </a:r>
            <a:r>
              <a:rPr dirty="0" err="1"/>
              <a:t>Bandanfang</a:t>
            </a:r>
            <a:r>
              <a:rPr dirty="0"/>
              <a:t> </a:t>
            </a:r>
            <a:r>
              <a:rPr dirty="0" err="1"/>
              <a:t>bei</a:t>
            </a:r>
            <a:r>
              <a:rPr dirty="0"/>
              <a:t> world-y = +1,140 m und die </a:t>
            </a:r>
            <a:r>
              <a:rPr dirty="0" err="1"/>
              <a:t>berichtete</a:t>
            </a:r>
            <a:r>
              <a:rPr dirty="0"/>
              <a:t> </a:t>
            </a:r>
            <a:r>
              <a:rPr dirty="0" err="1"/>
              <a:t>Zonenbegrenzung</a:t>
            </a:r>
            <a:r>
              <a:rPr dirty="0"/>
              <a:t> </a:t>
            </a:r>
            <a:r>
              <a:rPr dirty="0" err="1"/>
              <a:t>bei</a:t>
            </a:r>
            <a:r>
              <a:rPr dirty="0"/>
              <a:t> +0,445 m. Dieser Abstand </a:t>
            </a:r>
            <a:r>
              <a:rPr dirty="0" err="1"/>
              <a:t>ist</a:t>
            </a:r>
            <a:r>
              <a:rPr dirty="0"/>
              <a:t> </a:t>
            </a:r>
            <a:r>
              <a:rPr dirty="0" err="1"/>
              <a:t>keine</a:t>
            </a:r>
            <a:r>
              <a:rPr dirty="0"/>
              <a:t> </a:t>
            </a:r>
            <a:r>
              <a:rPr dirty="0" err="1"/>
              <a:t>neue</a:t>
            </a:r>
            <a:r>
              <a:rPr dirty="0"/>
              <a:t> </a:t>
            </a:r>
            <a:r>
              <a:rPr dirty="0" err="1"/>
              <a:t>Messung</a:t>
            </a:r>
            <a:r>
              <a:rPr dirty="0"/>
              <a:t>.</a:t>
            </a:r>
          </a:p>
          <a:p>
            <a:endParaRPr dirty="0"/>
          </a:p>
          <a:p>
            <a:r>
              <a:rPr dirty="0"/>
              <a:t>W </a:t>
            </a:r>
            <a:r>
              <a:rPr dirty="0" err="1"/>
              <a:t>bezeichnet</a:t>
            </a:r>
            <a:r>
              <a:rPr dirty="0"/>
              <a:t> die Warte- und </a:t>
            </a:r>
            <a:r>
              <a:rPr dirty="0" err="1"/>
              <a:t>Beobachtungsposition</a:t>
            </a:r>
            <a:r>
              <a:rPr dirty="0"/>
              <a:t> des </a:t>
            </a:r>
            <a:r>
              <a:rPr dirty="0" err="1"/>
              <a:t>Flansches</a:t>
            </a:r>
            <a:r>
              <a:rPr dirty="0"/>
              <a:t>: x = −0,816 m, y = +0,350 m, z = +0,450 m. </a:t>
            </a:r>
            <a:r>
              <a:rPr dirty="0" err="1"/>
              <a:t>Ohne</a:t>
            </a:r>
            <a:r>
              <a:rPr dirty="0"/>
              <a:t> </a:t>
            </a:r>
            <a:r>
              <a:rPr dirty="0" err="1"/>
              <a:t>ausgewähltes</a:t>
            </a:r>
            <a:r>
              <a:rPr dirty="0"/>
              <a:t> Ziel </a:t>
            </a:r>
            <a:r>
              <a:rPr dirty="0" err="1"/>
              <a:t>wartet</a:t>
            </a:r>
            <a:r>
              <a:rPr dirty="0"/>
              <a:t> der </a:t>
            </a:r>
            <a:r>
              <a:rPr dirty="0" err="1"/>
              <a:t>Roboter</a:t>
            </a:r>
            <a:r>
              <a:rPr dirty="0"/>
              <a:t> </a:t>
            </a:r>
            <a:r>
              <a:rPr dirty="0" err="1"/>
              <a:t>dort</a:t>
            </a:r>
            <a:r>
              <a:rPr dirty="0"/>
              <a:t>. Die </a:t>
            </a:r>
            <a:r>
              <a:rPr dirty="0" err="1"/>
              <a:t>Grundstellung</a:t>
            </a:r>
            <a:r>
              <a:rPr dirty="0"/>
              <a:t> </a:t>
            </a:r>
            <a:r>
              <a:rPr dirty="0" err="1"/>
              <a:t>besitzt</a:t>
            </a:r>
            <a:r>
              <a:rPr dirty="0"/>
              <a:t> </a:t>
            </a:r>
            <a:r>
              <a:rPr dirty="0" err="1"/>
              <a:t>eine</a:t>
            </a:r>
            <a:r>
              <a:rPr dirty="0"/>
              <a:t> Gier von 90°. Die </a:t>
            </a:r>
            <a:r>
              <a:rPr dirty="0" err="1"/>
              <a:t>gezeichnete</a:t>
            </a:r>
            <a:r>
              <a:rPr dirty="0"/>
              <a:t> Position </a:t>
            </a:r>
            <a:r>
              <a:rPr dirty="0" err="1"/>
              <a:t>folgt</a:t>
            </a:r>
            <a:r>
              <a:rPr dirty="0"/>
              <a:t> den </a:t>
            </a:r>
            <a:r>
              <a:rPr dirty="0" err="1"/>
              <a:t>Koordinaten</a:t>
            </a:r>
            <a:r>
              <a:rPr dirty="0"/>
              <a:t>. Sie </a:t>
            </a:r>
            <a:r>
              <a:rPr dirty="0" err="1"/>
              <a:t>ist</a:t>
            </a:r>
            <a:r>
              <a:rPr dirty="0"/>
              <a:t> </a:t>
            </a:r>
            <a:r>
              <a:rPr dirty="0" err="1"/>
              <a:t>trotz</a:t>
            </a:r>
            <a:r>
              <a:rPr dirty="0"/>
              <a:t> der </a:t>
            </a:r>
            <a:r>
              <a:rPr dirty="0" err="1"/>
              <a:t>vereinfachenden</a:t>
            </a:r>
            <a:r>
              <a:rPr dirty="0"/>
              <a:t> </a:t>
            </a:r>
            <a:r>
              <a:rPr dirty="0" err="1"/>
              <a:t>Bezeichnung</a:t>
            </a:r>
            <a:r>
              <a:rPr dirty="0"/>
              <a:t> </a:t>
            </a:r>
            <a:r>
              <a:rPr dirty="0" err="1"/>
              <a:t>Bandmitte</a:t>
            </a:r>
            <a:r>
              <a:rPr dirty="0"/>
              <a:t> </a:t>
            </a:r>
            <a:r>
              <a:rPr dirty="0" err="1"/>
              <a:t>im</a:t>
            </a:r>
            <a:r>
              <a:rPr dirty="0"/>
              <a:t> </a:t>
            </a:r>
            <a:r>
              <a:rPr dirty="0" err="1"/>
              <a:t>Bericht</a:t>
            </a:r>
            <a:r>
              <a:rPr dirty="0"/>
              <a:t> nicht </a:t>
            </a:r>
            <a:r>
              <a:rPr dirty="0" err="1"/>
              <a:t>exakt</a:t>
            </a:r>
            <a:r>
              <a:rPr dirty="0"/>
              <a:t> auf der </a:t>
            </a:r>
            <a:r>
              <a:rPr dirty="0" err="1"/>
              <a:t>geometrischen</a:t>
            </a:r>
            <a:r>
              <a:rPr dirty="0"/>
              <a:t> </a:t>
            </a:r>
            <a:r>
              <a:rPr dirty="0" err="1"/>
              <a:t>Bandmittellinie</a:t>
            </a:r>
            <a:r>
              <a:rPr dirty="0"/>
              <a:t>. A </a:t>
            </a:r>
            <a:r>
              <a:rPr dirty="0" err="1"/>
              <a:t>bezeichnet</a:t>
            </a:r>
            <a:r>
              <a:rPr dirty="0"/>
              <a:t> die </a:t>
            </a:r>
            <a:r>
              <a:rPr dirty="0" err="1"/>
              <a:t>Ablagepose</a:t>
            </a:r>
            <a:r>
              <a:rPr dirty="0"/>
              <a:t> des </a:t>
            </a:r>
            <a:r>
              <a:rPr dirty="0" err="1"/>
              <a:t>Flansches</a:t>
            </a:r>
            <a:r>
              <a:rPr dirty="0"/>
              <a:t> </a:t>
            </a:r>
            <a:r>
              <a:rPr dirty="0" err="1"/>
              <a:t>über</a:t>
            </a:r>
            <a:r>
              <a:rPr dirty="0"/>
              <a:t> der Kiste: x = −0,316 m, y = +0,476 m, z = +0,420 m. W und A </a:t>
            </a:r>
            <a:r>
              <a:rPr dirty="0" err="1"/>
              <a:t>sind</a:t>
            </a:r>
            <a:r>
              <a:rPr dirty="0"/>
              <a:t> </a:t>
            </a:r>
            <a:r>
              <a:rPr dirty="0" err="1"/>
              <a:t>horizontale</a:t>
            </a:r>
            <a:r>
              <a:rPr dirty="0"/>
              <a:t> </a:t>
            </a:r>
            <a:r>
              <a:rPr dirty="0" err="1"/>
              <a:t>Projektionen</a:t>
            </a:r>
            <a:r>
              <a:rPr dirty="0"/>
              <a:t> von </a:t>
            </a:r>
            <a:r>
              <a:rPr dirty="0" err="1"/>
              <a:t>Flanschpositionen</a:t>
            </a:r>
            <a:r>
              <a:rPr dirty="0"/>
              <a:t>, </a:t>
            </a:r>
            <a:r>
              <a:rPr dirty="0" err="1"/>
              <a:t>keine</a:t>
            </a:r>
            <a:r>
              <a:rPr dirty="0"/>
              <a:t> </a:t>
            </a:r>
            <a:r>
              <a:rPr dirty="0" err="1"/>
              <a:t>Punkte</a:t>
            </a:r>
            <a:r>
              <a:rPr dirty="0"/>
              <a:t> auf der </a:t>
            </a:r>
            <a:r>
              <a:rPr dirty="0" err="1"/>
              <a:t>Bandoberfläche</a:t>
            </a:r>
            <a:r>
              <a:rPr dirty="0"/>
              <a:t>.</a:t>
            </a:r>
          </a:p>
          <a:p>
            <a:endParaRPr dirty="0"/>
          </a:p>
          <a:p>
            <a:r>
              <a:rPr dirty="0"/>
              <a:t>Das </a:t>
            </a:r>
            <a:r>
              <a:rPr dirty="0" err="1"/>
              <a:t>historische</a:t>
            </a:r>
            <a:r>
              <a:rPr dirty="0"/>
              <a:t> </a:t>
            </a:r>
            <a:r>
              <a:rPr dirty="0" err="1"/>
              <a:t>conveyor_frame</a:t>
            </a:r>
            <a:r>
              <a:rPr dirty="0"/>
              <a:t> </a:t>
            </a:r>
            <a:r>
              <a:rPr dirty="0" err="1"/>
              <a:t>beginnt</a:t>
            </a:r>
            <a:r>
              <a:rPr dirty="0"/>
              <a:t> </a:t>
            </a:r>
            <a:r>
              <a:rPr dirty="0" err="1"/>
              <a:t>mittig</a:t>
            </a:r>
            <a:r>
              <a:rPr dirty="0"/>
              <a:t> am </a:t>
            </a:r>
            <a:r>
              <a:rPr dirty="0" err="1"/>
              <a:t>Bandanfang</a:t>
            </a:r>
            <a:r>
              <a:rPr dirty="0"/>
              <a:t>. X+ </a:t>
            </a:r>
            <a:r>
              <a:rPr dirty="0" err="1"/>
              <a:t>zeigt</a:t>
            </a:r>
            <a:r>
              <a:rPr dirty="0"/>
              <a:t> in </a:t>
            </a:r>
            <a:r>
              <a:rPr dirty="0" err="1"/>
              <a:t>Laufrichtung</a:t>
            </a:r>
            <a:r>
              <a:rPr dirty="0"/>
              <a:t> </a:t>
            </a:r>
            <a:r>
              <a:rPr dirty="0" err="1"/>
              <a:t>nach</a:t>
            </a:r>
            <a:r>
              <a:rPr dirty="0"/>
              <a:t> </a:t>
            </a:r>
            <a:r>
              <a:rPr dirty="0" err="1"/>
              <a:t>rechts</a:t>
            </a:r>
            <a:r>
              <a:rPr dirty="0"/>
              <a:t>, in der </a:t>
            </a:r>
            <a:r>
              <a:rPr dirty="0" err="1"/>
              <a:t>Zeichnung</a:t>
            </a:r>
            <a:r>
              <a:rPr dirty="0"/>
              <a:t> </a:t>
            </a:r>
            <a:r>
              <a:rPr dirty="0" err="1"/>
              <a:t>nach</a:t>
            </a:r>
            <a:r>
              <a:rPr dirty="0"/>
              <a:t> links. Y+ </a:t>
            </a:r>
            <a:r>
              <a:rPr dirty="0" err="1"/>
              <a:t>zeigt</a:t>
            </a:r>
            <a:r>
              <a:rPr dirty="0"/>
              <a:t> in </a:t>
            </a:r>
            <a:r>
              <a:rPr dirty="0" err="1"/>
              <a:t>Bandrichtung</a:t>
            </a:r>
            <a:r>
              <a:rPr dirty="0"/>
              <a:t>, in der </a:t>
            </a:r>
            <a:r>
              <a:rPr dirty="0" err="1"/>
              <a:t>Zeichnung</a:t>
            </a:r>
            <a:r>
              <a:rPr dirty="0"/>
              <a:t> </a:t>
            </a:r>
            <a:r>
              <a:rPr dirty="0" err="1"/>
              <a:t>nach</a:t>
            </a:r>
            <a:r>
              <a:rPr dirty="0"/>
              <a:t> </a:t>
            </a:r>
            <a:r>
              <a:rPr dirty="0" err="1"/>
              <a:t>unten</a:t>
            </a:r>
            <a:r>
              <a:rPr dirty="0"/>
              <a:t>. world </a:t>
            </a:r>
            <a:r>
              <a:rPr dirty="0" err="1"/>
              <a:t>beginnt</a:t>
            </a:r>
            <a:r>
              <a:rPr dirty="0"/>
              <a:t> an der </a:t>
            </a:r>
            <a:r>
              <a:rPr dirty="0" err="1"/>
              <a:t>Roboterbasis</a:t>
            </a:r>
            <a:r>
              <a:rPr dirty="0"/>
              <a:t>. world-X+ </a:t>
            </a:r>
            <a:r>
              <a:rPr dirty="0" err="1"/>
              <a:t>zeigt</a:t>
            </a:r>
            <a:r>
              <a:rPr dirty="0"/>
              <a:t> </a:t>
            </a:r>
            <a:r>
              <a:rPr dirty="0" err="1"/>
              <a:t>nach</a:t>
            </a:r>
            <a:r>
              <a:rPr dirty="0"/>
              <a:t> </a:t>
            </a:r>
            <a:r>
              <a:rPr dirty="0" err="1"/>
              <a:t>rechts</a:t>
            </a:r>
            <a:r>
              <a:rPr dirty="0"/>
              <a:t> und world-Y+ </a:t>
            </a:r>
            <a:r>
              <a:rPr dirty="0" err="1"/>
              <a:t>entgegen</a:t>
            </a:r>
            <a:r>
              <a:rPr dirty="0"/>
              <a:t> der </a:t>
            </a:r>
            <a:r>
              <a:rPr dirty="0" err="1"/>
              <a:t>Bandrichtung</a:t>
            </a:r>
            <a:r>
              <a:rPr dirty="0"/>
              <a:t> </a:t>
            </a:r>
            <a:r>
              <a:rPr dirty="0" err="1"/>
              <a:t>nach</a:t>
            </a:r>
            <a:r>
              <a:rPr dirty="0"/>
              <a:t> </a:t>
            </a:r>
            <a:r>
              <a:rPr dirty="0" err="1"/>
              <a:t>oben</a:t>
            </a:r>
            <a:r>
              <a:rPr dirty="0"/>
              <a:t>. In der </a:t>
            </a:r>
            <a:r>
              <a:rPr dirty="0" err="1"/>
              <a:t>Anwendung</a:t>
            </a:r>
            <a:r>
              <a:rPr dirty="0"/>
              <a:t> </a:t>
            </a:r>
            <a:r>
              <a:rPr dirty="0" err="1"/>
              <a:t>werden</a:t>
            </a:r>
            <a:r>
              <a:rPr dirty="0"/>
              <a:t> die world-</a:t>
            </a:r>
            <a:r>
              <a:rPr dirty="0" err="1"/>
              <a:t>Koordinaten</a:t>
            </a:r>
            <a:r>
              <a:rPr dirty="0"/>
              <a:t> </a:t>
            </a:r>
            <a:r>
              <a:rPr dirty="0" err="1"/>
              <a:t>verwendet</a:t>
            </a:r>
            <a:r>
              <a:rPr dirty="0"/>
              <a:t>. Z+ </a:t>
            </a:r>
            <a:r>
              <a:rPr dirty="0" err="1"/>
              <a:t>zeigt</a:t>
            </a:r>
            <a:r>
              <a:rPr dirty="0"/>
              <a:t> </a:t>
            </a:r>
            <a:r>
              <a:rPr dirty="0" err="1"/>
              <a:t>nach</a:t>
            </a:r>
            <a:r>
              <a:rPr dirty="0"/>
              <a:t> </a:t>
            </a:r>
            <a:r>
              <a:rPr dirty="0" err="1"/>
              <a:t>oben</a:t>
            </a:r>
            <a:r>
              <a:rPr dirty="0"/>
              <a:t> </a:t>
            </a:r>
            <a:r>
              <a:rPr dirty="0" err="1"/>
              <a:t>aus</a:t>
            </a:r>
            <a:r>
              <a:rPr dirty="0"/>
              <a:t> der </a:t>
            </a:r>
            <a:r>
              <a:rPr dirty="0" err="1"/>
              <a:t>Bandebene</a:t>
            </a:r>
            <a:r>
              <a:rPr dirty="0"/>
              <a:t>. Eine </a:t>
            </a:r>
            <a:r>
              <a:rPr dirty="0" err="1"/>
              <a:t>Gleichsetzung</a:t>
            </a:r>
            <a:r>
              <a:rPr dirty="0"/>
              <a:t> von world </a:t>
            </a:r>
            <a:r>
              <a:rPr dirty="0" err="1"/>
              <a:t>mit</a:t>
            </a:r>
            <a:r>
              <a:rPr dirty="0"/>
              <a:t> dem </a:t>
            </a:r>
            <a:r>
              <a:rPr dirty="0" err="1"/>
              <a:t>technisch</a:t>
            </a:r>
            <a:r>
              <a:rPr dirty="0"/>
              <a:t> um 180° </a:t>
            </a:r>
            <a:r>
              <a:rPr dirty="0" err="1"/>
              <a:t>gedrehten</a:t>
            </a:r>
            <a:r>
              <a:rPr dirty="0"/>
              <a:t> UR-base-Rahmen </a:t>
            </a:r>
            <a:r>
              <a:rPr dirty="0" err="1"/>
              <a:t>ist</a:t>
            </a:r>
            <a:r>
              <a:rPr dirty="0"/>
              <a:t> nicht </a:t>
            </a:r>
            <a:r>
              <a:rPr dirty="0" err="1"/>
              <a:t>beabsichtigt</a:t>
            </a:r>
            <a:r>
              <a:rPr dirty="0"/>
              <a:t>.</a:t>
            </a:r>
          </a:p>
          <a:p>
            <a:endParaRPr dirty="0"/>
          </a:p>
          <a:p>
            <a:r>
              <a:rPr dirty="0" err="1"/>
              <a:t>Quellen</a:t>
            </a:r>
            <a:r>
              <a:rPr dirty="0"/>
              <a:t>: </a:t>
            </a:r>
            <a:r>
              <a:rPr dirty="0" err="1"/>
              <a:t>Projektbericht</a:t>
            </a:r>
            <a:r>
              <a:rPr dirty="0"/>
              <a:t>/</a:t>
            </a:r>
            <a:r>
              <a:rPr dirty="0" err="1"/>
              <a:t>entwuerfe</a:t>
            </a:r>
            <a:r>
              <a:rPr dirty="0"/>
              <a:t>/berichtstext.md, </a:t>
            </a:r>
            <a:r>
              <a:rPr dirty="0" err="1"/>
              <a:t>Abschnitte</a:t>
            </a:r>
            <a:r>
              <a:rPr dirty="0"/>
              <a:t> 2.1.1 und 2.2.3. </a:t>
            </a:r>
            <a:r>
              <a:rPr dirty="0" err="1"/>
              <a:t>Vorherige</a:t>
            </a:r>
            <a:r>
              <a:rPr dirty="0"/>
              <a:t> </a:t>
            </a:r>
            <a:r>
              <a:rPr dirty="0" err="1"/>
              <a:t>Aufbauvermessung</a:t>
            </a:r>
            <a:r>
              <a:rPr dirty="0"/>
              <a:t> und </a:t>
            </a:r>
            <a:r>
              <a:rPr dirty="0" err="1"/>
              <a:t>Nutzervorgaben</a:t>
            </a:r>
            <a:r>
              <a:rPr dirty="0"/>
              <a:t> in Projektbericht/abbildungen/briefing_systemskizzen.md für den </a:t>
            </a:r>
            <a:r>
              <a:rPr dirty="0" err="1"/>
              <a:t>groben</a:t>
            </a:r>
            <a:r>
              <a:rPr dirty="0"/>
              <a:t> </a:t>
            </a:r>
            <a:r>
              <a:rPr dirty="0" err="1"/>
              <a:t>Bandanfang</a:t>
            </a:r>
            <a:r>
              <a:rPr dirty="0"/>
              <a:t>. </a:t>
            </a:r>
            <a:r>
              <a:rPr dirty="0" err="1"/>
              <a:t>Gestaltungsquelle</a:t>
            </a:r>
            <a:r>
              <a:rPr dirty="0"/>
              <a:t>: </a:t>
            </a:r>
            <a:r>
              <a:rPr dirty="0" err="1"/>
              <a:t>Projektbericht</a:t>
            </a:r>
            <a:r>
              <a:rPr dirty="0"/>
              <a:t>/</a:t>
            </a:r>
            <a:r>
              <a:rPr dirty="0" err="1"/>
              <a:t>abbildungen</a:t>
            </a:r>
            <a:r>
              <a:rPr dirty="0"/>
              <a:t>/systemskizzen_layout_v02.pptx, </a:t>
            </a:r>
            <a:r>
              <a:rPr dirty="0" err="1"/>
              <a:t>erste</a:t>
            </a:r>
            <a:r>
              <a:rPr dirty="0"/>
              <a:t> Folie.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Simon</a:t>
            </a:r>
          </a:p>
          <a:p>
            <a:endParaRPr lang="de-DE" dirty="0"/>
          </a:p>
          <a:p>
            <a:r>
              <a:rPr dirty="0"/>
              <a:t>Folie 4: </a:t>
            </a:r>
            <a:r>
              <a:rPr dirty="0" err="1"/>
              <a:t>Kalibrierung</a:t>
            </a:r>
            <a:r>
              <a:rPr dirty="0"/>
              <a:t> </a:t>
            </a:r>
            <a:r>
              <a:rPr dirty="0" err="1"/>
              <a:t>mit</a:t>
            </a:r>
            <a:r>
              <a:rPr dirty="0"/>
              <a:t> der </a:t>
            </a:r>
            <a:r>
              <a:rPr dirty="0" err="1"/>
              <a:t>Roboterkamera</a:t>
            </a:r>
            <a:endParaRPr dirty="0"/>
          </a:p>
          <a:p>
            <a:r>
              <a:rPr dirty="0" err="1"/>
              <a:t>Geplante</a:t>
            </a:r>
            <a:r>
              <a:rPr dirty="0"/>
              <a:t> </a:t>
            </a:r>
            <a:r>
              <a:rPr dirty="0" err="1"/>
              <a:t>Sprechzeit</a:t>
            </a:r>
            <a:r>
              <a:rPr dirty="0"/>
              <a:t>: 1:15 Minuten.</a:t>
            </a:r>
          </a:p>
          <a:p>
            <a:endParaRPr dirty="0"/>
          </a:p>
          <a:p>
            <a:r>
              <a:rPr dirty="0" err="1"/>
              <a:t>Anordnung</a:t>
            </a:r>
            <a:r>
              <a:rPr dirty="0"/>
              <a:t>: Die D435i </a:t>
            </a:r>
            <a:r>
              <a:rPr dirty="0" err="1"/>
              <a:t>bewegt</a:t>
            </a:r>
            <a:r>
              <a:rPr dirty="0"/>
              <a:t> </a:t>
            </a:r>
            <a:r>
              <a:rPr dirty="0" err="1"/>
              <a:t>sich</a:t>
            </a:r>
            <a:r>
              <a:rPr dirty="0"/>
              <a:t> </a:t>
            </a:r>
            <a:r>
              <a:rPr dirty="0" err="1"/>
              <a:t>mit</a:t>
            </a:r>
            <a:r>
              <a:rPr dirty="0"/>
              <a:t> dem </a:t>
            </a:r>
            <a:r>
              <a:rPr dirty="0" err="1"/>
              <a:t>Flansch</a:t>
            </a:r>
            <a:r>
              <a:rPr dirty="0"/>
              <a:t>. Das </a:t>
            </a:r>
            <a:r>
              <a:rPr dirty="0" err="1"/>
              <a:t>ChArUco</a:t>
            </a:r>
            <a:r>
              <a:rPr dirty="0"/>
              <a:t>-Board </a:t>
            </a:r>
            <a:r>
              <a:rPr dirty="0" err="1"/>
              <a:t>bleibt</a:t>
            </a:r>
            <a:r>
              <a:rPr dirty="0"/>
              <a:t> fest am </a:t>
            </a:r>
            <a:r>
              <a:rPr dirty="0" err="1"/>
              <a:t>Bandrand</a:t>
            </a:r>
            <a:r>
              <a:rPr dirty="0"/>
              <a:t>. Das </a:t>
            </a:r>
            <a:r>
              <a:rPr dirty="0" err="1"/>
              <a:t>ist</a:t>
            </a:r>
            <a:r>
              <a:rPr dirty="0"/>
              <a:t> Eye-in-Hand. </a:t>
            </a:r>
            <a:r>
              <a:rPr dirty="0" err="1"/>
              <a:t>Gesucht</a:t>
            </a:r>
            <a:r>
              <a:rPr dirty="0"/>
              <a:t> </a:t>
            </a:r>
            <a:r>
              <a:rPr dirty="0" err="1"/>
              <a:t>ist</a:t>
            </a:r>
            <a:r>
              <a:rPr dirty="0"/>
              <a:t> die </a:t>
            </a:r>
            <a:r>
              <a:rPr dirty="0" err="1"/>
              <a:t>feste</a:t>
            </a:r>
            <a:r>
              <a:rPr dirty="0"/>
              <a:t> Transformation </a:t>
            </a:r>
            <a:r>
              <a:rPr dirty="0" err="1"/>
              <a:t>zwischen</a:t>
            </a:r>
            <a:r>
              <a:rPr dirty="0"/>
              <a:t> Kamera und </a:t>
            </a:r>
            <a:r>
              <a:rPr dirty="0" err="1"/>
              <a:t>Flansch</a:t>
            </a:r>
            <a:r>
              <a:rPr dirty="0"/>
              <a:t>.</a:t>
            </a:r>
          </a:p>
          <a:p>
            <a:r>
              <a:rPr dirty="0"/>
              <a:t>Der </a:t>
            </a:r>
            <a:r>
              <a:rPr dirty="0" err="1"/>
              <a:t>Roboter</a:t>
            </a:r>
            <a:r>
              <a:rPr dirty="0"/>
              <a:t> </a:t>
            </a:r>
            <a:r>
              <a:rPr dirty="0" err="1"/>
              <a:t>fährt</a:t>
            </a:r>
            <a:r>
              <a:rPr dirty="0"/>
              <a:t> </a:t>
            </a:r>
            <a:r>
              <a:rPr dirty="0" err="1"/>
              <a:t>eine</a:t>
            </a:r>
            <a:r>
              <a:rPr dirty="0"/>
              <a:t> Orbit-</a:t>
            </a:r>
            <a:r>
              <a:rPr dirty="0" err="1"/>
              <a:t>Trajektorie</a:t>
            </a:r>
            <a:r>
              <a:rPr dirty="0"/>
              <a:t>: </a:t>
            </a:r>
            <a:r>
              <a:rPr dirty="0" err="1"/>
              <a:t>Startpose</a:t>
            </a:r>
            <a:r>
              <a:rPr dirty="0"/>
              <a:t> </a:t>
            </a:r>
            <a:r>
              <a:rPr dirty="0" err="1"/>
              <a:t>im</a:t>
            </a:r>
            <a:r>
              <a:rPr dirty="0"/>
              <a:t> Zentrum und </a:t>
            </a:r>
            <a:r>
              <a:rPr dirty="0" err="1"/>
              <a:t>acht</a:t>
            </a:r>
            <a:r>
              <a:rPr dirty="0"/>
              <a:t> </a:t>
            </a:r>
            <a:r>
              <a:rPr dirty="0" err="1"/>
              <a:t>Punkte</a:t>
            </a:r>
            <a:r>
              <a:rPr dirty="0"/>
              <a:t> auf </a:t>
            </a:r>
            <a:r>
              <a:rPr dirty="0" err="1"/>
              <a:t>einem</a:t>
            </a:r>
            <a:r>
              <a:rPr dirty="0"/>
              <a:t> </a:t>
            </a:r>
            <a:r>
              <a:rPr dirty="0" err="1"/>
              <a:t>Kreisring</a:t>
            </a:r>
            <a:r>
              <a:rPr dirty="0"/>
              <a:t> </a:t>
            </a:r>
            <a:r>
              <a:rPr dirty="0" err="1"/>
              <a:t>mit</a:t>
            </a:r>
            <a:r>
              <a:rPr dirty="0"/>
              <a:t> Radius 50 mm. Die Kamera </a:t>
            </a:r>
            <a:r>
              <a:rPr dirty="0" err="1"/>
              <a:t>blickt</a:t>
            </a:r>
            <a:r>
              <a:rPr dirty="0"/>
              <a:t> an </a:t>
            </a:r>
            <a:r>
              <a:rPr dirty="0" err="1"/>
              <a:t>jedem</a:t>
            </a:r>
            <a:r>
              <a:rPr dirty="0"/>
              <a:t> </a:t>
            </a:r>
            <a:r>
              <a:rPr dirty="0" err="1"/>
              <a:t>Punkt</a:t>
            </a:r>
            <a:r>
              <a:rPr dirty="0"/>
              <a:t> auf die </a:t>
            </a:r>
            <a:r>
              <a:rPr dirty="0" err="1"/>
              <a:t>Boardmitte</a:t>
            </a:r>
            <a:r>
              <a:rPr dirty="0"/>
              <a:t>. Nach dem </a:t>
            </a:r>
            <a:r>
              <a:rPr dirty="0" err="1"/>
              <a:t>Ausschwingen</a:t>
            </a:r>
            <a:r>
              <a:rPr dirty="0"/>
              <a:t> </a:t>
            </a:r>
            <a:r>
              <a:rPr dirty="0" err="1"/>
              <a:t>werden</a:t>
            </a:r>
            <a:r>
              <a:rPr dirty="0"/>
              <a:t> </a:t>
            </a:r>
            <a:r>
              <a:rPr dirty="0" err="1"/>
              <a:t>mehrere</a:t>
            </a:r>
            <a:r>
              <a:rPr dirty="0"/>
              <a:t> </a:t>
            </a:r>
            <a:r>
              <a:rPr dirty="0" err="1"/>
              <a:t>Detektionen</a:t>
            </a:r>
            <a:r>
              <a:rPr dirty="0"/>
              <a:t> </a:t>
            </a:r>
            <a:r>
              <a:rPr dirty="0" err="1"/>
              <a:t>gemittelt</a:t>
            </a:r>
            <a:r>
              <a:rPr dirty="0"/>
              <a:t>. Aus </a:t>
            </a:r>
            <a:r>
              <a:rPr dirty="0" err="1"/>
              <a:t>Flansch</a:t>
            </a:r>
            <a:r>
              <a:rPr dirty="0"/>
              <a:t>- und </a:t>
            </a:r>
            <a:r>
              <a:rPr dirty="0" err="1"/>
              <a:t>Boardposen</a:t>
            </a:r>
            <a:r>
              <a:rPr dirty="0"/>
              <a:t> </a:t>
            </a:r>
            <a:r>
              <a:rPr dirty="0" err="1"/>
              <a:t>berechnet</a:t>
            </a:r>
            <a:r>
              <a:rPr dirty="0"/>
              <a:t> OpenCV die Transformation. </a:t>
            </a:r>
            <a:r>
              <a:rPr dirty="0" err="1"/>
              <a:t>Daneben</a:t>
            </a:r>
            <a:r>
              <a:rPr dirty="0"/>
              <a:t> </a:t>
            </a:r>
            <a:r>
              <a:rPr dirty="0" err="1"/>
              <a:t>entstehen</a:t>
            </a:r>
            <a:r>
              <a:rPr dirty="0"/>
              <a:t> </a:t>
            </a:r>
            <a:r>
              <a:rPr dirty="0" err="1"/>
              <a:t>weitere</a:t>
            </a:r>
            <a:r>
              <a:rPr dirty="0"/>
              <a:t> </a:t>
            </a:r>
            <a:r>
              <a:rPr dirty="0" err="1"/>
              <a:t>Transformationen</a:t>
            </a:r>
            <a:r>
              <a:rPr dirty="0"/>
              <a:t> </a:t>
            </a:r>
            <a:r>
              <a:rPr dirty="0" err="1"/>
              <a:t>als</a:t>
            </a:r>
            <a:r>
              <a:rPr dirty="0"/>
              <a:t> </a:t>
            </a:r>
            <a:r>
              <a:rPr dirty="0" err="1"/>
              <a:t>Nebenprodukt</a:t>
            </a:r>
            <a:r>
              <a:rPr dirty="0"/>
              <a:t>.</a:t>
            </a:r>
          </a:p>
          <a:p>
            <a:r>
              <a:rPr dirty="0"/>
              <a:t>Eine </a:t>
            </a:r>
            <a:r>
              <a:rPr dirty="0" err="1"/>
              <a:t>Prüffahrt</a:t>
            </a:r>
            <a:r>
              <a:rPr dirty="0"/>
              <a:t> </a:t>
            </a:r>
            <a:r>
              <a:rPr dirty="0" err="1"/>
              <a:t>zentriert</a:t>
            </a:r>
            <a:r>
              <a:rPr dirty="0"/>
              <a:t> das </a:t>
            </a:r>
            <a:r>
              <a:rPr dirty="0" err="1"/>
              <a:t>Fadenkreuz</a:t>
            </a:r>
            <a:r>
              <a:rPr dirty="0"/>
              <a:t> auf dem Board und </a:t>
            </a:r>
            <a:r>
              <a:rPr dirty="0" err="1"/>
              <a:t>fährt</a:t>
            </a:r>
            <a:r>
              <a:rPr dirty="0"/>
              <a:t> 200 mm </a:t>
            </a:r>
            <a:r>
              <a:rPr dirty="0" err="1"/>
              <a:t>entlang</a:t>
            </a:r>
            <a:r>
              <a:rPr dirty="0"/>
              <a:t> der </a:t>
            </a:r>
            <a:r>
              <a:rPr dirty="0" err="1"/>
              <a:t>Bandachse</a:t>
            </a:r>
            <a:r>
              <a:rPr dirty="0"/>
              <a:t> </a:t>
            </a:r>
            <a:r>
              <a:rPr dirty="0" err="1"/>
              <a:t>vor</a:t>
            </a:r>
            <a:r>
              <a:rPr dirty="0"/>
              <a:t> und </a:t>
            </a:r>
            <a:r>
              <a:rPr dirty="0" err="1"/>
              <a:t>zurück</a:t>
            </a:r>
            <a:r>
              <a:rPr dirty="0"/>
              <a:t>. </a:t>
            </a:r>
            <a:r>
              <a:rPr dirty="0" err="1"/>
              <a:t>Im</a:t>
            </a:r>
            <a:r>
              <a:rPr dirty="0"/>
              <a:t> </a:t>
            </a:r>
            <a:r>
              <a:rPr dirty="0" err="1"/>
              <a:t>beschriebenen</a:t>
            </a:r>
            <a:r>
              <a:rPr dirty="0"/>
              <a:t> Lauf lag der RMSE </a:t>
            </a:r>
            <a:r>
              <a:rPr dirty="0" err="1"/>
              <a:t>über</a:t>
            </a:r>
            <a:r>
              <a:rPr dirty="0"/>
              <a:t> die </a:t>
            </a:r>
            <a:r>
              <a:rPr dirty="0" err="1"/>
              <a:t>Wegpunkte</a:t>
            </a:r>
            <a:r>
              <a:rPr dirty="0"/>
              <a:t> </a:t>
            </a:r>
            <a:r>
              <a:rPr dirty="0" err="1"/>
              <a:t>bei</a:t>
            </a:r>
            <a:r>
              <a:rPr dirty="0"/>
              <a:t> </a:t>
            </a:r>
            <a:r>
              <a:rPr dirty="0" err="1"/>
              <a:t>etwa</a:t>
            </a:r>
            <a:r>
              <a:rPr dirty="0"/>
              <a:t> 1,5 bis 2 mm. Das </a:t>
            </a:r>
            <a:r>
              <a:rPr dirty="0" err="1"/>
              <a:t>ist</a:t>
            </a:r>
            <a:r>
              <a:rPr dirty="0"/>
              <a:t> </a:t>
            </a:r>
            <a:r>
              <a:rPr dirty="0" err="1"/>
              <a:t>kein</a:t>
            </a:r>
            <a:r>
              <a:rPr dirty="0"/>
              <a:t> </a:t>
            </a:r>
            <a:r>
              <a:rPr dirty="0" err="1"/>
              <a:t>direkt</a:t>
            </a:r>
            <a:r>
              <a:rPr dirty="0"/>
              <a:t> </a:t>
            </a:r>
            <a:r>
              <a:rPr dirty="0" err="1"/>
              <a:t>vergleichbarer</a:t>
            </a:r>
            <a:r>
              <a:rPr dirty="0"/>
              <a:t> Fehlerwert </a:t>
            </a:r>
            <a:r>
              <a:rPr dirty="0" err="1"/>
              <a:t>zu</a:t>
            </a:r>
            <a:r>
              <a:rPr dirty="0"/>
              <a:t> den </a:t>
            </a:r>
            <a:r>
              <a:rPr dirty="0" err="1"/>
              <a:t>unabhängigen</a:t>
            </a:r>
            <a:r>
              <a:rPr dirty="0"/>
              <a:t> </a:t>
            </a:r>
            <a:r>
              <a:rPr dirty="0" err="1"/>
              <a:t>Prüfposen</a:t>
            </a:r>
            <a:r>
              <a:rPr dirty="0"/>
              <a:t> des </a:t>
            </a:r>
            <a:r>
              <a:rPr dirty="0" err="1"/>
              <a:t>AprilGrid-Verfahrens</a:t>
            </a:r>
            <a:r>
              <a:rPr dirty="0"/>
              <a:t>.</a:t>
            </a:r>
          </a:p>
          <a:p>
            <a:r>
              <a:rPr dirty="0" err="1"/>
              <a:t>Diese</a:t>
            </a:r>
            <a:r>
              <a:rPr dirty="0"/>
              <a:t> </a:t>
            </a:r>
            <a:r>
              <a:rPr dirty="0" err="1"/>
              <a:t>eigenständige</a:t>
            </a:r>
            <a:r>
              <a:rPr dirty="0"/>
              <a:t> Kalibrieranwendung </a:t>
            </a:r>
            <a:r>
              <a:rPr dirty="0" err="1"/>
              <a:t>ist</a:t>
            </a:r>
            <a:r>
              <a:rPr dirty="0"/>
              <a:t> für die </a:t>
            </a:r>
            <a:r>
              <a:rPr dirty="0" err="1"/>
              <a:t>spätere</a:t>
            </a:r>
            <a:r>
              <a:rPr dirty="0"/>
              <a:t> </a:t>
            </a:r>
            <a:r>
              <a:rPr dirty="0" err="1"/>
              <a:t>Roboterkamera-Einbindung</a:t>
            </a:r>
            <a:r>
              <a:rPr dirty="0"/>
              <a:t> </a:t>
            </a:r>
            <a:r>
              <a:rPr dirty="0" err="1"/>
              <a:t>vorhanden</a:t>
            </a:r>
            <a:r>
              <a:rPr dirty="0"/>
              <a:t>. </a:t>
            </a:r>
            <a:r>
              <a:rPr dirty="0" err="1"/>
              <a:t>Im</a:t>
            </a:r>
            <a:r>
              <a:rPr dirty="0"/>
              <a:t> </a:t>
            </a:r>
            <a:r>
              <a:rPr dirty="0" err="1"/>
              <a:t>finalen</a:t>
            </a:r>
            <a:r>
              <a:rPr dirty="0"/>
              <a:t> </a:t>
            </a:r>
            <a:r>
              <a:rPr dirty="0" err="1"/>
              <a:t>Greifbetrieb</a:t>
            </a:r>
            <a:r>
              <a:rPr dirty="0"/>
              <a:t> </a:t>
            </a:r>
            <a:r>
              <a:rPr dirty="0" err="1"/>
              <a:t>ist</a:t>
            </a:r>
            <a:r>
              <a:rPr dirty="0"/>
              <a:t> die </a:t>
            </a:r>
            <a:r>
              <a:rPr dirty="0" err="1"/>
              <a:t>Roboterkamera</a:t>
            </a:r>
            <a:r>
              <a:rPr dirty="0"/>
              <a:t> nicht </a:t>
            </a:r>
            <a:r>
              <a:rPr dirty="0" err="1"/>
              <a:t>aktiv</a:t>
            </a:r>
            <a:r>
              <a:rPr dirty="0"/>
              <a:t>.</a:t>
            </a:r>
          </a:p>
          <a:p>
            <a:r>
              <a:rPr dirty="0"/>
              <a:t>Externe </a:t>
            </a:r>
            <a:r>
              <a:rPr dirty="0" err="1"/>
              <a:t>Grundlagen</a:t>
            </a:r>
            <a:r>
              <a:rPr dirty="0"/>
              <a:t> </a:t>
            </a:r>
            <a:r>
              <a:rPr dirty="0" err="1"/>
              <a:t>aus</a:t>
            </a:r>
            <a:r>
              <a:rPr dirty="0"/>
              <a:t> dem </a:t>
            </a:r>
            <a:r>
              <a:rPr dirty="0" err="1"/>
              <a:t>Bericht</a:t>
            </a:r>
            <a:r>
              <a:rPr dirty="0"/>
              <a:t>: OpenCV Camera Calibration and 3D Reconstruction, https://docs.opencv.org/4.x/d9/d0c/group__calib3d.html; </a:t>
            </a:r>
            <a:r>
              <a:rPr dirty="0" err="1"/>
              <a:t>ChArUco-Erkennung</a:t>
            </a:r>
            <a:r>
              <a:rPr dirty="0"/>
              <a:t>, https://docs.opencv.org/4.12.0/df/d4a/tutorial_charuco_detection.html.</a:t>
            </a:r>
          </a:p>
          <a:p>
            <a:endParaRPr dirty="0"/>
          </a:p>
          <a:p>
            <a:r>
              <a:rPr dirty="0" err="1"/>
              <a:t>Quellen</a:t>
            </a:r>
            <a:r>
              <a:rPr dirty="0"/>
              <a:t>: </a:t>
            </a:r>
            <a:r>
              <a:rPr dirty="0" err="1"/>
              <a:t>Projektbericht</a:t>
            </a:r>
            <a:r>
              <a:rPr dirty="0"/>
              <a:t>/</a:t>
            </a:r>
            <a:r>
              <a:rPr dirty="0" err="1"/>
              <a:t>entwuerfe</a:t>
            </a:r>
            <a:r>
              <a:rPr dirty="0"/>
              <a:t>/berichtstext.md, </a:t>
            </a:r>
            <a:r>
              <a:rPr dirty="0" err="1"/>
              <a:t>Abschnitt</a:t>
            </a:r>
            <a:r>
              <a:rPr dirty="0"/>
              <a:t> 4.3, Stand 02.10.2026. </a:t>
            </a:r>
            <a:r>
              <a:rPr dirty="0" err="1"/>
              <a:t>Abbildung</a:t>
            </a:r>
            <a:r>
              <a:rPr dirty="0"/>
              <a:t>: </a:t>
            </a:r>
            <a:r>
              <a:rPr dirty="0" err="1"/>
              <a:t>Projektbericht</a:t>
            </a:r>
            <a:r>
              <a:rPr dirty="0"/>
              <a:t>/</a:t>
            </a:r>
            <a:r>
              <a:rPr dirty="0" err="1"/>
              <a:t>abbildungen</a:t>
            </a:r>
            <a:r>
              <a:rPr dirty="0"/>
              <a:t>/fig-orbit-trajektorie.jpg, </a:t>
            </a:r>
            <a:r>
              <a:rPr dirty="0" err="1"/>
              <a:t>schematische</a:t>
            </a:r>
            <a:r>
              <a:rPr dirty="0"/>
              <a:t> KI-</a:t>
            </a:r>
            <a:r>
              <a:rPr dirty="0" err="1"/>
              <a:t>generierte</a:t>
            </a:r>
            <a:r>
              <a:rPr dirty="0"/>
              <a:t> </a:t>
            </a:r>
            <a:r>
              <a:rPr dirty="0" err="1"/>
              <a:t>Darstellung</a:t>
            </a:r>
            <a:r>
              <a:rPr dirty="0"/>
              <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Lukas</a:t>
            </a:r>
          </a:p>
          <a:p>
            <a:endParaRPr lang="de-DE" dirty="0"/>
          </a:p>
          <a:p>
            <a:r>
              <a:rPr dirty="0"/>
              <a:t>Folie 5: </a:t>
            </a:r>
            <a:r>
              <a:rPr dirty="0" err="1"/>
              <a:t>Kalibrierung</a:t>
            </a:r>
            <a:r>
              <a:rPr dirty="0"/>
              <a:t> der Basiskamera</a:t>
            </a:r>
          </a:p>
          <a:p>
            <a:r>
              <a:rPr dirty="0" err="1"/>
              <a:t>Geplante</a:t>
            </a:r>
            <a:r>
              <a:rPr dirty="0"/>
              <a:t> </a:t>
            </a:r>
            <a:r>
              <a:rPr dirty="0" err="1"/>
              <a:t>Sprechzeit</a:t>
            </a:r>
            <a:r>
              <a:rPr dirty="0"/>
              <a:t>: 1:30 Minuten.</a:t>
            </a:r>
          </a:p>
          <a:p>
            <a:endParaRPr dirty="0"/>
          </a:p>
          <a:p>
            <a:r>
              <a:rPr dirty="0" err="1"/>
              <a:t>Anordnung</a:t>
            </a:r>
            <a:r>
              <a:rPr dirty="0"/>
              <a:t>: Die L515 </a:t>
            </a:r>
            <a:r>
              <a:rPr dirty="0" err="1"/>
              <a:t>bleibt</a:t>
            </a:r>
            <a:r>
              <a:rPr dirty="0"/>
              <a:t> </a:t>
            </a:r>
            <a:r>
              <a:rPr dirty="0" err="1"/>
              <a:t>ortsfest</a:t>
            </a:r>
            <a:r>
              <a:rPr dirty="0"/>
              <a:t>, der </a:t>
            </a:r>
            <a:r>
              <a:rPr dirty="0" err="1"/>
              <a:t>Greifer</a:t>
            </a:r>
            <a:r>
              <a:rPr dirty="0"/>
              <a:t> </a:t>
            </a:r>
            <a:r>
              <a:rPr dirty="0" err="1"/>
              <a:t>hält</a:t>
            </a:r>
            <a:r>
              <a:rPr dirty="0"/>
              <a:t> das </a:t>
            </a:r>
            <a:r>
              <a:rPr dirty="0" err="1"/>
              <a:t>AprilGrid</a:t>
            </a:r>
            <a:r>
              <a:rPr dirty="0"/>
              <a:t> </a:t>
            </a:r>
            <a:r>
              <a:rPr dirty="0" err="1"/>
              <a:t>aus</a:t>
            </a:r>
            <a:r>
              <a:rPr dirty="0"/>
              <a:t> 7 mal 11 </a:t>
            </a:r>
            <a:r>
              <a:rPr dirty="0" err="1"/>
              <a:t>AprilTags</a:t>
            </a:r>
            <a:r>
              <a:rPr dirty="0"/>
              <a:t> und </a:t>
            </a:r>
            <a:r>
              <a:rPr dirty="0" err="1"/>
              <a:t>bewegt</a:t>
            </a:r>
            <a:r>
              <a:rPr dirty="0"/>
              <a:t> es </a:t>
            </a:r>
            <a:r>
              <a:rPr dirty="0" err="1"/>
              <a:t>durch</a:t>
            </a:r>
            <a:r>
              <a:rPr dirty="0"/>
              <a:t> </a:t>
            </a:r>
            <a:r>
              <a:rPr dirty="0" err="1"/>
              <a:t>verschiedene</a:t>
            </a:r>
            <a:r>
              <a:rPr dirty="0"/>
              <a:t> Posen. </a:t>
            </a:r>
            <a:r>
              <a:rPr dirty="0" err="1"/>
              <a:t>Gesucht</a:t>
            </a:r>
            <a:r>
              <a:rPr dirty="0"/>
              <a:t> </a:t>
            </a:r>
            <a:r>
              <a:rPr dirty="0" err="1"/>
              <a:t>sind</a:t>
            </a:r>
            <a:r>
              <a:rPr dirty="0"/>
              <a:t> </a:t>
            </a:r>
            <a:r>
              <a:rPr dirty="0" err="1"/>
              <a:t>Kameralage</a:t>
            </a:r>
            <a:r>
              <a:rPr dirty="0"/>
              <a:t> in world und </a:t>
            </a:r>
            <a:r>
              <a:rPr dirty="0" err="1"/>
              <a:t>Boardlage</a:t>
            </a:r>
            <a:r>
              <a:rPr dirty="0"/>
              <a:t> am </a:t>
            </a:r>
            <a:r>
              <a:rPr dirty="0" err="1"/>
              <a:t>Flansch</a:t>
            </a:r>
            <a:r>
              <a:rPr dirty="0"/>
              <a:t>. </a:t>
            </a:r>
            <a:r>
              <a:rPr dirty="0" err="1"/>
              <a:t>Beide</a:t>
            </a:r>
            <a:r>
              <a:rPr dirty="0"/>
              <a:t> </a:t>
            </a:r>
            <a:r>
              <a:rPr dirty="0" err="1"/>
              <a:t>werden</a:t>
            </a:r>
            <a:r>
              <a:rPr dirty="0"/>
              <a:t> </a:t>
            </a:r>
            <a:r>
              <a:rPr dirty="0" err="1"/>
              <a:t>gemeinsam</a:t>
            </a:r>
            <a:r>
              <a:rPr dirty="0"/>
              <a:t> </a:t>
            </a:r>
            <a:r>
              <a:rPr dirty="0" err="1"/>
              <a:t>bestimmt</a:t>
            </a:r>
            <a:r>
              <a:rPr dirty="0"/>
              <a:t> und </a:t>
            </a:r>
            <a:r>
              <a:rPr dirty="0" err="1"/>
              <a:t>anschließend</a:t>
            </a:r>
            <a:r>
              <a:rPr dirty="0"/>
              <a:t> </a:t>
            </a:r>
            <a:r>
              <a:rPr dirty="0" err="1"/>
              <a:t>anhand</a:t>
            </a:r>
            <a:r>
              <a:rPr dirty="0"/>
              <a:t> der Tag-Ecken </a:t>
            </a:r>
            <a:r>
              <a:rPr dirty="0" err="1"/>
              <a:t>optimiert</a:t>
            </a:r>
            <a:r>
              <a:rPr dirty="0"/>
              <a:t>.</a:t>
            </a:r>
          </a:p>
          <a:p>
            <a:r>
              <a:rPr dirty="0"/>
              <a:t>Das Board </a:t>
            </a:r>
            <a:r>
              <a:rPr dirty="0" err="1"/>
              <a:t>wird</a:t>
            </a:r>
            <a:r>
              <a:rPr dirty="0"/>
              <a:t> </a:t>
            </a:r>
            <a:r>
              <a:rPr dirty="0" err="1"/>
              <a:t>einmal</a:t>
            </a:r>
            <a:r>
              <a:rPr dirty="0"/>
              <a:t> von Hand </a:t>
            </a:r>
            <a:r>
              <a:rPr dirty="0" err="1"/>
              <a:t>eingelegt</a:t>
            </a:r>
            <a:r>
              <a:rPr dirty="0"/>
              <a:t>. </a:t>
            </a:r>
            <a:r>
              <a:rPr dirty="0" err="1"/>
              <a:t>Danach</a:t>
            </a:r>
            <a:r>
              <a:rPr dirty="0"/>
              <a:t> </a:t>
            </a:r>
            <a:r>
              <a:rPr dirty="0" err="1"/>
              <a:t>fährt</a:t>
            </a:r>
            <a:r>
              <a:rPr dirty="0"/>
              <a:t> der </a:t>
            </a:r>
            <a:r>
              <a:rPr dirty="0" err="1"/>
              <a:t>Roboter</a:t>
            </a:r>
            <a:r>
              <a:rPr dirty="0"/>
              <a:t> 40 </a:t>
            </a:r>
            <a:r>
              <a:rPr dirty="0" err="1"/>
              <a:t>Messposen</a:t>
            </a:r>
            <a:r>
              <a:rPr dirty="0"/>
              <a:t> und vier </a:t>
            </a:r>
            <a:r>
              <a:rPr dirty="0" err="1"/>
              <a:t>unabhängige</a:t>
            </a:r>
            <a:r>
              <a:rPr dirty="0"/>
              <a:t> </a:t>
            </a:r>
            <a:r>
              <a:rPr dirty="0" err="1"/>
              <a:t>Prüfposen</a:t>
            </a:r>
            <a:r>
              <a:rPr dirty="0"/>
              <a:t>. Die </a:t>
            </a:r>
            <a:r>
              <a:rPr dirty="0" err="1"/>
              <a:t>erste</a:t>
            </a:r>
            <a:r>
              <a:rPr dirty="0"/>
              <a:t> Pose </a:t>
            </a:r>
            <a:r>
              <a:rPr dirty="0" err="1"/>
              <a:t>wird</a:t>
            </a:r>
            <a:r>
              <a:rPr dirty="0"/>
              <a:t> </a:t>
            </a:r>
            <a:r>
              <a:rPr dirty="0" err="1"/>
              <a:t>zum</a:t>
            </a:r>
            <a:r>
              <a:rPr dirty="0"/>
              <a:t> </a:t>
            </a:r>
            <a:r>
              <a:rPr dirty="0" err="1"/>
              <a:t>Abschluss</a:t>
            </a:r>
            <a:r>
              <a:rPr dirty="0"/>
              <a:t> </a:t>
            </a:r>
            <a:r>
              <a:rPr dirty="0" err="1"/>
              <a:t>wiederholt</a:t>
            </a:r>
            <a:r>
              <a:rPr dirty="0"/>
              <a:t>, um </a:t>
            </a:r>
            <a:r>
              <a:rPr dirty="0" err="1"/>
              <a:t>Verrutschen</a:t>
            </a:r>
            <a:r>
              <a:rPr dirty="0"/>
              <a:t> des Boards </a:t>
            </a:r>
            <a:r>
              <a:rPr dirty="0" err="1"/>
              <a:t>zu</a:t>
            </a:r>
            <a:r>
              <a:rPr dirty="0"/>
              <a:t> </a:t>
            </a:r>
            <a:r>
              <a:rPr dirty="0" err="1"/>
              <a:t>erkennen</a:t>
            </a:r>
            <a:r>
              <a:rPr dirty="0"/>
              <a:t>. Ein </a:t>
            </a:r>
            <a:r>
              <a:rPr dirty="0" err="1"/>
              <a:t>Messlauf</a:t>
            </a:r>
            <a:r>
              <a:rPr dirty="0"/>
              <a:t> </a:t>
            </a:r>
            <a:r>
              <a:rPr dirty="0" err="1"/>
              <a:t>dauert</a:t>
            </a:r>
            <a:r>
              <a:rPr dirty="0"/>
              <a:t> </a:t>
            </a:r>
            <a:r>
              <a:rPr dirty="0" err="1"/>
              <a:t>rund</a:t>
            </a:r>
            <a:r>
              <a:rPr dirty="0"/>
              <a:t> vier Minuten, </a:t>
            </a:r>
            <a:r>
              <a:rPr dirty="0" err="1"/>
              <a:t>mit</a:t>
            </a:r>
            <a:r>
              <a:rPr dirty="0"/>
              <a:t> </a:t>
            </a:r>
            <a:r>
              <a:rPr dirty="0" err="1"/>
              <a:t>Vorbereitung</a:t>
            </a:r>
            <a:r>
              <a:rPr dirty="0"/>
              <a:t> </a:t>
            </a:r>
            <a:r>
              <a:rPr dirty="0" err="1"/>
              <a:t>etwa</a:t>
            </a:r>
            <a:r>
              <a:rPr dirty="0"/>
              <a:t> </a:t>
            </a:r>
            <a:r>
              <a:rPr dirty="0" err="1"/>
              <a:t>fünf</a:t>
            </a:r>
            <a:r>
              <a:rPr dirty="0"/>
              <a:t>.</a:t>
            </a:r>
          </a:p>
          <a:p>
            <a:r>
              <a:rPr dirty="0"/>
              <a:t>Die </a:t>
            </a:r>
            <a:r>
              <a:rPr dirty="0" err="1"/>
              <a:t>Prüfung</a:t>
            </a:r>
            <a:r>
              <a:rPr dirty="0"/>
              <a:t> am 28.09.2026 </a:t>
            </a:r>
            <a:r>
              <a:rPr dirty="0" err="1"/>
              <a:t>ergab</a:t>
            </a:r>
            <a:r>
              <a:rPr dirty="0"/>
              <a:t> 0,34 </a:t>
            </a:r>
            <a:r>
              <a:rPr dirty="0" err="1"/>
              <a:t>px</a:t>
            </a:r>
            <a:r>
              <a:rPr dirty="0"/>
              <a:t> </a:t>
            </a:r>
            <a:r>
              <a:rPr dirty="0" err="1"/>
              <a:t>mittleren</a:t>
            </a:r>
            <a:r>
              <a:rPr dirty="0"/>
              <a:t> </a:t>
            </a:r>
            <a:r>
              <a:rPr dirty="0" err="1"/>
              <a:t>Bildfehler</a:t>
            </a:r>
            <a:r>
              <a:rPr dirty="0"/>
              <a:t>, 0,54 mm </a:t>
            </a:r>
            <a:r>
              <a:rPr dirty="0" err="1"/>
              <a:t>Prüfposenabweichung</a:t>
            </a:r>
            <a:r>
              <a:rPr dirty="0"/>
              <a:t> und 0,04 mm </a:t>
            </a:r>
            <a:r>
              <a:rPr dirty="0" err="1"/>
              <a:t>Boardverrutschen</a:t>
            </a:r>
            <a:r>
              <a:rPr dirty="0"/>
              <a:t>. </a:t>
            </a:r>
            <a:r>
              <a:rPr dirty="0" err="1"/>
              <a:t>Zwischen</a:t>
            </a:r>
            <a:r>
              <a:rPr dirty="0"/>
              <a:t> </a:t>
            </a:r>
            <a:r>
              <a:rPr dirty="0" err="1"/>
              <a:t>Läufen</a:t>
            </a:r>
            <a:r>
              <a:rPr dirty="0"/>
              <a:t> </a:t>
            </a:r>
            <a:r>
              <a:rPr dirty="0" err="1"/>
              <a:t>über</a:t>
            </a:r>
            <a:r>
              <a:rPr dirty="0"/>
              <a:t> </a:t>
            </a:r>
            <a:r>
              <a:rPr dirty="0" err="1"/>
              <a:t>drei</a:t>
            </a:r>
            <a:r>
              <a:rPr dirty="0"/>
              <a:t> Tage war die </a:t>
            </a:r>
            <a:r>
              <a:rPr dirty="0" err="1"/>
              <a:t>Kameralage</a:t>
            </a:r>
            <a:r>
              <a:rPr dirty="0"/>
              <a:t> </a:t>
            </a:r>
            <a:r>
              <a:rPr dirty="0" err="1"/>
              <a:t>mit</a:t>
            </a:r>
            <a:r>
              <a:rPr dirty="0"/>
              <a:t> </a:t>
            </a:r>
            <a:r>
              <a:rPr dirty="0" err="1"/>
              <a:t>unter</a:t>
            </a:r>
            <a:r>
              <a:rPr dirty="0"/>
              <a:t> 1 mm Abweichung </a:t>
            </a:r>
            <a:r>
              <a:rPr dirty="0" err="1"/>
              <a:t>wiederholbar</a:t>
            </a:r>
            <a:r>
              <a:rPr dirty="0"/>
              <a:t>. </a:t>
            </a:r>
            <a:r>
              <a:rPr dirty="0" err="1"/>
              <a:t>Diese</a:t>
            </a:r>
            <a:r>
              <a:rPr dirty="0"/>
              <a:t> </a:t>
            </a:r>
            <a:r>
              <a:rPr dirty="0" err="1"/>
              <a:t>Größen</a:t>
            </a:r>
            <a:r>
              <a:rPr dirty="0"/>
              <a:t> </a:t>
            </a:r>
            <a:r>
              <a:rPr dirty="0" err="1"/>
              <a:t>sind</a:t>
            </a:r>
            <a:r>
              <a:rPr dirty="0"/>
              <a:t> </a:t>
            </a:r>
            <a:r>
              <a:rPr dirty="0" err="1"/>
              <a:t>keine</a:t>
            </a:r>
            <a:r>
              <a:rPr dirty="0"/>
              <a:t> absolute </a:t>
            </a:r>
            <a:r>
              <a:rPr dirty="0" err="1"/>
              <a:t>Greifgenauigkeit</a:t>
            </a:r>
            <a:r>
              <a:rPr dirty="0"/>
              <a:t>.</a:t>
            </a:r>
          </a:p>
          <a:p>
            <a:r>
              <a:rPr dirty="0"/>
              <a:t>Die Farb-/</a:t>
            </a:r>
            <a:r>
              <a:rPr dirty="0" err="1"/>
              <a:t>Tiefengeometrie</a:t>
            </a:r>
            <a:r>
              <a:rPr dirty="0"/>
              <a:t> der L515 </a:t>
            </a:r>
            <a:r>
              <a:rPr dirty="0" err="1"/>
              <a:t>weicht</a:t>
            </a:r>
            <a:r>
              <a:rPr dirty="0"/>
              <a:t> ab: </a:t>
            </a:r>
            <a:r>
              <a:rPr dirty="0" err="1"/>
              <a:t>Tiefenebene</a:t>
            </a:r>
            <a:r>
              <a:rPr dirty="0"/>
              <a:t> 1,0 bis 1,8 Grad </a:t>
            </a:r>
            <a:r>
              <a:rPr dirty="0" err="1"/>
              <a:t>verkippt</a:t>
            </a:r>
            <a:r>
              <a:rPr dirty="0"/>
              <a:t>, </a:t>
            </a:r>
            <a:r>
              <a:rPr dirty="0" err="1"/>
              <a:t>Tiefe</a:t>
            </a:r>
            <a:r>
              <a:rPr dirty="0"/>
              <a:t> am Klotz 5,5 bis 13,5 mm </a:t>
            </a:r>
            <a:r>
              <a:rPr dirty="0" err="1"/>
              <a:t>zu</a:t>
            </a:r>
            <a:r>
              <a:rPr dirty="0"/>
              <a:t> </a:t>
            </a:r>
            <a:r>
              <a:rPr dirty="0" err="1"/>
              <a:t>tief</a:t>
            </a:r>
            <a:r>
              <a:rPr dirty="0"/>
              <a:t>. </a:t>
            </a:r>
            <a:r>
              <a:rPr dirty="0" err="1"/>
              <a:t>Deshalb</a:t>
            </a:r>
            <a:r>
              <a:rPr dirty="0"/>
              <a:t> </a:t>
            </a:r>
            <a:r>
              <a:rPr dirty="0" err="1"/>
              <a:t>wird</a:t>
            </a:r>
            <a:r>
              <a:rPr dirty="0"/>
              <a:t> die </a:t>
            </a:r>
            <a:r>
              <a:rPr dirty="0" err="1"/>
              <a:t>Kalibrierung</a:t>
            </a:r>
            <a:r>
              <a:rPr dirty="0"/>
              <a:t> für die </a:t>
            </a:r>
            <a:r>
              <a:rPr dirty="0" err="1"/>
              <a:t>tatsächlich</a:t>
            </a:r>
            <a:r>
              <a:rPr dirty="0"/>
              <a:t> </a:t>
            </a:r>
            <a:r>
              <a:rPr dirty="0" err="1"/>
              <a:t>verwendete</a:t>
            </a:r>
            <a:r>
              <a:rPr dirty="0"/>
              <a:t> </a:t>
            </a:r>
            <a:r>
              <a:rPr dirty="0" err="1"/>
              <a:t>Tiefenauswertung</a:t>
            </a:r>
            <a:r>
              <a:rPr dirty="0"/>
              <a:t> </a:t>
            </a:r>
            <a:r>
              <a:rPr dirty="0" err="1"/>
              <a:t>angepasst</a:t>
            </a:r>
            <a:r>
              <a:rPr dirty="0"/>
              <a:t>.</a:t>
            </a:r>
          </a:p>
          <a:p>
            <a:r>
              <a:rPr dirty="0"/>
              <a:t>Das </a:t>
            </a:r>
            <a:r>
              <a:rPr dirty="0" err="1"/>
              <a:t>Verfahren</a:t>
            </a:r>
            <a:r>
              <a:rPr dirty="0"/>
              <a:t> </a:t>
            </a:r>
            <a:r>
              <a:rPr dirty="0" err="1"/>
              <a:t>wird</a:t>
            </a:r>
            <a:r>
              <a:rPr dirty="0"/>
              <a:t> für die Basiskamera </a:t>
            </a:r>
            <a:r>
              <a:rPr dirty="0" err="1"/>
              <a:t>im</a:t>
            </a:r>
            <a:r>
              <a:rPr dirty="0"/>
              <a:t> </a:t>
            </a:r>
            <a:r>
              <a:rPr dirty="0" err="1"/>
              <a:t>Greifbetrieb</a:t>
            </a:r>
            <a:r>
              <a:rPr dirty="0"/>
              <a:t> </a:t>
            </a:r>
            <a:r>
              <a:rPr dirty="0" err="1"/>
              <a:t>verwendet</a:t>
            </a:r>
            <a:r>
              <a:rPr dirty="0"/>
              <a:t>. Ein </a:t>
            </a:r>
            <a:r>
              <a:rPr dirty="0" err="1"/>
              <a:t>protokollierter</a:t>
            </a:r>
            <a:r>
              <a:rPr dirty="0"/>
              <a:t> </a:t>
            </a:r>
            <a:r>
              <a:rPr dirty="0" err="1"/>
              <a:t>Kalibrier-Greiflauf</a:t>
            </a:r>
            <a:r>
              <a:rPr dirty="0"/>
              <a:t> </a:t>
            </a:r>
            <a:r>
              <a:rPr dirty="0" err="1"/>
              <a:t>mit</a:t>
            </a:r>
            <a:r>
              <a:rPr dirty="0"/>
              <a:t> </a:t>
            </a:r>
            <a:r>
              <a:rPr dirty="0" err="1"/>
              <a:t>sieben</a:t>
            </a:r>
            <a:r>
              <a:rPr dirty="0"/>
              <a:t> </a:t>
            </a:r>
            <a:r>
              <a:rPr dirty="0" err="1"/>
              <a:t>Klötzen</a:t>
            </a:r>
            <a:r>
              <a:rPr dirty="0"/>
              <a:t> </a:t>
            </a:r>
            <a:r>
              <a:rPr dirty="0" err="1"/>
              <a:t>wurde</a:t>
            </a:r>
            <a:r>
              <a:rPr dirty="0"/>
              <a:t> </a:t>
            </a:r>
            <a:r>
              <a:rPr dirty="0" err="1"/>
              <a:t>vollständig</a:t>
            </a:r>
            <a:r>
              <a:rPr dirty="0"/>
              <a:t> </a:t>
            </a:r>
            <a:r>
              <a:rPr dirty="0" err="1"/>
              <a:t>abgelegt</a:t>
            </a:r>
            <a:r>
              <a:rPr dirty="0"/>
              <a:t>. </a:t>
            </a:r>
            <a:r>
              <a:rPr dirty="0" err="1"/>
              <a:t>Kalibrierung</a:t>
            </a:r>
            <a:r>
              <a:rPr dirty="0"/>
              <a:t> </a:t>
            </a:r>
            <a:r>
              <a:rPr dirty="0" err="1"/>
              <a:t>liefert</a:t>
            </a:r>
            <a:r>
              <a:rPr dirty="0"/>
              <a:t> </a:t>
            </a:r>
            <a:r>
              <a:rPr dirty="0" err="1"/>
              <a:t>räumliche</a:t>
            </a:r>
            <a:r>
              <a:rPr dirty="0"/>
              <a:t> </a:t>
            </a:r>
            <a:r>
              <a:rPr dirty="0" err="1"/>
              <a:t>Zuordnung</a:t>
            </a:r>
            <a:r>
              <a:rPr dirty="0"/>
              <a:t>, nicht </a:t>
            </a:r>
            <a:r>
              <a:rPr dirty="0" err="1"/>
              <a:t>Geschwindigkeit</a:t>
            </a:r>
            <a:r>
              <a:rPr dirty="0"/>
              <a:t> </a:t>
            </a:r>
            <a:r>
              <a:rPr dirty="0" err="1"/>
              <a:t>oder</a:t>
            </a:r>
            <a:r>
              <a:rPr dirty="0"/>
              <a:t> </a:t>
            </a:r>
            <a:r>
              <a:rPr dirty="0" err="1"/>
              <a:t>Richtung</a:t>
            </a:r>
            <a:r>
              <a:rPr dirty="0"/>
              <a:t> der </a:t>
            </a:r>
            <a:r>
              <a:rPr dirty="0" err="1"/>
              <a:t>Bandbewegung</a:t>
            </a:r>
            <a:r>
              <a:rPr dirty="0"/>
              <a:t>.</a:t>
            </a:r>
          </a:p>
          <a:p>
            <a:r>
              <a:rPr dirty="0" err="1"/>
              <a:t>Grundlagen</a:t>
            </a:r>
            <a:r>
              <a:rPr dirty="0"/>
              <a:t>: Kalibr calibration targets, https://github.com/ethz-asl/kalibr/wiki/calibration-targets; OpenCV Camera Calibration and 3D Reconstruction, https://docs.opencv.org/4.x/d9/d0c/group__calib3d.html.</a:t>
            </a:r>
          </a:p>
          <a:p>
            <a:endParaRPr dirty="0"/>
          </a:p>
          <a:p>
            <a:r>
              <a:rPr dirty="0" err="1"/>
              <a:t>Quellen</a:t>
            </a:r>
            <a:r>
              <a:rPr dirty="0"/>
              <a:t>: </a:t>
            </a:r>
            <a:r>
              <a:rPr dirty="0" err="1"/>
              <a:t>Projektbericht</a:t>
            </a:r>
            <a:r>
              <a:rPr dirty="0"/>
              <a:t>/</a:t>
            </a:r>
            <a:r>
              <a:rPr dirty="0" err="1"/>
              <a:t>entwuerfe</a:t>
            </a:r>
            <a:r>
              <a:rPr dirty="0"/>
              <a:t>/berichtstext.md, </a:t>
            </a:r>
            <a:r>
              <a:rPr dirty="0" err="1"/>
              <a:t>Abschnitte</a:t>
            </a:r>
            <a:r>
              <a:rPr dirty="0"/>
              <a:t> 4.2 und 4.4, Stand 02.10.2026. </a:t>
            </a:r>
            <a:r>
              <a:rPr dirty="0" err="1"/>
              <a:t>Abbildung</a:t>
            </a:r>
            <a:r>
              <a:rPr dirty="0"/>
              <a:t>: </a:t>
            </a:r>
            <a:r>
              <a:rPr dirty="0" err="1"/>
              <a:t>Projektbericht</a:t>
            </a:r>
            <a:r>
              <a:rPr dirty="0"/>
              <a:t>/</a:t>
            </a:r>
            <a:r>
              <a:rPr dirty="0" err="1"/>
              <a:t>abbildungen</a:t>
            </a:r>
            <a:r>
              <a:rPr dirty="0"/>
              <a:t>/fig-kalibrierung-board-greifer.png.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Tobi</a:t>
            </a:r>
          </a:p>
          <a:p>
            <a:endParaRPr lang="de-DE" dirty="0"/>
          </a:p>
          <a:p>
            <a:r>
              <a:rPr dirty="0"/>
              <a:t>Folie 7: </a:t>
            </a:r>
            <a:r>
              <a:rPr dirty="0" err="1"/>
              <a:t>Erkennung</a:t>
            </a:r>
            <a:r>
              <a:rPr dirty="0"/>
              <a:t> und </a:t>
            </a:r>
            <a:r>
              <a:rPr dirty="0" err="1"/>
              <a:t>Objektbeschreibung</a:t>
            </a:r>
            <a:endParaRPr dirty="0"/>
          </a:p>
          <a:p>
            <a:r>
              <a:rPr dirty="0" err="1"/>
              <a:t>Geplante</a:t>
            </a:r>
            <a:r>
              <a:rPr dirty="0"/>
              <a:t> </a:t>
            </a:r>
            <a:r>
              <a:rPr dirty="0" err="1"/>
              <a:t>Sprechzeit</a:t>
            </a:r>
            <a:r>
              <a:rPr dirty="0"/>
              <a:t>: 1:00 Minuten.</a:t>
            </a:r>
          </a:p>
          <a:p>
            <a:endParaRPr dirty="0"/>
          </a:p>
          <a:p>
            <a:r>
              <a:rPr dirty="0"/>
              <a:t>Die Basiskamera </a:t>
            </a:r>
            <a:r>
              <a:rPr dirty="0" err="1"/>
              <a:t>wertet</a:t>
            </a:r>
            <a:r>
              <a:rPr dirty="0"/>
              <a:t> Farb- und </a:t>
            </a:r>
            <a:r>
              <a:rPr dirty="0" err="1"/>
              <a:t>Tiefenbilder</a:t>
            </a:r>
            <a:r>
              <a:rPr dirty="0"/>
              <a:t> </a:t>
            </a:r>
            <a:r>
              <a:rPr dirty="0" err="1"/>
              <a:t>aus.</a:t>
            </a:r>
            <a:r>
              <a:rPr dirty="0"/>
              <a:t> </a:t>
            </a:r>
            <a:r>
              <a:rPr dirty="0" err="1"/>
              <a:t>Im</a:t>
            </a:r>
            <a:r>
              <a:rPr dirty="0"/>
              <a:t> </a:t>
            </a:r>
            <a:r>
              <a:rPr dirty="0" err="1"/>
              <a:t>Tiefenbild</a:t>
            </a:r>
            <a:r>
              <a:rPr dirty="0"/>
              <a:t> </a:t>
            </a:r>
            <a:r>
              <a:rPr dirty="0" err="1"/>
              <a:t>werden</a:t>
            </a:r>
            <a:r>
              <a:rPr dirty="0"/>
              <a:t> </a:t>
            </a:r>
            <a:r>
              <a:rPr dirty="0" err="1"/>
              <a:t>innerhalb</a:t>
            </a:r>
            <a:r>
              <a:rPr dirty="0"/>
              <a:t> des ROI </a:t>
            </a:r>
            <a:r>
              <a:rPr dirty="0" err="1"/>
              <a:t>Punkte</a:t>
            </a:r>
            <a:r>
              <a:rPr dirty="0"/>
              <a:t> </a:t>
            </a:r>
            <a:r>
              <a:rPr dirty="0" err="1"/>
              <a:t>oberhalb</a:t>
            </a:r>
            <a:r>
              <a:rPr dirty="0"/>
              <a:t> der </a:t>
            </a:r>
            <a:r>
              <a:rPr dirty="0" err="1"/>
              <a:t>Bandebene</a:t>
            </a:r>
            <a:r>
              <a:rPr dirty="0"/>
              <a:t> </a:t>
            </a:r>
            <a:r>
              <a:rPr dirty="0" err="1"/>
              <a:t>als</a:t>
            </a:r>
            <a:r>
              <a:rPr dirty="0"/>
              <a:t> </a:t>
            </a:r>
            <a:r>
              <a:rPr dirty="0" err="1"/>
              <a:t>Kandidaten</a:t>
            </a:r>
            <a:r>
              <a:rPr dirty="0"/>
              <a:t> </a:t>
            </a:r>
            <a:r>
              <a:rPr dirty="0" err="1"/>
              <a:t>betrachtet</a:t>
            </a:r>
            <a:r>
              <a:rPr dirty="0"/>
              <a:t>. Ein </a:t>
            </a:r>
            <a:r>
              <a:rPr dirty="0" err="1"/>
              <a:t>umschließendes</a:t>
            </a:r>
            <a:r>
              <a:rPr dirty="0"/>
              <a:t> </a:t>
            </a:r>
            <a:r>
              <a:rPr dirty="0" err="1"/>
              <a:t>Rechteck</a:t>
            </a:r>
            <a:r>
              <a:rPr dirty="0"/>
              <a:t> </a:t>
            </a:r>
            <a:r>
              <a:rPr dirty="0" err="1"/>
              <a:t>liefert</a:t>
            </a:r>
            <a:r>
              <a:rPr dirty="0"/>
              <a:t> </a:t>
            </a:r>
            <a:r>
              <a:rPr dirty="0" err="1"/>
              <a:t>Mittelpunkt</a:t>
            </a:r>
            <a:r>
              <a:rPr dirty="0"/>
              <a:t>, </a:t>
            </a:r>
            <a:r>
              <a:rPr dirty="0" err="1"/>
              <a:t>Länge</a:t>
            </a:r>
            <a:r>
              <a:rPr dirty="0"/>
              <a:t>, Breite und Winkel. </a:t>
            </a:r>
            <a:r>
              <a:rPr dirty="0" err="1"/>
              <a:t>Medianwerte</a:t>
            </a:r>
            <a:r>
              <a:rPr dirty="0"/>
              <a:t> </a:t>
            </a:r>
            <a:r>
              <a:rPr dirty="0" err="1"/>
              <a:t>reduzieren</a:t>
            </a:r>
            <a:r>
              <a:rPr dirty="0"/>
              <a:t> den </a:t>
            </a:r>
            <a:r>
              <a:rPr dirty="0" err="1"/>
              <a:t>Einfluss</a:t>
            </a:r>
            <a:r>
              <a:rPr dirty="0"/>
              <a:t> von </a:t>
            </a:r>
            <a:r>
              <a:rPr dirty="0" err="1"/>
              <a:t>Randpixeln</a:t>
            </a:r>
            <a:r>
              <a:rPr dirty="0"/>
              <a:t>. Die </a:t>
            </a:r>
            <a:r>
              <a:rPr dirty="0" err="1"/>
              <a:t>Farbe</a:t>
            </a:r>
            <a:r>
              <a:rPr dirty="0"/>
              <a:t> </a:t>
            </a:r>
            <a:r>
              <a:rPr dirty="0" err="1"/>
              <a:t>kommt</a:t>
            </a:r>
            <a:r>
              <a:rPr dirty="0"/>
              <a:t> </a:t>
            </a:r>
            <a:r>
              <a:rPr dirty="0" err="1"/>
              <a:t>aus</a:t>
            </a:r>
            <a:r>
              <a:rPr dirty="0"/>
              <a:t> dem </a:t>
            </a:r>
            <a:r>
              <a:rPr dirty="0" err="1"/>
              <a:t>Farbbild</a:t>
            </a:r>
            <a:r>
              <a:rPr dirty="0"/>
              <a:t>.</a:t>
            </a:r>
          </a:p>
          <a:p>
            <a:r>
              <a:rPr dirty="0" err="1"/>
              <a:t>Jedes</a:t>
            </a:r>
            <a:r>
              <a:rPr dirty="0"/>
              <a:t> </a:t>
            </a:r>
            <a:r>
              <a:rPr dirty="0" err="1"/>
              <a:t>Objekt</a:t>
            </a:r>
            <a:r>
              <a:rPr dirty="0"/>
              <a:t> </a:t>
            </a:r>
            <a:r>
              <a:rPr dirty="0" err="1"/>
              <a:t>erhält</a:t>
            </a:r>
            <a:r>
              <a:rPr dirty="0"/>
              <a:t> </a:t>
            </a:r>
            <a:r>
              <a:rPr dirty="0" err="1"/>
              <a:t>eine</a:t>
            </a:r>
            <a:r>
              <a:rPr dirty="0"/>
              <a:t> </a:t>
            </a:r>
            <a:r>
              <a:rPr dirty="0" err="1"/>
              <a:t>dauerhafte</a:t>
            </a:r>
            <a:r>
              <a:rPr dirty="0"/>
              <a:t> ID. </a:t>
            </a:r>
            <a:r>
              <a:rPr dirty="0" err="1"/>
              <a:t>Aufeinanderfolgende</a:t>
            </a:r>
            <a:r>
              <a:rPr dirty="0"/>
              <a:t> Bilder </a:t>
            </a:r>
            <a:r>
              <a:rPr dirty="0" err="1"/>
              <a:t>werden</a:t>
            </a:r>
            <a:r>
              <a:rPr dirty="0"/>
              <a:t> </a:t>
            </a:r>
            <a:r>
              <a:rPr dirty="0" err="1"/>
              <a:t>dadurch</a:t>
            </a:r>
            <a:r>
              <a:rPr dirty="0"/>
              <a:t> </a:t>
            </a:r>
            <a:r>
              <a:rPr dirty="0" err="1"/>
              <a:t>demselben</a:t>
            </a:r>
            <a:r>
              <a:rPr dirty="0"/>
              <a:t> Klotz </a:t>
            </a:r>
            <a:r>
              <a:rPr dirty="0" err="1"/>
              <a:t>zugeordnet</a:t>
            </a:r>
            <a:r>
              <a:rPr dirty="0"/>
              <a:t>. Die </a:t>
            </a:r>
            <a:r>
              <a:rPr dirty="0" err="1"/>
              <a:t>gezeigten</a:t>
            </a:r>
            <a:r>
              <a:rPr dirty="0"/>
              <a:t> </a:t>
            </a:r>
            <a:r>
              <a:rPr dirty="0" err="1"/>
              <a:t>Klötze</a:t>
            </a:r>
            <a:r>
              <a:rPr dirty="0"/>
              <a:t> </a:t>
            </a:r>
            <a:r>
              <a:rPr dirty="0" err="1"/>
              <a:t>tragen</a:t>
            </a:r>
            <a:r>
              <a:rPr dirty="0"/>
              <a:t> IDs 10 und 11 und </a:t>
            </a:r>
            <a:r>
              <a:rPr dirty="0" err="1"/>
              <a:t>ihre</a:t>
            </a:r>
            <a:r>
              <a:rPr dirty="0"/>
              <a:t> Farben. </a:t>
            </a:r>
            <a:r>
              <a:rPr dirty="0" err="1"/>
              <a:t>Positionen</a:t>
            </a:r>
            <a:r>
              <a:rPr dirty="0"/>
              <a:t> </a:t>
            </a:r>
            <a:r>
              <a:rPr dirty="0" err="1"/>
              <a:t>werden</a:t>
            </a:r>
            <a:r>
              <a:rPr dirty="0"/>
              <a:t> </a:t>
            </a:r>
            <a:r>
              <a:rPr dirty="0" err="1"/>
              <a:t>mit</a:t>
            </a:r>
            <a:r>
              <a:rPr dirty="0"/>
              <a:t> der </a:t>
            </a:r>
            <a:r>
              <a:rPr dirty="0" err="1"/>
              <a:t>Kalibrierung</a:t>
            </a:r>
            <a:r>
              <a:rPr dirty="0"/>
              <a:t> in world </a:t>
            </a:r>
            <a:r>
              <a:rPr dirty="0" err="1"/>
              <a:t>umgerechnet</a:t>
            </a:r>
            <a:r>
              <a:rPr dirty="0"/>
              <a:t>.</a:t>
            </a:r>
          </a:p>
          <a:p>
            <a:r>
              <a:rPr dirty="0"/>
              <a:t>Die Lage </a:t>
            </a:r>
            <a:r>
              <a:rPr dirty="0" err="1"/>
              <a:t>streut</a:t>
            </a:r>
            <a:r>
              <a:rPr dirty="0"/>
              <a:t> </a:t>
            </a:r>
            <a:r>
              <a:rPr dirty="0" err="1"/>
              <a:t>wenig</a:t>
            </a:r>
            <a:r>
              <a:rPr dirty="0"/>
              <a:t>, die </a:t>
            </a:r>
            <a:r>
              <a:rPr dirty="0" err="1"/>
              <a:t>gemessenen</a:t>
            </a:r>
            <a:r>
              <a:rPr dirty="0"/>
              <a:t> </a:t>
            </a:r>
            <a:r>
              <a:rPr dirty="0" err="1"/>
              <a:t>Abmessungen</a:t>
            </a:r>
            <a:r>
              <a:rPr dirty="0"/>
              <a:t> </a:t>
            </a:r>
            <a:r>
              <a:rPr dirty="0" err="1"/>
              <a:t>stärker</a:t>
            </a:r>
            <a:r>
              <a:rPr dirty="0"/>
              <a:t>. </a:t>
            </a:r>
            <a:r>
              <a:rPr dirty="0" err="1"/>
              <a:t>Reflexionen</a:t>
            </a:r>
            <a:r>
              <a:rPr dirty="0"/>
              <a:t> und </a:t>
            </a:r>
            <a:r>
              <a:rPr dirty="0" err="1"/>
              <a:t>unvollständige</a:t>
            </a:r>
            <a:r>
              <a:rPr dirty="0"/>
              <a:t> </a:t>
            </a:r>
            <a:r>
              <a:rPr dirty="0" err="1"/>
              <a:t>Tiefenwerte</a:t>
            </a:r>
            <a:r>
              <a:rPr dirty="0"/>
              <a:t> </a:t>
            </a:r>
            <a:r>
              <a:rPr dirty="0" err="1"/>
              <a:t>begrenzen</a:t>
            </a:r>
            <a:r>
              <a:rPr dirty="0"/>
              <a:t> die </a:t>
            </a:r>
            <a:r>
              <a:rPr dirty="0" err="1"/>
              <a:t>Erkennung</a:t>
            </a:r>
            <a:r>
              <a:rPr dirty="0"/>
              <a:t>. Die </a:t>
            </a:r>
            <a:r>
              <a:rPr dirty="0" err="1"/>
              <a:t>nächste</a:t>
            </a:r>
            <a:r>
              <a:rPr dirty="0"/>
              <a:t> </a:t>
            </a:r>
            <a:r>
              <a:rPr dirty="0" err="1"/>
              <a:t>Stufe</a:t>
            </a:r>
            <a:r>
              <a:rPr dirty="0"/>
              <a:t> </a:t>
            </a:r>
            <a:r>
              <a:rPr dirty="0" err="1"/>
              <a:t>glättet</a:t>
            </a:r>
            <a:r>
              <a:rPr dirty="0"/>
              <a:t> </a:t>
            </a:r>
            <a:r>
              <a:rPr dirty="0" err="1"/>
              <a:t>deshalb</a:t>
            </a:r>
            <a:r>
              <a:rPr dirty="0"/>
              <a:t> </a:t>
            </a:r>
            <a:r>
              <a:rPr dirty="0" err="1"/>
              <a:t>zeitlich</a:t>
            </a:r>
            <a:r>
              <a:rPr dirty="0"/>
              <a:t>. </a:t>
            </a:r>
            <a:r>
              <a:rPr dirty="0" err="1"/>
              <a:t>Farbe</a:t>
            </a:r>
            <a:r>
              <a:rPr dirty="0"/>
              <a:t> </a:t>
            </a:r>
            <a:r>
              <a:rPr dirty="0" err="1"/>
              <a:t>beschreibt</a:t>
            </a:r>
            <a:r>
              <a:rPr dirty="0"/>
              <a:t> den Klotz, </a:t>
            </a:r>
            <a:r>
              <a:rPr dirty="0" err="1"/>
              <a:t>ist</a:t>
            </a:r>
            <a:r>
              <a:rPr dirty="0"/>
              <a:t> </a:t>
            </a:r>
            <a:r>
              <a:rPr dirty="0" err="1"/>
              <a:t>aber</a:t>
            </a:r>
            <a:r>
              <a:rPr dirty="0"/>
              <a:t> </a:t>
            </a:r>
            <a:r>
              <a:rPr dirty="0" err="1"/>
              <a:t>kein</a:t>
            </a:r>
            <a:r>
              <a:rPr dirty="0"/>
              <a:t> </a:t>
            </a:r>
            <a:r>
              <a:rPr dirty="0" err="1"/>
              <a:t>Sortierkriterium</a:t>
            </a:r>
            <a:r>
              <a:rPr dirty="0"/>
              <a:t> für </a:t>
            </a:r>
            <a:r>
              <a:rPr dirty="0" err="1"/>
              <a:t>unterschiedliche</a:t>
            </a:r>
            <a:r>
              <a:rPr dirty="0"/>
              <a:t> </a:t>
            </a:r>
            <a:r>
              <a:rPr dirty="0" err="1"/>
              <a:t>Ablagekisten</a:t>
            </a:r>
            <a:r>
              <a:rPr dirty="0"/>
              <a:t>.</a:t>
            </a:r>
          </a:p>
          <a:p>
            <a:endParaRPr dirty="0"/>
          </a:p>
          <a:p>
            <a:r>
              <a:rPr dirty="0" err="1"/>
              <a:t>Quellen</a:t>
            </a:r>
            <a:r>
              <a:rPr dirty="0"/>
              <a:t>: </a:t>
            </a:r>
            <a:r>
              <a:rPr dirty="0" err="1"/>
              <a:t>Projektbericht</a:t>
            </a:r>
            <a:r>
              <a:rPr dirty="0"/>
              <a:t>/</a:t>
            </a:r>
            <a:r>
              <a:rPr dirty="0" err="1"/>
              <a:t>entwuerfe</a:t>
            </a:r>
            <a:r>
              <a:rPr dirty="0"/>
              <a:t>/berichtstext.md, </a:t>
            </a:r>
            <a:r>
              <a:rPr dirty="0" err="1"/>
              <a:t>Abschnitte</a:t>
            </a:r>
            <a:r>
              <a:rPr dirty="0"/>
              <a:t> 3.2.1 und 3.7, Stand 02.10.2026. </a:t>
            </a:r>
            <a:r>
              <a:rPr dirty="0" err="1"/>
              <a:t>Abbildung</a:t>
            </a:r>
            <a:r>
              <a:rPr dirty="0"/>
              <a:t>: </a:t>
            </a:r>
            <a:r>
              <a:rPr dirty="0" err="1"/>
              <a:t>Projektbericht</a:t>
            </a:r>
            <a:r>
              <a:rPr dirty="0"/>
              <a:t>/</a:t>
            </a:r>
            <a:r>
              <a:rPr dirty="0" err="1"/>
              <a:t>abbildungen</a:t>
            </a:r>
            <a:r>
              <a:rPr dirty="0"/>
              <a:t>/fig-basecam-erkennung-roi.png.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Tobi</a:t>
            </a:r>
          </a:p>
          <a:p>
            <a:endParaRPr lang="de-DE" dirty="0"/>
          </a:p>
          <a:p>
            <a:r>
              <a:rPr dirty="0"/>
              <a:t>Folie 8: </a:t>
            </a:r>
            <a:r>
              <a:rPr dirty="0" err="1"/>
              <a:t>Bewegungsschätzung</a:t>
            </a:r>
            <a:r>
              <a:rPr dirty="0"/>
              <a:t> und </a:t>
            </a:r>
            <a:r>
              <a:rPr dirty="0" err="1"/>
              <a:t>Vorhersage</a:t>
            </a:r>
            <a:endParaRPr dirty="0"/>
          </a:p>
          <a:p>
            <a:r>
              <a:rPr dirty="0" err="1"/>
              <a:t>Sprechzeit</a:t>
            </a:r>
            <a:r>
              <a:rPr dirty="0"/>
              <a:t>: </a:t>
            </a:r>
            <a:r>
              <a:rPr dirty="0" err="1"/>
              <a:t>etwa</a:t>
            </a:r>
            <a:r>
              <a:rPr dirty="0"/>
              <a:t> 75 </a:t>
            </a:r>
            <a:r>
              <a:rPr dirty="0" err="1"/>
              <a:t>Sekunden</a:t>
            </a:r>
            <a:r>
              <a:rPr dirty="0"/>
              <a:t>.</a:t>
            </a:r>
          </a:p>
          <a:p>
            <a:endParaRPr dirty="0"/>
          </a:p>
          <a:p>
            <a:r>
              <a:rPr dirty="0"/>
              <a:t>Die </a:t>
            </a:r>
            <a:r>
              <a:rPr dirty="0" err="1"/>
              <a:t>schematische</a:t>
            </a:r>
            <a:r>
              <a:rPr dirty="0"/>
              <a:t> </a:t>
            </a:r>
            <a:r>
              <a:rPr dirty="0" err="1"/>
              <a:t>Draufsicht</a:t>
            </a:r>
            <a:r>
              <a:rPr dirty="0"/>
              <a:t> </a:t>
            </a:r>
            <a:r>
              <a:rPr dirty="0" err="1"/>
              <a:t>zeigt</a:t>
            </a:r>
            <a:r>
              <a:rPr dirty="0"/>
              <a:t> die </a:t>
            </a:r>
            <a:r>
              <a:rPr dirty="0" err="1"/>
              <a:t>Positionshistorien</a:t>
            </a:r>
            <a:r>
              <a:rPr dirty="0"/>
              <a:t> von </a:t>
            </a:r>
            <a:r>
              <a:rPr dirty="0" err="1"/>
              <a:t>zwei</a:t>
            </a:r>
            <a:r>
              <a:rPr dirty="0"/>
              <a:t> </a:t>
            </a:r>
            <a:r>
              <a:rPr dirty="0" err="1"/>
              <a:t>Gegenständen</a:t>
            </a:r>
            <a:r>
              <a:rPr dirty="0"/>
              <a:t> auf dem </a:t>
            </a:r>
            <a:r>
              <a:rPr dirty="0" err="1"/>
              <a:t>Förderband</a:t>
            </a:r>
            <a:r>
              <a:rPr dirty="0"/>
              <a:t>. Die </a:t>
            </a:r>
            <a:r>
              <a:rPr dirty="0" err="1"/>
              <a:t>vertikale</a:t>
            </a:r>
            <a:r>
              <a:rPr dirty="0"/>
              <a:t> </a:t>
            </a:r>
            <a:r>
              <a:rPr dirty="0" err="1"/>
              <a:t>Achse</a:t>
            </a:r>
            <a:r>
              <a:rPr dirty="0"/>
              <a:t> </a:t>
            </a:r>
            <a:r>
              <a:rPr dirty="0" err="1"/>
              <a:t>bezeichnet</a:t>
            </a:r>
            <a:r>
              <a:rPr dirty="0"/>
              <a:t> die x-</a:t>
            </a:r>
            <a:r>
              <a:rPr dirty="0" err="1"/>
              <a:t>Koordinate</a:t>
            </a:r>
            <a:r>
              <a:rPr dirty="0"/>
              <a:t>, die </a:t>
            </a:r>
            <a:r>
              <a:rPr dirty="0" err="1"/>
              <a:t>horizontale</a:t>
            </a:r>
            <a:r>
              <a:rPr dirty="0"/>
              <a:t> </a:t>
            </a:r>
            <a:r>
              <a:rPr dirty="0" err="1"/>
              <a:t>Achse</a:t>
            </a:r>
            <a:r>
              <a:rPr dirty="0"/>
              <a:t> die y-</a:t>
            </a:r>
            <a:r>
              <a:rPr dirty="0" err="1"/>
              <a:t>Koordinate</a:t>
            </a:r>
            <a:r>
              <a:rPr dirty="0"/>
              <a:t> und die </a:t>
            </a:r>
            <a:r>
              <a:rPr dirty="0" err="1"/>
              <a:t>Bandrichtung</a:t>
            </a:r>
            <a:r>
              <a:rPr dirty="0"/>
              <a:t>. </a:t>
            </a:r>
            <a:r>
              <a:rPr dirty="0" err="1"/>
              <a:t>Diese</a:t>
            </a:r>
            <a:r>
              <a:rPr dirty="0"/>
              <a:t> </a:t>
            </a:r>
            <a:r>
              <a:rPr dirty="0" err="1"/>
              <a:t>frei</a:t>
            </a:r>
            <a:r>
              <a:rPr dirty="0"/>
              <a:t> </a:t>
            </a:r>
            <a:r>
              <a:rPr dirty="0" err="1"/>
              <a:t>gewählten</a:t>
            </a:r>
            <a:r>
              <a:rPr dirty="0"/>
              <a:t> </a:t>
            </a:r>
            <a:r>
              <a:rPr dirty="0" err="1"/>
              <a:t>Achsen</a:t>
            </a:r>
            <a:r>
              <a:rPr dirty="0"/>
              <a:t> </a:t>
            </a:r>
            <a:r>
              <a:rPr dirty="0" err="1"/>
              <a:t>stellen</a:t>
            </a:r>
            <a:r>
              <a:rPr dirty="0"/>
              <a:t> </a:t>
            </a:r>
            <a:r>
              <a:rPr dirty="0" err="1"/>
              <a:t>kein</a:t>
            </a:r>
            <a:r>
              <a:rPr dirty="0"/>
              <a:t> </a:t>
            </a:r>
            <a:r>
              <a:rPr dirty="0" err="1"/>
              <a:t>maßstäbliches</a:t>
            </a:r>
            <a:r>
              <a:rPr dirty="0"/>
              <a:t> </a:t>
            </a:r>
            <a:r>
              <a:rPr dirty="0" err="1"/>
              <a:t>Abbild</a:t>
            </a:r>
            <a:r>
              <a:rPr dirty="0"/>
              <a:t> des </a:t>
            </a:r>
            <a:r>
              <a:rPr dirty="0" err="1"/>
              <a:t>Laufzeitrahmens</a:t>
            </a:r>
            <a:r>
              <a:rPr dirty="0"/>
              <a:t> world </a:t>
            </a:r>
            <a:r>
              <a:rPr dirty="0" err="1"/>
              <a:t>dar</a:t>
            </a:r>
            <a:r>
              <a:rPr dirty="0"/>
              <a:t>. </a:t>
            </a:r>
            <a:r>
              <a:rPr dirty="0" err="1"/>
              <a:t>Im</a:t>
            </a:r>
            <a:r>
              <a:rPr dirty="0"/>
              <a:t> </a:t>
            </a:r>
            <a:r>
              <a:rPr dirty="0" err="1"/>
              <a:t>realen</a:t>
            </a:r>
            <a:r>
              <a:rPr dirty="0"/>
              <a:t> Aufbau </a:t>
            </a:r>
            <a:r>
              <a:rPr dirty="0" err="1"/>
              <a:t>läuft</a:t>
            </a:r>
            <a:r>
              <a:rPr dirty="0"/>
              <a:t> das Band in </a:t>
            </a:r>
            <a:r>
              <a:rPr dirty="0" err="1"/>
              <a:t>negativer</a:t>
            </a:r>
            <a:r>
              <a:rPr dirty="0"/>
              <a:t> world-y-</a:t>
            </a:r>
            <a:r>
              <a:rPr dirty="0" err="1"/>
              <a:t>Richtung</a:t>
            </a:r>
            <a:r>
              <a:rPr dirty="0"/>
              <a:t>.</a:t>
            </a:r>
          </a:p>
          <a:p>
            <a:endParaRPr dirty="0"/>
          </a:p>
          <a:p>
            <a:r>
              <a:rPr dirty="0"/>
              <a:t>Die </a:t>
            </a:r>
            <a:r>
              <a:rPr dirty="0" err="1"/>
              <a:t>blauen</a:t>
            </a:r>
            <a:r>
              <a:rPr dirty="0"/>
              <a:t> und </a:t>
            </a:r>
            <a:r>
              <a:rPr dirty="0" err="1"/>
              <a:t>grünen</a:t>
            </a:r>
            <a:r>
              <a:rPr dirty="0"/>
              <a:t> </a:t>
            </a:r>
            <a:r>
              <a:rPr dirty="0" err="1"/>
              <a:t>Punkte</a:t>
            </a:r>
            <a:r>
              <a:rPr dirty="0"/>
              <a:t> </a:t>
            </a:r>
            <a:r>
              <a:rPr dirty="0" err="1"/>
              <a:t>sind</a:t>
            </a:r>
            <a:r>
              <a:rPr dirty="0"/>
              <a:t> </a:t>
            </a:r>
            <a:r>
              <a:rPr dirty="0" err="1"/>
              <a:t>einzelne</a:t>
            </a:r>
            <a:r>
              <a:rPr dirty="0"/>
              <a:t>, nicht </a:t>
            </a:r>
            <a:r>
              <a:rPr dirty="0" err="1"/>
              <a:t>verbundene</a:t>
            </a:r>
            <a:r>
              <a:rPr dirty="0"/>
              <a:t> </a:t>
            </a:r>
            <a:r>
              <a:rPr dirty="0" err="1"/>
              <a:t>Kamerabeobachtungen</a:t>
            </a:r>
            <a:r>
              <a:rPr dirty="0"/>
              <a:t>. Alle </a:t>
            </a:r>
            <a:r>
              <a:rPr dirty="0" err="1"/>
              <a:t>Punkte</a:t>
            </a:r>
            <a:r>
              <a:rPr dirty="0"/>
              <a:t> </a:t>
            </a:r>
            <a:r>
              <a:rPr dirty="0" err="1"/>
              <a:t>liegen</a:t>
            </a:r>
            <a:r>
              <a:rPr dirty="0"/>
              <a:t> </a:t>
            </a:r>
            <a:r>
              <a:rPr dirty="0" err="1"/>
              <a:t>im</a:t>
            </a:r>
            <a:r>
              <a:rPr dirty="0"/>
              <a:t> </a:t>
            </a:r>
            <a:r>
              <a:rPr dirty="0" err="1"/>
              <a:t>Kamerabereich</a:t>
            </a:r>
            <a:r>
              <a:rPr dirty="0"/>
              <a:t>. Die </a:t>
            </a:r>
            <a:r>
              <a:rPr dirty="0" err="1"/>
              <a:t>untere</a:t>
            </a:r>
            <a:r>
              <a:rPr dirty="0"/>
              <a:t> </a:t>
            </a:r>
            <a:r>
              <a:rPr dirty="0" err="1"/>
              <a:t>Punktreihe</a:t>
            </a:r>
            <a:r>
              <a:rPr dirty="0"/>
              <a:t> </a:t>
            </a:r>
            <a:r>
              <a:rPr dirty="0" err="1"/>
              <a:t>enthält</a:t>
            </a:r>
            <a:r>
              <a:rPr dirty="0"/>
              <a:t> </a:t>
            </a:r>
            <a:r>
              <a:rPr dirty="0" err="1"/>
              <a:t>weniger</a:t>
            </a:r>
            <a:r>
              <a:rPr dirty="0"/>
              <a:t> </a:t>
            </a:r>
            <a:r>
              <a:rPr dirty="0" err="1"/>
              <a:t>Messungen</a:t>
            </a:r>
            <a:r>
              <a:rPr dirty="0"/>
              <a:t>, </a:t>
            </a:r>
            <a:r>
              <a:rPr dirty="0" err="1"/>
              <a:t>größere</a:t>
            </a:r>
            <a:r>
              <a:rPr dirty="0"/>
              <a:t> </a:t>
            </a:r>
            <a:r>
              <a:rPr dirty="0" err="1"/>
              <a:t>Längsabstände</a:t>
            </a:r>
            <a:r>
              <a:rPr dirty="0"/>
              <a:t> und </a:t>
            </a:r>
            <a:r>
              <a:rPr dirty="0" err="1"/>
              <a:t>stärkere</a:t>
            </a:r>
            <a:r>
              <a:rPr dirty="0"/>
              <a:t> </a:t>
            </a:r>
            <a:r>
              <a:rPr dirty="0" err="1"/>
              <a:t>Streuung</a:t>
            </a:r>
            <a:r>
              <a:rPr dirty="0"/>
              <a:t> </a:t>
            </a:r>
            <a:r>
              <a:rPr dirty="0" err="1"/>
              <a:t>als</a:t>
            </a:r>
            <a:r>
              <a:rPr dirty="0"/>
              <a:t> die </a:t>
            </a:r>
            <a:r>
              <a:rPr dirty="0" err="1"/>
              <a:t>obere</a:t>
            </a:r>
            <a:r>
              <a:rPr dirty="0"/>
              <a:t>. Die </a:t>
            </a:r>
            <a:r>
              <a:rPr dirty="0" err="1"/>
              <a:t>gestrichelten</a:t>
            </a:r>
            <a:r>
              <a:rPr dirty="0"/>
              <a:t> </a:t>
            </a:r>
            <a:r>
              <a:rPr dirty="0" err="1"/>
              <a:t>Geraden</a:t>
            </a:r>
            <a:r>
              <a:rPr dirty="0"/>
              <a:t> </a:t>
            </a:r>
            <a:r>
              <a:rPr dirty="0" err="1"/>
              <a:t>sind</a:t>
            </a:r>
            <a:r>
              <a:rPr dirty="0"/>
              <a:t> </a:t>
            </a:r>
            <a:r>
              <a:rPr dirty="0" err="1"/>
              <a:t>Ausgleichsgeraden</a:t>
            </a:r>
            <a:r>
              <a:rPr dirty="0"/>
              <a:t> </a:t>
            </a:r>
            <a:r>
              <a:rPr dirty="0" err="1"/>
              <a:t>zu</a:t>
            </a:r>
            <a:r>
              <a:rPr dirty="0"/>
              <a:t> den </a:t>
            </a:r>
            <a:r>
              <a:rPr dirty="0" err="1"/>
              <a:t>gezeichneten</a:t>
            </a:r>
            <a:r>
              <a:rPr dirty="0"/>
              <a:t> </a:t>
            </a:r>
            <a:r>
              <a:rPr dirty="0" err="1"/>
              <a:t>Punktwolken</a:t>
            </a:r>
            <a:r>
              <a:rPr dirty="0"/>
              <a:t>. Sie </a:t>
            </a:r>
            <a:r>
              <a:rPr dirty="0" err="1"/>
              <a:t>laufen</a:t>
            </a:r>
            <a:r>
              <a:rPr dirty="0"/>
              <a:t> </a:t>
            </a:r>
            <a:r>
              <a:rPr dirty="0" err="1"/>
              <a:t>über</a:t>
            </a:r>
            <a:r>
              <a:rPr dirty="0"/>
              <a:t> das Ende des </a:t>
            </a:r>
            <a:r>
              <a:rPr dirty="0" err="1"/>
              <a:t>Kamerabilds</a:t>
            </a:r>
            <a:r>
              <a:rPr dirty="0"/>
              <a:t> </a:t>
            </a:r>
            <a:r>
              <a:rPr dirty="0" err="1"/>
              <a:t>hinaus</a:t>
            </a:r>
            <a:r>
              <a:rPr dirty="0"/>
              <a:t> bis </a:t>
            </a:r>
            <a:r>
              <a:rPr dirty="0" err="1"/>
              <a:t>zum</a:t>
            </a:r>
            <a:r>
              <a:rPr dirty="0"/>
              <a:t> Ende der </a:t>
            </a:r>
            <a:r>
              <a:rPr dirty="0" err="1"/>
              <a:t>horizontalen</a:t>
            </a:r>
            <a:r>
              <a:rPr dirty="0"/>
              <a:t> </a:t>
            </a:r>
            <a:r>
              <a:rPr dirty="0" err="1"/>
              <a:t>Achse</a:t>
            </a:r>
            <a:r>
              <a:rPr dirty="0"/>
              <a:t>. Die </a:t>
            </a:r>
            <a:r>
              <a:rPr dirty="0" err="1"/>
              <a:t>durchgezogene</a:t>
            </a:r>
            <a:r>
              <a:rPr dirty="0"/>
              <a:t> rote </a:t>
            </a:r>
            <a:r>
              <a:rPr dirty="0" err="1"/>
              <a:t>Gerade</a:t>
            </a:r>
            <a:r>
              <a:rPr dirty="0"/>
              <a:t> </a:t>
            </a:r>
            <a:r>
              <a:rPr dirty="0" err="1"/>
              <a:t>veranschaulicht</a:t>
            </a:r>
            <a:r>
              <a:rPr dirty="0"/>
              <a:t> </a:t>
            </a:r>
            <a:r>
              <a:rPr dirty="0" err="1"/>
              <a:t>eine</a:t>
            </a:r>
            <a:r>
              <a:rPr dirty="0"/>
              <a:t> </a:t>
            </a:r>
            <a:r>
              <a:rPr dirty="0" err="1"/>
              <a:t>gemeinsame</a:t>
            </a:r>
            <a:r>
              <a:rPr dirty="0"/>
              <a:t> </a:t>
            </a:r>
            <a:r>
              <a:rPr dirty="0" err="1"/>
              <a:t>Bewegungsschätzung</a:t>
            </a:r>
            <a:r>
              <a:rPr dirty="0"/>
              <a:t> </a:t>
            </a:r>
            <a:r>
              <a:rPr dirty="0" err="1"/>
              <a:t>mit</a:t>
            </a:r>
            <a:r>
              <a:rPr dirty="0"/>
              <a:t> </a:t>
            </a:r>
            <a:r>
              <a:rPr dirty="0" err="1"/>
              <a:t>einer</a:t>
            </a:r>
            <a:r>
              <a:rPr dirty="0"/>
              <a:t> </a:t>
            </a:r>
            <a:r>
              <a:rPr dirty="0" err="1"/>
              <a:t>Richtung</a:t>
            </a:r>
            <a:r>
              <a:rPr dirty="0"/>
              <a:t> </a:t>
            </a:r>
            <a:r>
              <a:rPr dirty="0" err="1"/>
              <a:t>zwischen</a:t>
            </a:r>
            <a:r>
              <a:rPr dirty="0"/>
              <a:t> den </a:t>
            </a:r>
            <a:r>
              <a:rPr dirty="0" err="1"/>
              <a:t>beiden</a:t>
            </a:r>
            <a:r>
              <a:rPr dirty="0"/>
              <a:t> </a:t>
            </a:r>
            <a:r>
              <a:rPr dirty="0" err="1"/>
              <a:t>Einzelschätzungen</a:t>
            </a:r>
            <a:r>
              <a:rPr dirty="0"/>
              <a:t>. Die </a:t>
            </a:r>
            <a:r>
              <a:rPr dirty="0" err="1"/>
              <a:t>gezeichneten</a:t>
            </a:r>
            <a:r>
              <a:rPr dirty="0"/>
              <a:t> </a:t>
            </a:r>
            <a:r>
              <a:rPr dirty="0" err="1"/>
              <a:t>Punkte</a:t>
            </a:r>
            <a:r>
              <a:rPr dirty="0"/>
              <a:t> und </a:t>
            </a:r>
            <a:r>
              <a:rPr dirty="0" err="1"/>
              <a:t>Geraden</a:t>
            </a:r>
            <a:r>
              <a:rPr dirty="0"/>
              <a:t> </a:t>
            </a:r>
            <a:r>
              <a:rPr dirty="0" err="1"/>
              <a:t>sind</a:t>
            </a:r>
            <a:r>
              <a:rPr dirty="0"/>
              <a:t> illustrative </a:t>
            </a:r>
            <a:r>
              <a:rPr dirty="0" err="1"/>
              <a:t>Daten</a:t>
            </a:r>
            <a:r>
              <a:rPr dirty="0"/>
              <a:t> und </a:t>
            </a:r>
            <a:r>
              <a:rPr dirty="0" err="1"/>
              <a:t>keine</a:t>
            </a:r>
            <a:r>
              <a:rPr dirty="0"/>
              <a:t> </a:t>
            </a:r>
            <a:r>
              <a:rPr dirty="0" err="1"/>
              <a:t>protokollierte</a:t>
            </a:r>
            <a:r>
              <a:rPr dirty="0"/>
              <a:t> </a:t>
            </a:r>
            <a:r>
              <a:rPr dirty="0" err="1"/>
              <a:t>Messreihe</a:t>
            </a:r>
            <a:r>
              <a:rPr dirty="0"/>
              <a:t>. Die </a:t>
            </a:r>
            <a:r>
              <a:rPr dirty="0" err="1"/>
              <a:t>genaue</a:t>
            </a:r>
            <a:r>
              <a:rPr dirty="0"/>
              <a:t> </a:t>
            </a:r>
            <a:r>
              <a:rPr dirty="0" err="1"/>
              <a:t>Mittelung</a:t>
            </a:r>
            <a:r>
              <a:rPr dirty="0"/>
              <a:t> der </a:t>
            </a:r>
            <a:r>
              <a:rPr dirty="0" err="1"/>
              <a:t>gezeichneten</a:t>
            </a:r>
            <a:r>
              <a:rPr dirty="0"/>
              <a:t> </a:t>
            </a:r>
            <a:r>
              <a:rPr dirty="0" err="1"/>
              <a:t>Geraden</a:t>
            </a:r>
            <a:r>
              <a:rPr dirty="0"/>
              <a:t> </a:t>
            </a:r>
            <a:r>
              <a:rPr dirty="0" err="1"/>
              <a:t>ist</a:t>
            </a:r>
            <a:r>
              <a:rPr dirty="0"/>
              <a:t> </a:t>
            </a:r>
            <a:r>
              <a:rPr dirty="0" err="1"/>
              <a:t>keine</a:t>
            </a:r>
            <a:r>
              <a:rPr dirty="0"/>
              <a:t> </a:t>
            </a:r>
            <a:r>
              <a:rPr dirty="0" err="1"/>
              <a:t>Beschreibung</a:t>
            </a:r>
            <a:r>
              <a:rPr dirty="0"/>
              <a:t> des </a:t>
            </a:r>
            <a:r>
              <a:rPr dirty="0" err="1"/>
              <a:t>Implementierungsalgorithmus</a:t>
            </a:r>
            <a:r>
              <a:rPr dirty="0"/>
              <a:t>.</a:t>
            </a:r>
          </a:p>
          <a:p>
            <a:endParaRPr dirty="0"/>
          </a:p>
          <a:p>
            <a:r>
              <a:rPr dirty="0"/>
              <a:t>In </a:t>
            </a:r>
            <a:r>
              <a:rPr dirty="0" err="1"/>
              <a:t>einer</a:t>
            </a:r>
            <a:r>
              <a:rPr dirty="0"/>
              <a:t> x/y-</a:t>
            </a:r>
            <a:r>
              <a:rPr dirty="0" err="1"/>
              <a:t>Darstellung</a:t>
            </a:r>
            <a:r>
              <a:rPr dirty="0"/>
              <a:t> </a:t>
            </a:r>
            <a:r>
              <a:rPr dirty="0" err="1"/>
              <a:t>zeigt</a:t>
            </a:r>
            <a:r>
              <a:rPr dirty="0"/>
              <a:t> die </a:t>
            </a:r>
            <a:r>
              <a:rPr dirty="0" err="1"/>
              <a:t>Geradensteigung</a:t>
            </a:r>
            <a:r>
              <a:rPr dirty="0"/>
              <a:t> die </a:t>
            </a:r>
            <a:r>
              <a:rPr dirty="0" err="1"/>
              <a:t>Bewegungsrichtung</a:t>
            </a:r>
            <a:r>
              <a:rPr dirty="0"/>
              <a:t>. Den </a:t>
            </a:r>
            <a:r>
              <a:rPr dirty="0" err="1"/>
              <a:t>Geschwindigkeitsbetrag</a:t>
            </a:r>
            <a:r>
              <a:rPr dirty="0"/>
              <a:t> </a:t>
            </a:r>
            <a:r>
              <a:rPr dirty="0" err="1"/>
              <a:t>kann</a:t>
            </a:r>
            <a:r>
              <a:rPr dirty="0"/>
              <a:t> man </a:t>
            </a:r>
            <a:r>
              <a:rPr dirty="0" err="1"/>
              <a:t>daraus</a:t>
            </a:r>
            <a:r>
              <a:rPr dirty="0"/>
              <a:t> </a:t>
            </a:r>
            <a:r>
              <a:rPr dirty="0" err="1"/>
              <a:t>allein</a:t>
            </a:r>
            <a:r>
              <a:rPr dirty="0"/>
              <a:t> nicht </a:t>
            </a:r>
            <a:r>
              <a:rPr dirty="0" err="1"/>
              <a:t>ablesen</a:t>
            </a:r>
            <a:r>
              <a:rPr dirty="0"/>
              <a:t>. </a:t>
            </a:r>
            <a:r>
              <a:rPr dirty="0" err="1"/>
              <a:t>Dafür</a:t>
            </a:r>
            <a:r>
              <a:rPr dirty="0"/>
              <a:t> </a:t>
            </a:r>
            <a:r>
              <a:rPr dirty="0" err="1"/>
              <a:t>wertet</a:t>
            </a:r>
            <a:r>
              <a:rPr dirty="0"/>
              <a:t> vectoring die </a:t>
            </a:r>
            <a:r>
              <a:rPr dirty="0" err="1"/>
              <a:t>Positionshistorien</a:t>
            </a:r>
            <a:r>
              <a:rPr dirty="0"/>
              <a:t> </a:t>
            </a:r>
            <a:r>
              <a:rPr dirty="0" err="1"/>
              <a:t>zusammen</a:t>
            </a:r>
            <a:r>
              <a:rPr dirty="0"/>
              <a:t> </a:t>
            </a:r>
            <a:r>
              <a:rPr dirty="0" err="1"/>
              <a:t>mit</a:t>
            </a:r>
            <a:r>
              <a:rPr dirty="0"/>
              <a:t> </a:t>
            </a:r>
            <a:r>
              <a:rPr dirty="0" err="1"/>
              <a:t>ihren</a:t>
            </a:r>
            <a:r>
              <a:rPr dirty="0"/>
              <a:t> Zeitstempeln </a:t>
            </a:r>
            <a:r>
              <a:rPr dirty="0" err="1"/>
              <a:t>aus.</a:t>
            </a:r>
            <a:r>
              <a:rPr dirty="0"/>
              <a:t> </a:t>
            </a:r>
            <a:r>
              <a:rPr dirty="0" err="1"/>
              <a:t>Unterschiedliche</a:t>
            </a:r>
            <a:r>
              <a:rPr dirty="0"/>
              <a:t> </a:t>
            </a:r>
            <a:r>
              <a:rPr dirty="0" err="1"/>
              <a:t>räumliche</a:t>
            </a:r>
            <a:r>
              <a:rPr dirty="0"/>
              <a:t> </a:t>
            </a:r>
            <a:r>
              <a:rPr dirty="0" err="1"/>
              <a:t>Punktabstände</a:t>
            </a:r>
            <a:r>
              <a:rPr dirty="0"/>
              <a:t> </a:t>
            </a:r>
            <a:r>
              <a:rPr dirty="0" err="1"/>
              <a:t>können</a:t>
            </a:r>
            <a:r>
              <a:rPr dirty="0"/>
              <a:t> </a:t>
            </a:r>
            <a:r>
              <a:rPr dirty="0" err="1"/>
              <a:t>auch</a:t>
            </a:r>
            <a:r>
              <a:rPr dirty="0"/>
              <a:t> </a:t>
            </a:r>
            <a:r>
              <a:rPr dirty="0" err="1"/>
              <a:t>durch</a:t>
            </a:r>
            <a:r>
              <a:rPr dirty="0"/>
              <a:t> </a:t>
            </a:r>
            <a:r>
              <a:rPr dirty="0" err="1"/>
              <a:t>unterschiedlich</a:t>
            </a:r>
            <a:r>
              <a:rPr dirty="0"/>
              <a:t> </a:t>
            </a:r>
            <a:r>
              <a:rPr dirty="0" err="1"/>
              <a:t>viele</a:t>
            </a:r>
            <a:r>
              <a:rPr dirty="0"/>
              <a:t> </a:t>
            </a:r>
            <a:r>
              <a:rPr dirty="0" err="1"/>
              <a:t>Beobachtungen</a:t>
            </a:r>
            <a:r>
              <a:rPr dirty="0"/>
              <a:t> </a:t>
            </a:r>
            <a:r>
              <a:rPr dirty="0" err="1"/>
              <a:t>entstehen</a:t>
            </a:r>
            <a:r>
              <a:rPr dirty="0"/>
              <a:t>. Die </a:t>
            </a:r>
            <a:r>
              <a:rPr dirty="0" err="1"/>
              <a:t>Bandkalibrierung</a:t>
            </a:r>
            <a:r>
              <a:rPr dirty="0"/>
              <a:t> </a:t>
            </a:r>
            <a:r>
              <a:rPr dirty="0" err="1"/>
              <a:t>bestimmt</a:t>
            </a:r>
            <a:r>
              <a:rPr dirty="0"/>
              <a:t> die </a:t>
            </a:r>
            <a:r>
              <a:rPr dirty="0" err="1"/>
              <a:t>geometrische</a:t>
            </a:r>
            <a:r>
              <a:rPr dirty="0"/>
              <a:t> Transformation, nicht die </a:t>
            </a:r>
            <a:r>
              <a:rPr dirty="0" err="1"/>
              <a:t>Bandbewegung</a:t>
            </a:r>
            <a:r>
              <a:rPr dirty="0"/>
              <a:t>.</a:t>
            </a:r>
          </a:p>
          <a:p>
            <a:endParaRPr dirty="0"/>
          </a:p>
          <a:p>
            <a:r>
              <a:rPr dirty="0" err="1"/>
              <a:t>Im</a:t>
            </a:r>
            <a:r>
              <a:rPr dirty="0"/>
              <a:t> System: </a:t>
            </a:r>
            <a:r>
              <a:rPr dirty="0" err="1"/>
              <a:t>Einschwingen</a:t>
            </a:r>
            <a:r>
              <a:rPr dirty="0"/>
              <a:t> </a:t>
            </a:r>
            <a:r>
              <a:rPr dirty="0" err="1"/>
              <a:t>über</a:t>
            </a:r>
            <a:r>
              <a:rPr dirty="0"/>
              <a:t> </a:t>
            </a:r>
            <a:r>
              <a:rPr dirty="0" err="1"/>
              <a:t>zwei</a:t>
            </a:r>
            <a:r>
              <a:rPr dirty="0"/>
              <a:t> Fenster </a:t>
            </a:r>
            <a:r>
              <a:rPr dirty="0" err="1"/>
              <a:t>mit</a:t>
            </a:r>
            <a:r>
              <a:rPr dirty="0"/>
              <a:t> </a:t>
            </a:r>
            <a:r>
              <a:rPr dirty="0" err="1"/>
              <a:t>jeweils</a:t>
            </a:r>
            <a:r>
              <a:rPr dirty="0"/>
              <a:t> 5 </a:t>
            </a:r>
            <a:r>
              <a:rPr dirty="0" err="1"/>
              <a:t>Messungen</a:t>
            </a:r>
            <a:r>
              <a:rPr dirty="0"/>
              <a:t> und </a:t>
            </a:r>
            <a:r>
              <a:rPr dirty="0" err="1"/>
              <a:t>einer</a:t>
            </a:r>
            <a:r>
              <a:rPr dirty="0"/>
              <a:t> </a:t>
            </a:r>
            <a:r>
              <a:rPr dirty="0" err="1"/>
              <a:t>Geschwindigkeitstoleranz</a:t>
            </a:r>
            <a:r>
              <a:rPr dirty="0"/>
              <a:t> von 0,01 m/s. Aus den </a:t>
            </a:r>
            <a:r>
              <a:rPr dirty="0" err="1"/>
              <a:t>stabilen</a:t>
            </a:r>
            <a:r>
              <a:rPr dirty="0"/>
              <a:t> Tracks </a:t>
            </a:r>
            <a:r>
              <a:rPr dirty="0" err="1"/>
              <a:t>entsteht</a:t>
            </a:r>
            <a:r>
              <a:rPr dirty="0"/>
              <a:t> </a:t>
            </a:r>
            <a:r>
              <a:rPr dirty="0" err="1"/>
              <a:t>eine</a:t>
            </a:r>
            <a:r>
              <a:rPr dirty="0"/>
              <a:t> </a:t>
            </a:r>
            <a:r>
              <a:rPr dirty="0" err="1"/>
              <a:t>gemeinsame</a:t>
            </a:r>
            <a:r>
              <a:rPr dirty="0"/>
              <a:t> </a:t>
            </a:r>
            <a:r>
              <a:rPr dirty="0" err="1"/>
              <a:t>Ausgleichsrechnung</a:t>
            </a:r>
            <a:r>
              <a:rPr dirty="0"/>
              <a:t> für </a:t>
            </a:r>
            <a:r>
              <a:rPr dirty="0" err="1"/>
              <a:t>Betrag</a:t>
            </a:r>
            <a:r>
              <a:rPr dirty="0"/>
              <a:t> und </a:t>
            </a:r>
            <a:r>
              <a:rPr dirty="0" err="1"/>
              <a:t>Richtung</a:t>
            </a:r>
            <a:r>
              <a:rPr dirty="0"/>
              <a:t> der </a:t>
            </a:r>
            <a:r>
              <a:rPr dirty="0" err="1"/>
              <a:t>Bandgeschwindigkeit</a:t>
            </a:r>
            <a:r>
              <a:rPr dirty="0"/>
              <a:t>. Lange, </a:t>
            </a:r>
            <a:r>
              <a:rPr dirty="0" err="1"/>
              <a:t>ungestörte</a:t>
            </a:r>
            <a:r>
              <a:rPr dirty="0"/>
              <a:t> </a:t>
            </a:r>
            <a:r>
              <a:rPr dirty="0" err="1"/>
              <a:t>Messreihen</a:t>
            </a:r>
            <a:r>
              <a:rPr dirty="0"/>
              <a:t> </a:t>
            </a:r>
            <a:r>
              <a:rPr dirty="0" err="1"/>
              <a:t>erhalten</a:t>
            </a:r>
            <a:r>
              <a:rPr dirty="0"/>
              <a:t> </a:t>
            </a:r>
            <a:r>
              <a:rPr dirty="0" err="1"/>
              <a:t>mehr</a:t>
            </a:r>
            <a:r>
              <a:rPr dirty="0"/>
              <a:t> </a:t>
            </a:r>
            <a:r>
              <a:rPr dirty="0" err="1"/>
              <a:t>Gewicht</a:t>
            </a:r>
            <a:r>
              <a:rPr dirty="0"/>
              <a:t> </a:t>
            </a:r>
            <a:r>
              <a:rPr dirty="0" err="1"/>
              <a:t>als</a:t>
            </a:r>
            <a:r>
              <a:rPr dirty="0"/>
              <a:t> </a:t>
            </a:r>
            <a:r>
              <a:rPr dirty="0" err="1"/>
              <a:t>kurze</a:t>
            </a:r>
            <a:r>
              <a:rPr dirty="0"/>
              <a:t>. Position, </a:t>
            </a:r>
            <a:r>
              <a:rPr dirty="0" err="1"/>
              <a:t>Abmessungen</a:t>
            </a:r>
            <a:r>
              <a:rPr dirty="0"/>
              <a:t> und </a:t>
            </a:r>
            <a:r>
              <a:rPr dirty="0" err="1"/>
              <a:t>Orientierung</a:t>
            </a:r>
            <a:r>
              <a:rPr dirty="0"/>
              <a:t> </a:t>
            </a:r>
            <a:r>
              <a:rPr dirty="0" err="1"/>
              <a:t>werden</a:t>
            </a:r>
            <a:r>
              <a:rPr dirty="0"/>
              <a:t> ab dem </a:t>
            </a:r>
            <a:r>
              <a:rPr dirty="0" err="1"/>
              <a:t>Einschwingen</a:t>
            </a:r>
            <a:r>
              <a:rPr dirty="0"/>
              <a:t> </a:t>
            </a:r>
            <a:r>
              <a:rPr dirty="0" err="1"/>
              <a:t>über</a:t>
            </a:r>
            <a:r>
              <a:rPr dirty="0"/>
              <a:t> die </a:t>
            </a:r>
            <a:r>
              <a:rPr dirty="0" err="1"/>
              <a:t>letzten</a:t>
            </a:r>
            <a:r>
              <a:rPr dirty="0"/>
              <a:t> 20 </a:t>
            </a:r>
            <a:r>
              <a:rPr dirty="0" err="1"/>
              <a:t>Messungen</a:t>
            </a:r>
            <a:r>
              <a:rPr dirty="0"/>
              <a:t> </a:t>
            </a:r>
            <a:r>
              <a:rPr dirty="0" err="1"/>
              <a:t>geglättet</a:t>
            </a:r>
            <a:r>
              <a:rPr dirty="0"/>
              <a:t>. Mit der </a:t>
            </a:r>
            <a:r>
              <a:rPr dirty="0" err="1"/>
              <a:t>Bandgeschwindigkeit</a:t>
            </a:r>
            <a:r>
              <a:rPr dirty="0"/>
              <a:t> </a:t>
            </a:r>
            <a:r>
              <a:rPr dirty="0" err="1"/>
              <a:t>führt</a:t>
            </a:r>
            <a:r>
              <a:rPr dirty="0"/>
              <a:t> vectoring die </a:t>
            </a:r>
            <a:r>
              <a:rPr dirty="0" err="1"/>
              <a:t>Objektpositionen</a:t>
            </a:r>
            <a:r>
              <a:rPr dirty="0"/>
              <a:t> hinter dem </a:t>
            </a:r>
            <a:r>
              <a:rPr dirty="0" err="1"/>
              <a:t>Bildbereich</a:t>
            </a:r>
            <a:r>
              <a:rPr dirty="0"/>
              <a:t> </a:t>
            </a:r>
            <a:r>
              <a:rPr dirty="0" err="1"/>
              <a:t>weiter</a:t>
            </a:r>
            <a:r>
              <a:rPr dirty="0"/>
              <a:t>. Die </a:t>
            </a:r>
            <a:r>
              <a:rPr dirty="0" err="1"/>
              <a:t>dokumentierte</a:t>
            </a:r>
            <a:r>
              <a:rPr dirty="0"/>
              <a:t> </a:t>
            </a:r>
            <a:r>
              <a:rPr dirty="0" err="1"/>
              <a:t>bildbasierte</a:t>
            </a:r>
            <a:r>
              <a:rPr dirty="0"/>
              <a:t> </a:t>
            </a:r>
            <a:r>
              <a:rPr dirty="0" err="1"/>
              <a:t>Schätzung</a:t>
            </a:r>
            <a:r>
              <a:rPr dirty="0"/>
              <a:t> </a:t>
            </a:r>
            <a:r>
              <a:rPr dirty="0" err="1"/>
              <a:t>betrug</a:t>
            </a:r>
            <a:r>
              <a:rPr dirty="0"/>
              <a:t> </a:t>
            </a:r>
            <a:r>
              <a:rPr dirty="0" err="1"/>
              <a:t>rund</a:t>
            </a:r>
            <a:r>
              <a:rPr dirty="0"/>
              <a:t> 128 mm/s, die </a:t>
            </a:r>
            <a:r>
              <a:rPr dirty="0" err="1"/>
              <a:t>Gegenprobe</a:t>
            </a:r>
            <a:r>
              <a:rPr dirty="0"/>
              <a:t> </a:t>
            </a:r>
            <a:r>
              <a:rPr dirty="0" err="1"/>
              <a:t>mit</a:t>
            </a:r>
            <a:r>
              <a:rPr dirty="0"/>
              <a:t> </a:t>
            </a:r>
            <a:r>
              <a:rPr dirty="0" err="1"/>
              <a:t>Stoppuhr</a:t>
            </a:r>
            <a:r>
              <a:rPr dirty="0"/>
              <a:t> 125 bis 133 mm/s. </a:t>
            </a:r>
            <a:r>
              <a:rPr dirty="0" err="1"/>
              <a:t>Diese</a:t>
            </a:r>
            <a:r>
              <a:rPr dirty="0"/>
              <a:t> </a:t>
            </a:r>
            <a:r>
              <a:rPr dirty="0" err="1"/>
              <a:t>Werte</a:t>
            </a:r>
            <a:r>
              <a:rPr dirty="0"/>
              <a:t> </a:t>
            </a:r>
            <a:r>
              <a:rPr dirty="0" err="1"/>
              <a:t>gehören</a:t>
            </a:r>
            <a:r>
              <a:rPr dirty="0"/>
              <a:t> </a:t>
            </a:r>
            <a:r>
              <a:rPr dirty="0" err="1"/>
              <a:t>zu</a:t>
            </a:r>
            <a:r>
              <a:rPr dirty="0"/>
              <a:t> </a:t>
            </a:r>
            <a:r>
              <a:rPr dirty="0" err="1"/>
              <a:t>einer</a:t>
            </a:r>
            <a:r>
              <a:rPr dirty="0"/>
              <a:t> </a:t>
            </a:r>
            <a:r>
              <a:rPr dirty="0" err="1"/>
              <a:t>dokumentierten</a:t>
            </a:r>
            <a:r>
              <a:rPr dirty="0"/>
              <a:t> </a:t>
            </a:r>
            <a:r>
              <a:rPr dirty="0" err="1"/>
              <a:t>Gegenprobe</a:t>
            </a:r>
            <a:r>
              <a:rPr dirty="0"/>
              <a:t> und </a:t>
            </a:r>
            <a:r>
              <a:rPr dirty="0" err="1"/>
              <a:t>sind</a:t>
            </a:r>
            <a:r>
              <a:rPr dirty="0"/>
              <a:t> nicht </a:t>
            </a:r>
            <a:r>
              <a:rPr dirty="0" err="1"/>
              <a:t>aus</a:t>
            </a:r>
            <a:r>
              <a:rPr dirty="0"/>
              <a:t> </a:t>
            </a:r>
            <a:r>
              <a:rPr dirty="0" err="1"/>
              <a:t>dieser</a:t>
            </a:r>
            <a:r>
              <a:rPr dirty="0"/>
              <a:t> </a:t>
            </a:r>
            <a:r>
              <a:rPr dirty="0" err="1"/>
              <a:t>Skizze</a:t>
            </a:r>
            <a:r>
              <a:rPr dirty="0"/>
              <a:t> </a:t>
            </a:r>
            <a:r>
              <a:rPr dirty="0" err="1"/>
              <a:t>abgelesen</a:t>
            </a:r>
            <a:r>
              <a:rPr dirty="0"/>
              <a:t>.</a:t>
            </a:r>
          </a:p>
          <a:p>
            <a:endParaRPr dirty="0"/>
          </a:p>
          <a:p>
            <a:r>
              <a:rPr dirty="0" err="1"/>
              <a:t>Quellen</a:t>
            </a:r>
            <a:r>
              <a:rPr dirty="0"/>
              <a:t>: </a:t>
            </a:r>
            <a:r>
              <a:rPr dirty="0" err="1"/>
              <a:t>Projektbericht</a:t>
            </a:r>
            <a:r>
              <a:rPr dirty="0"/>
              <a:t>/</a:t>
            </a:r>
            <a:r>
              <a:rPr dirty="0" err="1"/>
              <a:t>entwuerfe</a:t>
            </a:r>
            <a:r>
              <a:rPr dirty="0"/>
              <a:t>/berichtstext.md, </a:t>
            </a:r>
            <a:r>
              <a:rPr dirty="0" err="1"/>
              <a:t>Abschnitt</a:t>
            </a:r>
            <a:r>
              <a:rPr dirty="0"/>
              <a:t> 3.2.2. docs/</a:t>
            </a:r>
            <a:r>
              <a:rPr dirty="0" err="1"/>
              <a:t>uebersicht</a:t>
            </a:r>
            <a:r>
              <a:rPr dirty="0"/>
              <a:t>/systemgraph.md. source/</a:t>
            </a:r>
            <a:r>
              <a:rPr dirty="0" err="1"/>
              <a:t>roboter_tetris</a:t>
            </a:r>
            <a:r>
              <a:rPr dirty="0"/>
              <a:t>/</a:t>
            </a:r>
            <a:r>
              <a:rPr dirty="0" err="1"/>
              <a:t>roboter_tetris</a:t>
            </a:r>
            <a:r>
              <a:rPr dirty="0"/>
              <a:t>/track_estimation.py. Stand 02.10.2026.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DF98DA-4B32-35E3-CB80-57CA1B88A7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3F0656-DAD9-D469-C6FA-A63F961F27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3ACACF-F8DE-CAD6-F496-49471D36640D}"/>
              </a:ext>
            </a:extLst>
          </p:cNvPr>
          <p:cNvSpPr>
            <a:spLocks noGrp="1"/>
          </p:cNvSpPr>
          <p:nvPr>
            <p:ph type="body" idx="1"/>
          </p:nvPr>
        </p:nvSpPr>
        <p:spPr/>
        <p:txBody>
          <a:bodyPr/>
          <a:lstStyle/>
          <a:p>
            <a:r>
              <a:rPr lang="de-DE" dirty="0"/>
              <a:t>Noch Band drehen</a:t>
            </a:r>
          </a:p>
          <a:p>
            <a:endParaRPr lang="de-DE" dirty="0"/>
          </a:p>
          <a:p>
            <a:r>
              <a:rPr dirty="0"/>
              <a:t>Folie 8: </a:t>
            </a:r>
            <a:r>
              <a:rPr dirty="0" err="1"/>
              <a:t>Bewegungsschätzung</a:t>
            </a:r>
            <a:r>
              <a:rPr dirty="0"/>
              <a:t> und </a:t>
            </a:r>
            <a:r>
              <a:rPr dirty="0" err="1"/>
              <a:t>Vorhersage</a:t>
            </a:r>
            <a:endParaRPr dirty="0"/>
          </a:p>
          <a:p>
            <a:r>
              <a:rPr dirty="0" err="1"/>
              <a:t>Sprechzeit</a:t>
            </a:r>
            <a:r>
              <a:rPr dirty="0"/>
              <a:t>: </a:t>
            </a:r>
            <a:r>
              <a:rPr dirty="0" err="1"/>
              <a:t>etwa</a:t>
            </a:r>
            <a:r>
              <a:rPr dirty="0"/>
              <a:t> 75 </a:t>
            </a:r>
            <a:r>
              <a:rPr dirty="0" err="1"/>
              <a:t>Sekunden</a:t>
            </a:r>
            <a:r>
              <a:rPr dirty="0"/>
              <a:t>.</a:t>
            </a:r>
          </a:p>
          <a:p>
            <a:endParaRPr dirty="0"/>
          </a:p>
          <a:p>
            <a:r>
              <a:rPr dirty="0"/>
              <a:t>Die </a:t>
            </a:r>
            <a:r>
              <a:rPr dirty="0" err="1"/>
              <a:t>schematische</a:t>
            </a:r>
            <a:r>
              <a:rPr dirty="0"/>
              <a:t> </a:t>
            </a:r>
            <a:r>
              <a:rPr dirty="0" err="1"/>
              <a:t>Draufsicht</a:t>
            </a:r>
            <a:r>
              <a:rPr dirty="0"/>
              <a:t> </a:t>
            </a:r>
            <a:r>
              <a:rPr dirty="0" err="1"/>
              <a:t>zeigt</a:t>
            </a:r>
            <a:r>
              <a:rPr dirty="0"/>
              <a:t> die </a:t>
            </a:r>
            <a:r>
              <a:rPr dirty="0" err="1"/>
              <a:t>Positionshistorien</a:t>
            </a:r>
            <a:r>
              <a:rPr dirty="0"/>
              <a:t> von </a:t>
            </a:r>
            <a:r>
              <a:rPr dirty="0" err="1"/>
              <a:t>zwei</a:t>
            </a:r>
            <a:r>
              <a:rPr dirty="0"/>
              <a:t> </a:t>
            </a:r>
            <a:r>
              <a:rPr dirty="0" err="1"/>
              <a:t>Gegenständen</a:t>
            </a:r>
            <a:r>
              <a:rPr dirty="0"/>
              <a:t> auf dem </a:t>
            </a:r>
            <a:r>
              <a:rPr dirty="0" err="1"/>
              <a:t>Förderband</a:t>
            </a:r>
            <a:r>
              <a:rPr dirty="0"/>
              <a:t>. Die </a:t>
            </a:r>
            <a:r>
              <a:rPr dirty="0" err="1"/>
              <a:t>vertikale</a:t>
            </a:r>
            <a:r>
              <a:rPr dirty="0"/>
              <a:t> </a:t>
            </a:r>
            <a:r>
              <a:rPr dirty="0" err="1"/>
              <a:t>Achse</a:t>
            </a:r>
            <a:r>
              <a:rPr dirty="0"/>
              <a:t> </a:t>
            </a:r>
            <a:r>
              <a:rPr dirty="0" err="1"/>
              <a:t>bezeichnet</a:t>
            </a:r>
            <a:r>
              <a:rPr dirty="0"/>
              <a:t> die x-</a:t>
            </a:r>
            <a:r>
              <a:rPr dirty="0" err="1"/>
              <a:t>Koordinate</a:t>
            </a:r>
            <a:r>
              <a:rPr dirty="0"/>
              <a:t>, die </a:t>
            </a:r>
            <a:r>
              <a:rPr dirty="0" err="1"/>
              <a:t>horizontale</a:t>
            </a:r>
            <a:r>
              <a:rPr dirty="0"/>
              <a:t> </a:t>
            </a:r>
            <a:r>
              <a:rPr dirty="0" err="1"/>
              <a:t>Achse</a:t>
            </a:r>
            <a:r>
              <a:rPr dirty="0"/>
              <a:t> die y-</a:t>
            </a:r>
            <a:r>
              <a:rPr dirty="0" err="1"/>
              <a:t>Koordinate</a:t>
            </a:r>
            <a:r>
              <a:rPr dirty="0"/>
              <a:t> und die </a:t>
            </a:r>
            <a:r>
              <a:rPr dirty="0" err="1"/>
              <a:t>Bandrichtung</a:t>
            </a:r>
            <a:r>
              <a:rPr dirty="0"/>
              <a:t>. </a:t>
            </a:r>
            <a:r>
              <a:rPr dirty="0" err="1"/>
              <a:t>Diese</a:t>
            </a:r>
            <a:r>
              <a:rPr dirty="0"/>
              <a:t> </a:t>
            </a:r>
            <a:r>
              <a:rPr dirty="0" err="1"/>
              <a:t>frei</a:t>
            </a:r>
            <a:r>
              <a:rPr dirty="0"/>
              <a:t> </a:t>
            </a:r>
            <a:r>
              <a:rPr dirty="0" err="1"/>
              <a:t>gewählten</a:t>
            </a:r>
            <a:r>
              <a:rPr dirty="0"/>
              <a:t> </a:t>
            </a:r>
            <a:r>
              <a:rPr dirty="0" err="1"/>
              <a:t>Achsen</a:t>
            </a:r>
            <a:r>
              <a:rPr dirty="0"/>
              <a:t> </a:t>
            </a:r>
            <a:r>
              <a:rPr dirty="0" err="1"/>
              <a:t>stellen</a:t>
            </a:r>
            <a:r>
              <a:rPr dirty="0"/>
              <a:t> </a:t>
            </a:r>
            <a:r>
              <a:rPr dirty="0" err="1"/>
              <a:t>kein</a:t>
            </a:r>
            <a:r>
              <a:rPr dirty="0"/>
              <a:t> </a:t>
            </a:r>
            <a:r>
              <a:rPr dirty="0" err="1"/>
              <a:t>maßstäbliches</a:t>
            </a:r>
            <a:r>
              <a:rPr dirty="0"/>
              <a:t> </a:t>
            </a:r>
            <a:r>
              <a:rPr dirty="0" err="1"/>
              <a:t>Abbild</a:t>
            </a:r>
            <a:r>
              <a:rPr dirty="0"/>
              <a:t> des </a:t>
            </a:r>
            <a:r>
              <a:rPr dirty="0" err="1"/>
              <a:t>Laufzeitrahmens</a:t>
            </a:r>
            <a:r>
              <a:rPr dirty="0"/>
              <a:t> world </a:t>
            </a:r>
            <a:r>
              <a:rPr dirty="0" err="1"/>
              <a:t>dar</a:t>
            </a:r>
            <a:r>
              <a:rPr dirty="0"/>
              <a:t>. </a:t>
            </a:r>
            <a:r>
              <a:rPr dirty="0" err="1"/>
              <a:t>Im</a:t>
            </a:r>
            <a:r>
              <a:rPr dirty="0"/>
              <a:t> </a:t>
            </a:r>
            <a:r>
              <a:rPr dirty="0" err="1"/>
              <a:t>realen</a:t>
            </a:r>
            <a:r>
              <a:rPr dirty="0"/>
              <a:t> Aufbau </a:t>
            </a:r>
            <a:r>
              <a:rPr dirty="0" err="1"/>
              <a:t>läuft</a:t>
            </a:r>
            <a:r>
              <a:rPr dirty="0"/>
              <a:t> das Band in </a:t>
            </a:r>
            <a:r>
              <a:rPr dirty="0" err="1"/>
              <a:t>negativer</a:t>
            </a:r>
            <a:r>
              <a:rPr dirty="0"/>
              <a:t> world-y-</a:t>
            </a:r>
            <a:r>
              <a:rPr dirty="0" err="1"/>
              <a:t>Richtung</a:t>
            </a:r>
            <a:r>
              <a:rPr dirty="0"/>
              <a:t>.</a:t>
            </a:r>
          </a:p>
          <a:p>
            <a:endParaRPr dirty="0"/>
          </a:p>
          <a:p>
            <a:r>
              <a:rPr dirty="0"/>
              <a:t>Die </a:t>
            </a:r>
            <a:r>
              <a:rPr dirty="0" err="1"/>
              <a:t>blauen</a:t>
            </a:r>
            <a:r>
              <a:rPr dirty="0"/>
              <a:t> und </a:t>
            </a:r>
            <a:r>
              <a:rPr dirty="0" err="1"/>
              <a:t>grünen</a:t>
            </a:r>
            <a:r>
              <a:rPr dirty="0"/>
              <a:t> </a:t>
            </a:r>
            <a:r>
              <a:rPr dirty="0" err="1"/>
              <a:t>Punkte</a:t>
            </a:r>
            <a:r>
              <a:rPr dirty="0"/>
              <a:t> </a:t>
            </a:r>
            <a:r>
              <a:rPr dirty="0" err="1"/>
              <a:t>sind</a:t>
            </a:r>
            <a:r>
              <a:rPr dirty="0"/>
              <a:t> </a:t>
            </a:r>
            <a:r>
              <a:rPr dirty="0" err="1"/>
              <a:t>einzelne</a:t>
            </a:r>
            <a:r>
              <a:rPr dirty="0"/>
              <a:t>, nicht </a:t>
            </a:r>
            <a:r>
              <a:rPr dirty="0" err="1"/>
              <a:t>verbundene</a:t>
            </a:r>
            <a:r>
              <a:rPr dirty="0"/>
              <a:t> </a:t>
            </a:r>
            <a:r>
              <a:rPr dirty="0" err="1"/>
              <a:t>Kamerabeobachtungen</a:t>
            </a:r>
            <a:r>
              <a:rPr dirty="0"/>
              <a:t>. Alle </a:t>
            </a:r>
            <a:r>
              <a:rPr dirty="0" err="1"/>
              <a:t>Punkte</a:t>
            </a:r>
            <a:r>
              <a:rPr dirty="0"/>
              <a:t> </a:t>
            </a:r>
            <a:r>
              <a:rPr dirty="0" err="1"/>
              <a:t>liegen</a:t>
            </a:r>
            <a:r>
              <a:rPr dirty="0"/>
              <a:t> </a:t>
            </a:r>
            <a:r>
              <a:rPr dirty="0" err="1"/>
              <a:t>im</a:t>
            </a:r>
            <a:r>
              <a:rPr dirty="0"/>
              <a:t> </a:t>
            </a:r>
            <a:r>
              <a:rPr dirty="0" err="1"/>
              <a:t>Kamerabereich</a:t>
            </a:r>
            <a:r>
              <a:rPr dirty="0"/>
              <a:t>. Die </a:t>
            </a:r>
            <a:r>
              <a:rPr dirty="0" err="1"/>
              <a:t>untere</a:t>
            </a:r>
            <a:r>
              <a:rPr dirty="0"/>
              <a:t> </a:t>
            </a:r>
            <a:r>
              <a:rPr dirty="0" err="1"/>
              <a:t>Punktreihe</a:t>
            </a:r>
            <a:r>
              <a:rPr dirty="0"/>
              <a:t> </a:t>
            </a:r>
            <a:r>
              <a:rPr dirty="0" err="1"/>
              <a:t>enthält</a:t>
            </a:r>
            <a:r>
              <a:rPr dirty="0"/>
              <a:t> </a:t>
            </a:r>
            <a:r>
              <a:rPr dirty="0" err="1"/>
              <a:t>weniger</a:t>
            </a:r>
            <a:r>
              <a:rPr dirty="0"/>
              <a:t> </a:t>
            </a:r>
            <a:r>
              <a:rPr dirty="0" err="1"/>
              <a:t>Messungen</a:t>
            </a:r>
            <a:r>
              <a:rPr dirty="0"/>
              <a:t>, </a:t>
            </a:r>
            <a:r>
              <a:rPr dirty="0" err="1"/>
              <a:t>größere</a:t>
            </a:r>
            <a:r>
              <a:rPr dirty="0"/>
              <a:t> </a:t>
            </a:r>
            <a:r>
              <a:rPr dirty="0" err="1"/>
              <a:t>Längsabstände</a:t>
            </a:r>
            <a:r>
              <a:rPr dirty="0"/>
              <a:t> und </a:t>
            </a:r>
            <a:r>
              <a:rPr dirty="0" err="1"/>
              <a:t>stärkere</a:t>
            </a:r>
            <a:r>
              <a:rPr dirty="0"/>
              <a:t> </a:t>
            </a:r>
            <a:r>
              <a:rPr dirty="0" err="1"/>
              <a:t>Streuung</a:t>
            </a:r>
            <a:r>
              <a:rPr dirty="0"/>
              <a:t> </a:t>
            </a:r>
            <a:r>
              <a:rPr dirty="0" err="1"/>
              <a:t>als</a:t>
            </a:r>
            <a:r>
              <a:rPr dirty="0"/>
              <a:t> die </a:t>
            </a:r>
            <a:r>
              <a:rPr dirty="0" err="1"/>
              <a:t>obere</a:t>
            </a:r>
            <a:r>
              <a:rPr dirty="0"/>
              <a:t>. Die </a:t>
            </a:r>
            <a:r>
              <a:rPr dirty="0" err="1"/>
              <a:t>gestrichelten</a:t>
            </a:r>
            <a:r>
              <a:rPr dirty="0"/>
              <a:t> </a:t>
            </a:r>
            <a:r>
              <a:rPr dirty="0" err="1"/>
              <a:t>Geraden</a:t>
            </a:r>
            <a:r>
              <a:rPr dirty="0"/>
              <a:t> </a:t>
            </a:r>
            <a:r>
              <a:rPr dirty="0" err="1"/>
              <a:t>sind</a:t>
            </a:r>
            <a:r>
              <a:rPr dirty="0"/>
              <a:t> </a:t>
            </a:r>
            <a:r>
              <a:rPr dirty="0" err="1"/>
              <a:t>Ausgleichsgeraden</a:t>
            </a:r>
            <a:r>
              <a:rPr dirty="0"/>
              <a:t> </a:t>
            </a:r>
            <a:r>
              <a:rPr dirty="0" err="1"/>
              <a:t>zu</a:t>
            </a:r>
            <a:r>
              <a:rPr dirty="0"/>
              <a:t> den </a:t>
            </a:r>
            <a:r>
              <a:rPr dirty="0" err="1"/>
              <a:t>gezeichneten</a:t>
            </a:r>
            <a:r>
              <a:rPr dirty="0"/>
              <a:t> </a:t>
            </a:r>
            <a:r>
              <a:rPr dirty="0" err="1"/>
              <a:t>Punktwolken</a:t>
            </a:r>
            <a:r>
              <a:rPr dirty="0"/>
              <a:t>. Sie </a:t>
            </a:r>
            <a:r>
              <a:rPr dirty="0" err="1"/>
              <a:t>laufen</a:t>
            </a:r>
            <a:r>
              <a:rPr dirty="0"/>
              <a:t> </a:t>
            </a:r>
            <a:r>
              <a:rPr dirty="0" err="1"/>
              <a:t>über</a:t>
            </a:r>
            <a:r>
              <a:rPr dirty="0"/>
              <a:t> das Ende des </a:t>
            </a:r>
            <a:r>
              <a:rPr dirty="0" err="1"/>
              <a:t>Kamerabilds</a:t>
            </a:r>
            <a:r>
              <a:rPr dirty="0"/>
              <a:t> </a:t>
            </a:r>
            <a:r>
              <a:rPr dirty="0" err="1"/>
              <a:t>hinaus</a:t>
            </a:r>
            <a:r>
              <a:rPr dirty="0"/>
              <a:t> bis </a:t>
            </a:r>
            <a:r>
              <a:rPr dirty="0" err="1"/>
              <a:t>zum</a:t>
            </a:r>
            <a:r>
              <a:rPr dirty="0"/>
              <a:t> Ende der </a:t>
            </a:r>
            <a:r>
              <a:rPr dirty="0" err="1"/>
              <a:t>horizontalen</a:t>
            </a:r>
            <a:r>
              <a:rPr dirty="0"/>
              <a:t> </a:t>
            </a:r>
            <a:r>
              <a:rPr dirty="0" err="1"/>
              <a:t>Achse</a:t>
            </a:r>
            <a:r>
              <a:rPr dirty="0"/>
              <a:t>. Die </a:t>
            </a:r>
            <a:r>
              <a:rPr dirty="0" err="1"/>
              <a:t>durchgezogene</a:t>
            </a:r>
            <a:r>
              <a:rPr dirty="0"/>
              <a:t> rote </a:t>
            </a:r>
            <a:r>
              <a:rPr dirty="0" err="1"/>
              <a:t>Gerade</a:t>
            </a:r>
            <a:r>
              <a:rPr dirty="0"/>
              <a:t> </a:t>
            </a:r>
            <a:r>
              <a:rPr dirty="0" err="1"/>
              <a:t>veranschaulicht</a:t>
            </a:r>
            <a:r>
              <a:rPr dirty="0"/>
              <a:t> </a:t>
            </a:r>
            <a:r>
              <a:rPr dirty="0" err="1"/>
              <a:t>eine</a:t>
            </a:r>
            <a:r>
              <a:rPr dirty="0"/>
              <a:t> </a:t>
            </a:r>
            <a:r>
              <a:rPr dirty="0" err="1"/>
              <a:t>gemeinsame</a:t>
            </a:r>
            <a:r>
              <a:rPr dirty="0"/>
              <a:t> </a:t>
            </a:r>
            <a:r>
              <a:rPr dirty="0" err="1"/>
              <a:t>Bewegungsschätzung</a:t>
            </a:r>
            <a:r>
              <a:rPr dirty="0"/>
              <a:t> </a:t>
            </a:r>
            <a:r>
              <a:rPr dirty="0" err="1"/>
              <a:t>mit</a:t>
            </a:r>
            <a:r>
              <a:rPr dirty="0"/>
              <a:t> </a:t>
            </a:r>
            <a:r>
              <a:rPr dirty="0" err="1"/>
              <a:t>einer</a:t>
            </a:r>
            <a:r>
              <a:rPr dirty="0"/>
              <a:t> </a:t>
            </a:r>
            <a:r>
              <a:rPr dirty="0" err="1"/>
              <a:t>Richtung</a:t>
            </a:r>
            <a:r>
              <a:rPr dirty="0"/>
              <a:t> </a:t>
            </a:r>
            <a:r>
              <a:rPr dirty="0" err="1"/>
              <a:t>zwischen</a:t>
            </a:r>
            <a:r>
              <a:rPr dirty="0"/>
              <a:t> den </a:t>
            </a:r>
            <a:r>
              <a:rPr dirty="0" err="1"/>
              <a:t>beiden</a:t>
            </a:r>
            <a:r>
              <a:rPr dirty="0"/>
              <a:t> </a:t>
            </a:r>
            <a:r>
              <a:rPr dirty="0" err="1"/>
              <a:t>Einzelschätzungen</a:t>
            </a:r>
            <a:r>
              <a:rPr dirty="0"/>
              <a:t>. Die </a:t>
            </a:r>
            <a:r>
              <a:rPr dirty="0" err="1"/>
              <a:t>gezeichneten</a:t>
            </a:r>
            <a:r>
              <a:rPr dirty="0"/>
              <a:t> </a:t>
            </a:r>
            <a:r>
              <a:rPr dirty="0" err="1"/>
              <a:t>Punkte</a:t>
            </a:r>
            <a:r>
              <a:rPr dirty="0"/>
              <a:t> und </a:t>
            </a:r>
            <a:r>
              <a:rPr dirty="0" err="1"/>
              <a:t>Geraden</a:t>
            </a:r>
            <a:r>
              <a:rPr dirty="0"/>
              <a:t> </a:t>
            </a:r>
            <a:r>
              <a:rPr dirty="0" err="1"/>
              <a:t>sind</a:t>
            </a:r>
            <a:r>
              <a:rPr dirty="0"/>
              <a:t> illustrative </a:t>
            </a:r>
            <a:r>
              <a:rPr dirty="0" err="1"/>
              <a:t>Daten</a:t>
            </a:r>
            <a:r>
              <a:rPr dirty="0"/>
              <a:t> und </a:t>
            </a:r>
            <a:r>
              <a:rPr dirty="0" err="1"/>
              <a:t>keine</a:t>
            </a:r>
            <a:r>
              <a:rPr dirty="0"/>
              <a:t> </a:t>
            </a:r>
            <a:r>
              <a:rPr dirty="0" err="1"/>
              <a:t>protokollierte</a:t>
            </a:r>
            <a:r>
              <a:rPr dirty="0"/>
              <a:t> </a:t>
            </a:r>
            <a:r>
              <a:rPr dirty="0" err="1"/>
              <a:t>Messreihe</a:t>
            </a:r>
            <a:r>
              <a:rPr dirty="0"/>
              <a:t>. Die </a:t>
            </a:r>
            <a:r>
              <a:rPr dirty="0" err="1"/>
              <a:t>genaue</a:t>
            </a:r>
            <a:r>
              <a:rPr dirty="0"/>
              <a:t> </a:t>
            </a:r>
            <a:r>
              <a:rPr dirty="0" err="1"/>
              <a:t>Mittelung</a:t>
            </a:r>
            <a:r>
              <a:rPr dirty="0"/>
              <a:t> der </a:t>
            </a:r>
            <a:r>
              <a:rPr dirty="0" err="1"/>
              <a:t>gezeichneten</a:t>
            </a:r>
            <a:r>
              <a:rPr dirty="0"/>
              <a:t> </a:t>
            </a:r>
            <a:r>
              <a:rPr dirty="0" err="1"/>
              <a:t>Geraden</a:t>
            </a:r>
            <a:r>
              <a:rPr dirty="0"/>
              <a:t> </a:t>
            </a:r>
            <a:r>
              <a:rPr dirty="0" err="1"/>
              <a:t>ist</a:t>
            </a:r>
            <a:r>
              <a:rPr dirty="0"/>
              <a:t> </a:t>
            </a:r>
            <a:r>
              <a:rPr dirty="0" err="1"/>
              <a:t>keine</a:t>
            </a:r>
            <a:r>
              <a:rPr dirty="0"/>
              <a:t> </a:t>
            </a:r>
            <a:r>
              <a:rPr dirty="0" err="1"/>
              <a:t>Beschreibung</a:t>
            </a:r>
            <a:r>
              <a:rPr dirty="0"/>
              <a:t> des </a:t>
            </a:r>
            <a:r>
              <a:rPr dirty="0" err="1"/>
              <a:t>Implementierungsalgorithmus</a:t>
            </a:r>
            <a:r>
              <a:rPr dirty="0"/>
              <a:t>.</a:t>
            </a:r>
          </a:p>
          <a:p>
            <a:endParaRPr dirty="0"/>
          </a:p>
          <a:p>
            <a:r>
              <a:rPr dirty="0"/>
              <a:t>In </a:t>
            </a:r>
            <a:r>
              <a:rPr dirty="0" err="1"/>
              <a:t>einer</a:t>
            </a:r>
            <a:r>
              <a:rPr dirty="0"/>
              <a:t> x/y-</a:t>
            </a:r>
            <a:r>
              <a:rPr dirty="0" err="1"/>
              <a:t>Darstellung</a:t>
            </a:r>
            <a:r>
              <a:rPr dirty="0"/>
              <a:t> </a:t>
            </a:r>
            <a:r>
              <a:rPr dirty="0" err="1"/>
              <a:t>zeigt</a:t>
            </a:r>
            <a:r>
              <a:rPr dirty="0"/>
              <a:t> die </a:t>
            </a:r>
            <a:r>
              <a:rPr dirty="0" err="1"/>
              <a:t>Geradensteigung</a:t>
            </a:r>
            <a:r>
              <a:rPr dirty="0"/>
              <a:t> die </a:t>
            </a:r>
            <a:r>
              <a:rPr dirty="0" err="1"/>
              <a:t>Bewegungsrichtung</a:t>
            </a:r>
            <a:r>
              <a:rPr dirty="0"/>
              <a:t>. Den </a:t>
            </a:r>
            <a:r>
              <a:rPr dirty="0" err="1"/>
              <a:t>Geschwindigkeitsbetrag</a:t>
            </a:r>
            <a:r>
              <a:rPr dirty="0"/>
              <a:t> </a:t>
            </a:r>
            <a:r>
              <a:rPr dirty="0" err="1"/>
              <a:t>kann</a:t>
            </a:r>
            <a:r>
              <a:rPr dirty="0"/>
              <a:t> man </a:t>
            </a:r>
            <a:r>
              <a:rPr dirty="0" err="1"/>
              <a:t>daraus</a:t>
            </a:r>
            <a:r>
              <a:rPr dirty="0"/>
              <a:t> </a:t>
            </a:r>
            <a:r>
              <a:rPr dirty="0" err="1"/>
              <a:t>allein</a:t>
            </a:r>
            <a:r>
              <a:rPr dirty="0"/>
              <a:t> nicht </a:t>
            </a:r>
            <a:r>
              <a:rPr dirty="0" err="1"/>
              <a:t>ablesen</a:t>
            </a:r>
            <a:r>
              <a:rPr dirty="0"/>
              <a:t>. </a:t>
            </a:r>
            <a:r>
              <a:rPr dirty="0" err="1"/>
              <a:t>Dafür</a:t>
            </a:r>
            <a:r>
              <a:rPr dirty="0"/>
              <a:t> </a:t>
            </a:r>
            <a:r>
              <a:rPr dirty="0" err="1"/>
              <a:t>wertet</a:t>
            </a:r>
            <a:r>
              <a:rPr dirty="0"/>
              <a:t> vectoring die </a:t>
            </a:r>
            <a:r>
              <a:rPr dirty="0" err="1"/>
              <a:t>Positionshistorien</a:t>
            </a:r>
            <a:r>
              <a:rPr dirty="0"/>
              <a:t> </a:t>
            </a:r>
            <a:r>
              <a:rPr dirty="0" err="1"/>
              <a:t>zusammen</a:t>
            </a:r>
            <a:r>
              <a:rPr dirty="0"/>
              <a:t> </a:t>
            </a:r>
            <a:r>
              <a:rPr dirty="0" err="1"/>
              <a:t>mit</a:t>
            </a:r>
            <a:r>
              <a:rPr dirty="0"/>
              <a:t> </a:t>
            </a:r>
            <a:r>
              <a:rPr dirty="0" err="1"/>
              <a:t>ihren</a:t>
            </a:r>
            <a:r>
              <a:rPr dirty="0"/>
              <a:t> Zeitstempeln </a:t>
            </a:r>
            <a:r>
              <a:rPr dirty="0" err="1"/>
              <a:t>aus.</a:t>
            </a:r>
            <a:r>
              <a:rPr dirty="0"/>
              <a:t> </a:t>
            </a:r>
            <a:r>
              <a:rPr dirty="0" err="1"/>
              <a:t>Unterschiedliche</a:t>
            </a:r>
            <a:r>
              <a:rPr dirty="0"/>
              <a:t> </a:t>
            </a:r>
            <a:r>
              <a:rPr dirty="0" err="1"/>
              <a:t>räumliche</a:t>
            </a:r>
            <a:r>
              <a:rPr dirty="0"/>
              <a:t> </a:t>
            </a:r>
            <a:r>
              <a:rPr dirty="0" err="1"/>
              <a:t>Punktabstände</a:t>
            </a:r>
            <a:r>
              <a:rPr dirty="0"/>
              <a:t> </a:t>
            </a:r>
            <a:r>
              <a:rPr dirty="0" err="1"/>
              <a:t>können</a:t>
            </a:r>
            <a:r>
              <a:rPr dirty="0"/>
              <a:t> </a:t>
            </a:r>
            <a:r>
              <a:rPr dirty="0" err="1"/>
              <a:t>auch</a:t>
            </a:r>
            <a:r>
              <a:rPr dirty="0"/>
              <a:t> </a:t>
            </a:r>
            <a:r>
              <a:rPr dirty="0" err="1"/>
              <a:t>durch</a:t>
            </a:r>
            <a:r>
              <a:rPr dirty="0"/>
              <a:t> </a:t>
            </a:r>
            <a:r>
              <a:rPr dirty="0" err="1"/>
              <a:t>unterschiedlich</a:t>
            </a:r>
            <a:r>
              <a:rPr dirty="0"/>
              <a:t> </a:t>
            </a:r>
            <a:r>
              <a:rPr dirty="0" err="1"/>
              <a:t>viele</a:t>
            </a:r>
            <a:r>
              <a:rPr dirty="0"/>
              <a:t> </a:t>
            </a:r>
            <a:r>
              <a:rPr dirty="0" err="1"/>
              <a:t>Beobachtungen</a:t>
            </a:r>
            <a:r>
              <a:rPr dirty="0"/>
              <a:t> </a:t>
            </a:r>
            <a:r>
              <a:rPr dirty="0" err="1"/>
              <a:t>entstehen</a:t>
            </a:r>
            <a:r>
              <a:rPr dirty="0"/>
              <a:t>. Die </a:t>
            </a:r>
            <a:r>
              <a:rPr dirty="0" err="1"/>
              <a:t>Bandkalibrierung</a:t>
            </a:r>
            <a:r>
              <a:rPr dirty="0"/>
              <a:t> </a:t>
            </a:r>
            <a:r>
              <a:rPr dirty="0" err="1"/>
              <a:t>bestimmt</a:t>
            </a:r>
            <a:r>
              <a:rPr dirty="0"/>
              <a:t> die </a:t>
            </a:r>
            <a:r>
              <a:rPr dirty="0" err="1"/>
              <a:t>geometrische</a:t>
            </a:r>
            <a:r>
              <a:rPr dirty="0"/>
              <a:t> Transformation, nicht die </a:t>
            </a:r>
            <a:r>
              <a:rPr dirty="0" err="1"/>
              <a:t>Bandbewegung</a:t>
            </a:r>
            <a:r>
              <a:rPr dirty="0"/>
              <a:t>.</a:t>
            </a:r>
          </a:p>
          <a:p>
            <a:endParaRPr dirty="0"/>
          </a:p>
          <a:p>
            <a:r>
              <a:rPr dirty="0" err="1"/>
              <a:t>Im</a:t>
            </a:r>
            <a:r>
              <a:rPr dirty="0"/>
              <a:t> System: </a:t>
            </a:r>
            <a:r>
              <a:rPr dirty="0" err="1"/>
              <a:t>Einschwingen</a:t>
            </a:r>
            <a:r>
              <a:rPr dirty="0"/>
              <a:t> </a:t>
            </a:r>
            <a:r>
              <a:rPr dirty="0" err="1"/>
              <a:t>über</a:t>
            </a:r>
            <a:r>
              <a:rPr dirty="0"/>
              <a:t> </a:t>
            </a:r>
            <a:r>
              <a:rPr dirty="0" err="1"/>
              <a:t>zwei</a:t>
            </a:r>
            <a:r>
              <a:rPr dirty="0"/>
              <a:t> Fenster </a:t>
            </a:r>
            <a:r>
              <a:rPr dirty="0" err="1"/>
              <a:t>mit</a:t>
            </a:r>
            <a:r>
              <a:rPr dirty="0"/>
              <a:t> </a:t>
            </a:r>
            <a:r>
              <a:rPr dirty="0" err="1"/>
              <a:t>jeweils</a:t>
            </a:r>
            <a:r>
              <a:rPr dirty="0"/>
              <a:t> 5 </a:t>
            </a:r>
            <a:r>
              <a:rPr dirty="0" err="1"/>
              <a:t>Messungen</a:t>
            </a:r>
            <a:r>
              <a:rPr dirty="0"/>
              <a:t> und </a:t>
            </a:r>
            <a:r>
              <a:rPr dirty="0" err="1"/>
              <a:t>einer</a:t>
            </a:r>
            <a:r>
              <a:rPr dirty="0"/>
              <a:t> </a:t>
            </a:r>
            <a:r>
              <a:rPr dirty="0" err="1"/>
              <a:t>Geschwindigkeitstoleranz</a:t>
            </a:r>
            <a:r>
              <a:rPr dirty="0"/>
              <a:t> von 0,01 m/s. Aus den </a:t>
            </a:r>
            <a:r>
              <a:rPr dirty="0" err="1"/>
              <a:t>stabilen</a:t>
            </a:r>
            <a:r>
              <a:rPr dirty="0"/>
              <a:t> Tracks </a:t>
            </a:r>
            <a:r>
              <a:rPr dirty="0" err="1"/>
              <a:t>entsteht</a:t>
            </a:r>
            <a:r>
              <a:rPr dirty="0"/>
              <a:t> </a:t>
            </a:r>
            <a:r>
              <a:rPr dirty="0" err="1"/>
              <a:t>eine</a:t>
            </a:r>
            <a:r>
              <a:rPr dirty="0"/>
              <a:t> </a:t>
            </a:r>
            <a:r>
              <a:rPr dirty="0" err="1"/>
              <a:t>gemeinsame</a:t>
            </a:r>
            <a:r>
              <a:rPr dirty="0"/>
              <a:t> </a:t>
            </a:r>
            <a:r>
              <a:rPr dirty="0" err="1"/>
              <a:t>Ausgleichsrechnung</a:t>
            </a:r>
            <a:r>
              <a:rPr dirty="0"/>
              <a:t> für </a:t>
            </a:r>
            <a:r>
              <a:rPr dirty="0" err="1"/>
              <a:t>Betrag</a:t>
            </a:r>
            <a:r>
              <a:rPr dirty="0"/>
              <a:t> und </a:t>
            </a:r>
            <a:r>
              <a:rPr dirty="0" err="1"/>
              <a:t>Richtung</a:t>
            </a:r>
            <a:r>
              <a:rPr dirty="0"/>
              <a:t> der </a:t>
            </a:r>
            <a:r>
              <a:rPr dirty="0" err="1"/>
              <a:t>Bandgeschwindigkeit</a:t>
            </a:r>
            <a:r>
              <a:rPr dirty="0"/>
              <a:t>. Lange, </a:t>
            </a:r>
            <a:r>
              <a:rPr dirty="0" err="1"/>
              <a:t>ungestörte</a:t>
            </a:r>
            <a:r>
              <a:rPr dirty="0"/>
              <a:t> </a:t>
            </a:r>
            <a:r>
              <a:rPr dirty="0" err="1"/>
              <a:t>Messreihen</a:t>
            </a:r>
            <a:r>
              <a:rPr dirty="0"/>
              <a:t> </a:t>
            </a:r>
            <a:r>
              <a:rPr dirty="0" err="1"/>
              <a:t>erhalten</a:t>
            </a:r>
            <a:r>
              <a:rPr dirty="0"/>
              <a:t> </a:t>
            </a:r>
            <a:r>
              <a:rPr dirty="0" err="1"/>
              <a:t>mehr</a:t>
            </a:r>
            <a:r>
              <a:rPr dirty="0"/>
              <a:t> </a:t>
            </a:r>
            <a:r>
              <a:rPr dirty="0" err="1"/>
              <a:t>Gewicht</a:t>
            </a:r>
            <a:r>
              <a:rPr dirty="0"/>
              <a:t> </a:t>
            </a:r>
            <a:r>
              <a:rPr dirty="0" err="1"/>
              <a:t>als</a:t>
            </a:r>
            <a:r>
              <a:rPr dirty="0"/>
              <a:t> </a:t>
            </a:r>
            <a:r>
              <a:rPr dirty="0" err="1"/>
              <a:t>kurze</a:t>
            </a:r>
            <a:r>
              <a:rPr dirty="0"/>
              <a:t>. Position, </a:t>
            </a:r>
            <a:r>
              <a:rPr dirty="0" err="1"/>
              <a:t>Abmessungen</a:t>
            </a:r>
            <a:r>
              <a:rPr dirty="0"/>
              <a:t> und </a:t>
            </a:r>
            <a:r>
              <a:rPr dirty="0" err="1"/>
              <a:t>Orientierung</a:t>
            </a:r>
            <a:r>
              <a:rPr dirty="0"/>
              <a:t> </a:t>
            </a:r>
            <a:r>
              <a:rPr dirty="0" err="1"/>
              <a:t>werden</a:t>
            </a:r>
            <a:r>
              <a:rPr dirty="0"/>
              <a:t> ab dem </a:t>
            </a:r>
            <a:r>
              <a:rPr dirty="0" err="1"/>
              <a:t>Einschwingen</a:t>
            </a:r>
            <a:r>
              <a:rPr dirty="0"/>
              <a:t> </a:t>
            </a:r>
            <a:r>
              <a:rPr dirty="0" err="1"/>
              <a:t>über</a:t>
            </a:r>
            <a:r>
              <a:rPr dirty="0"/>
              <a:t> die </a:t>
            </a:r>
            <a:r>
              <a:rPr dirty="0" err="1"/>
              <a:t>letzten</a:t>
            </a:r>
            <a:r>
              <a:rPr dirty="0"/>
              <a:t> 20 </a:t>
            </a:r>
            <a:r>
              <a:rPr dirty="0" err="1"/>
              <a:t>Messungen</a:t>
            </a:r>
            <a:r>
              <a:rPr dirty="0"/>
              <a:t> </a:t>
            </a:r>
            <a:r>
              <a:rPr dirty="0" err="1"/>
              <a:t>geglättet</a:t>
            </a:r>
            <a:r>
              <a:rPr dirty="0"/>
              <a:t>. Mit der </a:t>
            </a:r>
            <a:r>
              <a:rPr dirty="0" err="1"/>
              <a:t>Bandgeschwindigkeit</a:t>
            </a:r>
            <a:r>
              <a:rPr dirty="0"/>
              <a:t> </a:t>
            </a:r>
            <a:r>
              <a:rPr dirty="0" err="1"/>
              <a:t>führt</a:t>
            </a:r>
            <a:r>
              <a:rPr dirty="0"/>
              <a:t> vectoring die </a:t>
            </a:r>
            <a:r>
              <a:rPr dirty="0" err="1"/>
              <a:t>Objektpositionen</a:t>
            </a:r>
            <a:r>
              <a:rPr dirty="0"/>
              <a:t> hinter dem </a:t>
            </a:r>
            <a:r>
              <a:rPr dirty="0" err="1"/>
              <a:t>Bildbereich</a:t>
            </a:r>
            <a:r>
              <a:rPr dirty="0"/>
              <a:t> </a:t>
            </a:r>
            <a:r>
              <a:rPr dirty="0" err="1"/>
              <a:t>weiter</a:t>
            </a:r>
            <a:r>
              <a:rPr dirty="0"/>
              <a:t>. Die </a:t>
            </a:r>
            <a:r>
              <a:rPr dirty="0" err="1"/>
              <a:t>dokumentierte</a:t>
            </a:r>
            <a:r>
              <a:rPr dirty="0"/>
              <a:t> </a:t>
            </a:r>
            <a:r>
              <a:rPr dirty="0" err="1"/>
              <a:t>bildbasierte</a:t>
            </a:r>
            <a:r>
              <a:rPr dirty="0"/>
              <a:t> </a:t>
            </a:r>
            <a:r>
              <a:rPr dirty="0" err="1"/>
              <a:t>Schätzung</a:t>
            </a:r>
            <a:r>
              <a:rPr dirty="0"/>
              <a:t> </a:t>
            </a:r>
            <a:r>
              <a:rPr dirty="0" err="1"/>
              <a:t>betrug</a:t>
            </a:r>
            <a:r>
              <a:rPr dirty="0"/>
              <a:t> </a:t>
            </a:r>
            <a:r>
              <a:rPr dirty="0" err="1"/>
              <a:t>rund</a:t>
            </a:r>
            <a:r>
              <a:rPr dirty="0"/>
              <a:t> 128 mm/s, die </a:t>
            </a:r>
            <a:r>
              <a:rPr dirty="0" err="1"/>
              <a:t>Gegenprobe</a:t>
            </a:r>
            <a:r>
              <a:rPr dirty="0"/>
              <a:t> </a:t>
            </a:r>
            <a:r>
              <a:rPr dirty="0" err="1"/>
              <a:t>mit</a:t>
            </a:r>
            <a:r>
              <a:rPr dirty="0"/>
              <a:t> </a:t>
            </a:r>
            <a:r>
              <a:rPr dirty="0" err="1"/>
              <a:t>Stoppuhr</a:t>
            </a:r>
            <a:r>
              <a:rPr dirty="0"/>
              <a:t> 125 bis 133 mm/s. </a:t>
            </a:r>
            <a:r>
              <a:rPr dirty="0" err="1"/>
              <a:t>Diese</a:t>
            </a:r>
            <a:r>
              <a:rPr dirty="0"/>
              <a:t> </a:t>
            </a:r>
            <a:r>
              <a:rPr dirty="0" err="1"/>
              <a:t>Werte</a:t>
            </a:r>
            <a:r>
              <a:rPr dirty="0"/>
              <a:t> </a:t>
            </a:r>
            <a:r>
              <a:rPr dirty="0" err="1"/>
              <a:t>gehören</a:t>
            </a:r>
            <a:r>
              <a:rPr dirty="0"/>
              <a:t> </a:t>
            </a:r>
            <a:r>
              <a:rPr dirty="0" err="1"/>
              <a:t>zu</a:t>
            </a:r>
            <a:r>
              <a:rPr dirty="0"/>
              <a:t> </a:t>
            </a:r>
            <a:r>
              <a:rPr dirty="0" err="1"/>
              <a:t>einer</a:t>
            </a:r>
            <a:r>
              <a:rPr dirty="0"/>
              <a:t> </a:t>
            </a:r>
            <a:r>
              <a:rPr dirty="0" err="1"/>
              <a:t>dokumentierten</a:t>
            </a:r>
            <a:r>
              <a:rPr dirty="0"/>
              <a:t> </a:t>
            </a:r>
            <a:r>
              <a:rPr dirty="0" err="1"/>
              <a:t>Gegenprobe</a:t>
            </a:r>
            <a:r>
              <a:rPr dirty="0"/>
              <a:t> und </a:t>
            </a:r>
            <a:r>
              <a:rPr dirty="0" err="1"/>
              <a:t>sind</a:t>
            </a:r>
            <a:r>
              <a:rPr dirty="0"/>
              <a:t> nicht </a:t>
            </a:r>
            <a:r>
              <a:rPr dirty="0" err="1"/>
              <a:t>aus</a:t>
            </a:r>
            <a:r>
              <a:rPr dirty="0"/>
              <a:t> </a:t>
            </a:r>
            <a:r>
              <a:rPr dirty="0" err="1"/>
              <a:t>dieser</a:t>
            </a:r>
            <a:r>
              <a:rPr dirty="0"/>
              <a:t> </a:t>
            </a:r>
            <a:r>
              <a:rPr dirty="0" err="1"/>
              <a:t>Skizze</a:t>
            </a:r>
            <a:r>
              <a:rPr dirty="0"/>
              <a:t> </a:t>
            </a:r>
            <a:r>
              <a:rPr dirty="0" err="1"/>
              <a:t>abgelesen</a:t>
            </a:r>
            <a:r>
              <a:rPr dirty="0"/>
              <a:t>.</a:t>
            </a:r>
          </a:p>
          <a:p>
            <a:endParaRPr dirty="0"/>
          </a:p>
          <a:p>
            <a:r>
              <a:rPr dirty="0" err="1"/>
              <a:t>Quellen</a:t>
            </a:r>
            <a:r>
              <a:rPr dirty="0"/>
              <a:t>: </a:t>
            </a:r>
            <a:r>
              <a:rPr dirty="0" err="1"/>
              <a:t>Projektbericht</a:t>
            </a:r>
            <a:r>
              <a:rPr dirty="0"/>
              <a:t>/</a:t>
            </a:r>
            <a:r>
              <a:rPr dirty="0" err="1"/>
              <a:t>entwuerfe</a:t>
            </a:r>
            <a:r>
              <a:rPr dirty="0"/>
              <a:t>/berichtstext.md, </a:t>
            </a:r>
            <a:r>
              <a:rPr dirty="0" err="1"/>
              <a:t>Abschnitt</a:t>
            </a:r>
            <a:r>
              <a:rPr dirty="0"/>
              <a:t> 3.2.2. docs/</a:t>
            </a:r>
            <a:r>
              <a:rPr dirty="0" err="1"/>
              <a:t>uebersicht</a:t>
            </a:r>
            <a:r>
              <a:rPr dirty="0"/>
              <a:t>/systemgraph.md. source/</a:t>
            </a:r>
            <a:r>
              <a:rPr dirty="0" err="1"/>
              <a:t>roboter_tetris</a:t>
            </a:r>
            <a:r>
              <a:rPr dirty="0"/>
              <a:t>/</a:t>
            </a:r>
            <a:r>
              <a:rPr dirty="0" err="1"/>
              <a:t>roboter_tetris</a:t>
            </a:r>
            <a:r>
              <a:rPr dirty="0"/>
              <a:t>/track_estimation.py. Stand 02.10.2026.</a:t>
            </a:r>
          </a:p>
        </p:txBody>
      </p:sp>
      <p:sp>
        <p:nvSpPr>
          <p:cNvPr id="4" name="Slide Number Placeholder 3">
            <a:extLst>
              <a:ext uri="{FF2B5EF4-FFF2-40B4-BE49-F238E27FC236}">
                <a16:creationId xmlns:a16="http://schemas.microsoft.com/office/drawing/2014/main" id="{4367017E-00AC-FCED-795C-8D8D390C4165}"/>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38387328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Tobi</a:t>
            </a:r>
          </a:p>
          <a:p>
            <a:endParaRPr lang="de-DE" dirty="0"/>
          </a:p>
          <a:p>
            <a:r>
              <a:rPr dirty="0"/>
              <a:t>Folie 9: </a:t>
            </a:r>
            <a:r>
              <a:rPr dirty="0" err="1"/>
              <a:t>Zielauswahl</a:t>
            </a:r>
            <a:r>
              <a:rPr dirty="0"/>
              <a:t> und </a:t>
            </a:r>
            <a:r>
              <a:rPr dirty="0" err="1"/>
              <a:t>Erreichbarkeit</a:t>
            </a:r>
            <a:endParaRPr dirty="0"/>
          </a:p>
          <a:p>
            <a:r>
              <a:rPr dirty="0" err="1"/>
              <a:t>Geplante</a:t>
            </a:r>
            <a:r>
              <a:rPr dirty="0"/>
              <a:t> </a:t>
            </a:r>
            <a:r>
              <a:rPr dirty="0" err="1"/>
              <a:t>Sprechzeit</a:t>
            </a:r>
            <a:r>
              <a:rPr dirty="0"/>
              <a:t>: 1:00 Minuten.</a:t>
            </a:r>
          </a:p>
          <a:p>
            <a:endParaRPr dirty="0"/>
          </a:p>
          <a:p>
            <a:r>
              <a:rPr dirty="0"/>
              <a:t>Das </a:t>
            </a:r>
            <a:r>
              <a:rPr dirty="0" err="1"/>
              <a:t>Bandbild</a:t>
            </a:r>
            <a:r>
              <a:rPr dirty="0"/>
              <a:t> </a:t>
            </a:r>
            <a:r>
              <a:rPr dirty="0" err="1"/>
              <a:t>ist</a:t>
            </a:r>
            <a:r>
              <a:rPr dirty="0"/>
              <a:t> </a:t>
            </a:r>
            <a:r>
              <a:rPr dirty="0" err="1"/>
              <a:t>schematisch</a:t>
            </a:r>
            <a:r>
              <a:rPr dirty="0"/>
              <a:t> und </a:t>
            </a:r>
            <a:r>
              <a:rPr dirty="0" err="1"/>
              <a:t>zeigt</a:t>
            </a:r>
            <a:r>
              <a:rPr dirty="0"/>
              <a:t> </a:t>
            </a:r>
            <a:r>
              <a:rPr dirty="0" err="1"/>
              <a:t>verschiedene</a:t>
            </a:r>
            <a:r>
              <a:rPr dirty="0"/>
              <a:t> </a:t>
            </a:r>
            <a:r>
              <a:rPr dirty="0" err="1"/>
              <a:t>Auswahlzustände</a:t>
            </a:r>
            <a:r>
              <a:rPr dirty="0"/>
              <a:t>, </a:t>
            </a:r>
            <a:r>
              <a:rPr dirty="0" err="1"/>
              <a:t>keine</a:t>
            </a:r>
            <a:r>
              <a:rPr dirty="0"/>
              <a:t> </a:t>
            </a:r>
            <a:r>
              <a:rPr dirty="0" err="1"/>
              <a:t>realen</a:t>
            </a:r>
            <a:r>
              <a:rPr dirty="0"/>
              <a:t> IDs </a:t>
            </a:r>
            <a:r>
              <a:rPr dirty="0" err="1"/>
              <a:t>oder</a:t>
            </a:r>
            <a:r>
              <a:rPr dirty="0"/>
              <a:t> </a:t>
            </a:r>
            <a:r>
              <a:rPr dirty="0" err="1"/>
              <a:t>Versuchsdaten</a:t>
            </a:r>
            <a:r>
              <a:rPr dirty="0"/>
              <a:t>. Nur </a:t>
            </a:r>
            <a:r>
              <a:rPr dirty="0" err="1"/>
              <a:t>eingeschwungene</a:t>
            </a:r>
            <a:r>
              <a:rPr dirty="0"/>
              <a:t>, </a:t>
            </a:r>
            <a:r>
              <a:rPr dirty="0" err="1"/>
              <a:t>geometrisch</a:t>
            </a:r>
            <a:r>
              <a:rPr dirty="0"/>
              <a:t> </a:t>
            </a:r>
            <a:r>
              <a:rPr dirty="0" err="1"/>
              <a:t>greifbare</a:t>
            </a:r>
            <a:r>
              <a:rPr dirty="0"/>
              <a:t> und </a:t>
            </a:r>
            <a:r>
              <a:rPr dirty="0" err="1"/>
              <a:t>rechtzeitig</a:t>
            </a:r>
            <a:r>
              <a:rPr dirty="0"/>
              <a:t> </a:t>
            </a:r>
            <a:r>
              <a:rPr dirty="0" err="1"/>
              <a:t>erreichbare</a:t>
            </a:r>
            <a:r>
              <a:rPr dirty="0"/>
              <a:t> </a:t>
            </a:r>
            <a:r>
              <a:rPr dirty="0" err="1"/>
              <a:t>Klötze</a:t>
            </a:r>
            <a:r>
              <a:rPr dirty="0"/>
              <a:t> </a:t>
            </a:r>
            <a:r>
              <a:rPr dirty="0" err="1"/>
              <a:t>sind</a:t>
            </a:r>
            <a:r>
              <a:rPr dirty="0"/>
              <a:t> </a:t>
            </a:r>
            <a:r>
              <a:rPr dirty="0" err="1"/>
              <a:t>Kandidaten</a:t>
            </a:r>
            <a:r>
              <a:rPr dirty="0"/>
              <a:t>. Die </a:t>
            </a:r>
            <a:r>
              <a:rPr dirty="0" err="1"/>
              <a:t>Auswahl</a:t>
            </a:r>
            <a:r>
              <a:rPr dirty="0"/>
              <a:t> </a:t>
            </a:r>
            <a:r>
              <a:rPr dirty="0" err="1"/>
              <a:t>bleibt</a:t>
            </a:r>
            <a:r>
              <a:rPr dirty="0"/>
              <a:t> bis </a:t>
            </a:r>
            <a:r>
              <a:rPr dirty="0" err="1"/>
              <a:t>zur</a:t>
            </a:r>
            <a:r>
              <a:rPr dirty="0"/>
              <a:t> </a:t>
            </a:r>
            <a:r>
              <a:rPr dirty="0" err="1"/>
              <a:t>Abschlussmeldung</a:t>
            </a:r>
            <a:r>
              <a:rPr dirty="0"/>
              <a:t> </a:t>
            </a:r>
            <a:r>
              <a:rPr dirty="0" err="1"/>
              <a:t>gebunden</a:t>
            </a:r>
            <a:r>
              <a:rPr dirty="0"/>
              <a:t>.</a:t>
            </a:r>
          </a:p>
          <a:p>
            <a:r>
              <a:rPr dirty="0"/>
              <a:t>Die </a:t>
            </a:r>
            <a:r>
              <a:rPr dirty="0" err="1"/>
              <a:t>Greifzone</a:t>
            </a:r>
            <a:r>
              <a:rPr dirty="0"/>
              <a:t> </a:t>
            </a:r>
            <a:r>
              <a:rPr dirty="0" err="1"/>
              <a:t>ist</a:t>
            </a:r>
            <a:r>
              <a:rPr dirty="0"/>
              <a:t> der </a:t>
            </a:r>
            <a:r>
              <a:rPr dirty="0" err="1"/>
              <a:t>räumlich</a:t>
            </a:r>
            <a:r>
              <a:rPr dirty="0"/>
              <a:t> </a:t>
            </a:r>
            <a:r>
              <a:rPr dirty="0" err="1"/>
              <a:t>nutzbare</a:t>
            </a:r>
            <a:r>
              <a:rPr dirty="0"/>
              <a:t> </a:t>
            </a:r>
            <a:r>
              <a:rPr dirty="0" err="1"/>
              <a:t>Bereich</a:t>
            </a:r>
            <a:r>
              <a:rPr dirty="0"/>
              <a:t> auf dem Band. Die </a:t>
            </a:r>
            <a:r>
              <a:rPr dirty="0" err="1"/>
              <a:t>Greifebene</a:t>
            </a:r>
            <a:r>
              <a:rPr dirty="0"/>
              <a:t> </a:t>
            </a:r>
            <a:r>
              <a:rPr dirty="0" err="1"/>
              <a:t>ist</a:t>
            </a:r>
            <a:r>
              <a:rPr dirty="0"/>
              <a:t> </a:t>
            </a:r>
            <a:r>
              <a:rPr dirty="0" err="1"/>
              <a:t>dagegen</a:t>
            </a:r>
            <a:r>
              <a:rPr dirty="0"/>
              <a:t> die </a:t>
            </a:r>
            <a:r>
              <a:rPr dirty="0" err="1"/>
              <a:t>letzte</a:t>
            </a:r>
            <a:r>
              <a:rPr dirty="0"/>
              <a:t> Position, an der das </a:t>
            </a:r>
            <a:r>
              <a:rPr dirty="0" err="1"/>
              <a:t>Absenken</a:t>
            </a:r>
            <a:r>
              <a:rPr dirty="0"/>
              <a:t> </a:t>
            </a:r>
            <a:r>
              <a:rPr dirty="0" err="1"/>
              <a:t>beginnen</a:t>
            </a:r>
            <a:r>
              <a:rPr dirty="0"/>
              <a:t> </a:t>
            </a:r>
            <a:r>
              <a:rPr dirty="0" err="1"/>
              <a:t>darf</a:t>
            </a:r>
            <a:r>
              <a:rPr dirty="0"/>
              <a:t>. Bis </a:t>
            </a:r>
            <a:r>
              <a:rPr dirty="0" err="1"/>
              <a:t>zum</a:t>
            </a:r>
            <a:r>
              <a:rPr dirty="0"/>
              <a:t> </a:t>
            </a:r>
            <a:r>
              <a:rPr dirty="0" err="1"/>
              <a:t>Zonenende</a:t>
            </a:r>
            <a:r>
              <a:rPr dirty="0"/>
              <a:t> muss der </a:t>
            </a:r>
            <a:r>
              <a:rPr dirty="0" err="1"/>
              <a:t>Greifvorgang</a:t>
            </a:r>
            <a:r>
              <a:rPr dirty="0"/>
              <a:t> </a:t>
            </a:r>
            <a:r>
              <a:rPr dirty="0" err="1"/>
              <a:t>abgeschlossen</a:t>
            </a:r>
            <a:r>
              <a:rPr dirty="0"/>
              <a:t> sein. </a:t>
            </a:r>
            <a:r>
              <a:rPr dirty="0" err="1"/>
              <a:t>Ihre</a:t>
            </a:r>
            <a:r>
              <a:rPr dirty="0"/>
              <a:t> Lage </a:t>
            </a:r>
            <a:r>
              <a:rPr dirty="0" err="1"/>
              <a:t>folgt</a:t>
            </a:r>
            <a:r>
              <a:rPr dirty="0"/>
              <a:t> </a:t>
            </a:r>
            <a:r>
              <a:rPr dirty="0" err="1"/>
              <a:t>aus</a:t>
            </a:r>
            <a:r>
              <a:rPr dirty="0"/>
              <a:t> </a:t>
            </a:r>
            <a:r>
              <a:rPr dirty="0" err="1"/>
              <a:t>Geschwindigkeit</a:t>
            </a:r>
            <a:r>
              <a:rPr dirty="0"/>
              <a:t>, </a:t>
            </a:r>
            <a:r>
              <a:rPr dirty="0" err="1"/>
              <a:t>Prozessdauer</a:t>
            </a:r>
            <a:r>
              <a:rPr dirty="0"/>
              <a:t> und 20 </a:t>
            </a:r>
            <a:r>
              <a:rPr dirty="0" err="1"/>
              <a:t>Prozent</a:t>
            </a:r>
            <a:r>
              <a:rPr dirty="0"/>
              <a:t> Reserve. Bei </a:t>
            </a:r>
            <a:r>
              <a:rPr dirty="0" err="1"/>
              <a:t>höherer</a:t>
            </a:r>
            <a:r>
              <a:rPr dirty="0"/>
              <a:t> </a:t>
            </a:r>
            <a:r>
              <a:rPr dirty="0" err="1"/>
              <a:t>Geschwindigkeit</a:t>
            </a:r>
            <a:r>
              <a:rPr dirty="0"/>
              <a:t> </a:t>
            </a:r>
            <a:r>
              <a:rPr dirty="0" err="1"/>
              <a:t>rückt</a:t>
            </a:r>
            <a:r>
              <a:rPr dirty="0"/>
              <a:t> </a:t>
            </a:r>
            <a:r>
              <a:rPr dirty="0" err="1"/>
              <a:t>sie</a:t>
            </a:r>
            <a:r>
              <a:rPr dirty="0"/>
              <a:t> an den </a:t>
            </a:r>
            <a:r>
              <a:rPr dirty="0" err="1"/>
              <a:t>Zonenanfang</a:t>
            </a:r>
            <a:r>
              <a:rPr dirty="0"/>
              <a:t>.</a:t>
            </a:r>
          </a:p>
          <a:p>
            <a:r>
              <a:rPr dirty="0"/>
              <a:t>Zeit bis </a:t>
            </a:r>
            <a:r>
              <a:rPr dirty="0" err="1"/>
              <a:t>zur</a:t>
            </a:r>
            <a:r>
              <a:rPr dirty="0"/>
              <a:t> </a:t>
            </a:r>
            <a:r>
              <a:rPr dirty="0" err="1"/>
              <a:t>Greifebene</a:t>
            </a:r>
            <a:r>
              <a:rPr dirty="0"/>
              <a:t> </a:t>
            </a:r>
            <a:r>
              <a:rPr dirty="0" err="1"/>
              <a:t>wird</a:t>
            </a:r>
            <a:r>
              <a:rPr dirty="0"/>
              <a:t> </a:t>
            </a:r>
            <a:r>
              <a:rPr dirty="0" err="1"/>
              <a:t>mit</a:t>
            </a:r>
            <a:r>
              <a:rPr dirty="0"/>
              <a:t> </a:t>
            </a:r>
            <a:r>
              <a:rPr dirty="0" err="1"/>
              <a:t>Anfahr</a:t>
            </a:r>
            <a:r>
              <a:rPr dirty="0"/>
              <a:t>- und </a:t>
            </a:r>
            <a:r>
              <a:rPr dirty="0" err="1"/>
              <a:t>Einschwingzeit</a:t>
            </a:r>
            <a:r>
              <a:rPr dirty="0"/>
              <a:t> </a:t>
            </a:r>
            <a:r>
              <a:rPr dirty="0" err="1"/>
              <a:t>verglichen</a:t>
            </a:r>
            <a:r>
              <a:rPr dirty="0"/>
              <a:t>. Das </a:t>
            </a:r>
            <a:r>
              <a:rPr dirty="0" err="1"/>
              <a:t>dringendste</a:t>
            </a:r>
            <a:r>
              <a:rPr dirty="0"/>
              <a:t> </a:t>
            </a:r>
            <a:r>
              <a:rPr dirty="0" err="1"/>
              <a:t>noch</a:t>
            </a:r>
            <a:r>
              <a:rPr dirty="0"/>
              <a:t> </a:t>
            </a:r>
            <a:r>
              <a:rPr dirty="0" err="1"/>
              <a:t>erreichbare</a:t>
            </a:r>
            <a:r>
              <a:rPr dirty="0"/>
              <a:t> Ziel </a:t>
            </a:r>
            <a:r>
              <a:rPr dirty="0" err="1"/>
              <a:t>wird</a:t>
            </a:r>
            <a:r>
              <a:rPr dirty="0"/>
              <a:t> </a:t>
            </a:r>
            <a:r>
              <a:rPr dirty="0" err="1"/>
              <a:t>gewählt</a:t>
            </a:r>
            <a:r>
              <a:rPr dirty="0"/>
              <a:t>. Zu </a:t>
            </a:r>
            <a:r>
              <a:rPr dirty="0" err="1"/>
              <a:t>spät</a:t>
            </a:r>
            <a:r>
              <a:rPr dirty="0"/>
              <a:t> </a:t>
            </a:r>
            <a:r>
              <a:rPr dirty="0" err="1"/>
              <a:t>kommende</a:t>
            </a:r>
            <a:r>
              <a:rPr dirty="0"/>
              <a:t> </a:t>
            </a:r>
            <a:r>
              <a:rPr dirty="0" err="1"/>
              <a:t>Objekte</a:t>
            </a:r>
            <a:r>
              <a:rPr dirty="0"/>
              <a:t> </a:t>
            </a:r>
            <a:r>
              <a:rPr dirty="0" err="1"/>
              <a:t>bleiben</a:t>
            </a:r>
            <a:r>
              <a:rPr dirty="0"/>
              <a:t> auf dem Band. Ein </a:t>
            </a:r>
            <a:r>
              <a:rPr dirty="0" err="1"/>
              <a:t>Durchläufer</a:t>
            </a:r>
            <a:r>
              <a:rPr dirty="0"/>
              <a:t> </a:t>
            </a:r>
            <a:r>
              <a:rPr dirty="0" err="1"/>
              <a:t>kann</a:t>
            </a:r>
            <a:r>
              <a:rPr dirty="0"/>
              <a:t> </a:t>
            </a:r>
            <a:r>
              <a:rPr dirty="0" err="1"/>
              <a:t>daher</a:t>
            </a:r>
            <a:r>
              <a:rPr dirty="0"/>
              <a:t> die </a:t>
            </a:r>
            <a:r>
              <a:rPr dirty="0" err="1"/>
              <a:t>korrekte</a:t>
            </a:r>
            <a:r>
              <a:rPr dirty="0"/>
              <a:t> </a:t>
            </a:r>
            <a:r>
              <a:rPr dirty="0" err="1"/>
              <a:t>Auswahlentscheidung</a:t>
            </a:r>
            <a:r>
              <a:rPr dirty="0"/>
              <a:t> sein.</a:t>
            </a:r>
          </a:p>
          <a:p>
            <a:endParaRPr dirty="0"/>
          </a:p>
          <a:p>
            <a:r>
              <a:rPr dirty="0" err="1"/>
              <a:t>Quellen</a:t>
            </a:r>
            <a:r>
              <a:rPr dirty="0"/>
              <a:t>: </a:t>
            </a:r>
            <a:r>
              <a:rPr dirty="0" err="1"/>
              <a:t>Projektbericht</a:t>
            </a:r>
            <a:r>
              <a:rPr dirty="0"/>
              <a:t>/</a:t>
            </a:r>
            <a:r>
              <a:rPr dirty="0" err="1"/>
              <a:t>entwuerfe</a:t>
            </a:r>
            <a:r>
              <a:rPr dirty="0"/>
              <a:t>/berichtstext.md, </a:t>
            </a:r>
            <a:r>
              <a:rPr dirty="0" err="1"/>
              <a:t>Abschnitte</a:t>
            </a:r>
            <a:r>
              <a:rPr dirty="0"/>
              <a:t> 3.3.1 und 3.3.2, Stand 02.10.2026.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Lukas</a:t>
            </a:r>
          </a:p>
          <a:p>
            <a:endParaRPr lang="de-DE" dirty="0"/>
          </a:p>
          <a:p>
            <a:r>
              <a:rPr dirty="0"/>
              <a:t>Folie 10: </a:t>
            </a:r>
            <a:r>
              <a:rPr dirty="0" err="1"/>
              <a:t>Greifen</a:t>
            </a:r>
            <a:r>
              <a:rPr dirty="0"/>
              <a:t> </a:t>
            </a:r>
            <a:r>
              <a:rPr dirty="0" err="1"/>
              <a:t>während</a:t>
            </a:r>
            <a:r>
              <a:rPr dirty="0"/>
              <a:t> der </a:t>
            </a:r>
            <a:r>
              <a:rPr dirty="0" err="1"/>
              <a:t>Bewegung</a:t>
            </a:r>
            <a:endParaRPr dirty="0"/>
          </a:p>
          <a:p>
            <a:r>
              <a:rPr dirty="0" err="1"/>
              <a:t>Geplante</a:t>
            </a:r>
            <a:r>
              <a:rPr dirty="0"/>
              <a:t> </a:t>
            </a:r>
            <a:r>
              <a:rPr dirty="0" err="1"/>
              <a:t>Sprechzeit</a:t>
            </a:r>
            <a:r>
              <a:rPr dirty="0"/>
              <a:t>: 1:30 Minuten.</a:t>
            </a:r>
          </a:p>
          <a:p>
            <a:endParaRPr dirty="0"/>
          </a:p>
          <a:p>
            <a:r>
              <a:rPr dirty="0"/>
              <a:t>Der </a:t>
            </a:r>
            <a:r>
              <a:rPr dirty="0" err="1"/>
              <a:t>Zustandsautomat</a:t>
            </a:r>
            <a:r>
              <a:rPr dirty="0"/>
              <a:t> </a:t>
            </a:r>
            <a:r>
              <a:rPr dirty="0" err="1"/>
              <a:t>führt</a:t>
            </a:r>
            <a:r>
              <a:rPr dirty="0"/>
              <a:t> den </a:t>
            </a:r>
            <a:r>
              <a:rPr dirty="0" err="1"/>
              <a:t>vollständigen</a:t>
            </a:r>
            <a:r>
              <a:rPr dirty="0"/>
              <a:t> </a:t>
            </a:r>
            <a:r>
              <a:rPr dirty="0" err="1"/>
              <a:t>Versuch</a:t>
            </a:r>
            <a:r>
              <a:rPr dirty="0"/>
              <a:t>. </a:t>
            </a:r>
            <a:r>
              <a:rPr dirty="0" err="1"/>
              <a:t>Anfahren</a:t>
            </a:r>
            <a:r>
              <a:rPr dirty="0"/>
              <a:t> </a:t>
            </a:r>
            <a:r>
              <a:rPr dirty="0" err="1"/>
              <a:t>bringt</a:t>
            </a:r>
            <a:r>
              <a:rPr dirty="0"/>
              <a:t> den </a:t>
            </a:r>
            <a:r>
              <a:rPr dirty="0" err="1"/>
              <a:t>Greifer</a:t>
            </a:r>
            <a:r>
              <a:rPr dirty="0"/>
              <a:t> </a:t>
            </a:r>
            <a:r>
              <a:rPr dirty="0" err="1"/>
              <a:t>über</a:t>
            </a:r>
            <a:r>
              <a:rPr dirty="0"/>
              <a:t> die </a:t>
            </a:r>
            <a:r>
              <a:rPr dirty="0" err="1"/>
              <a:t>vorhergesagte</a:t>
            </a:r>
            <a:r>
              <a:rPr dirty="0"/>
              <a:t> Position. </a:t>
            </a:r>
            <a:r>
              <a:rPr dirty="0" err="1"/>
              <a:t>Folgen</a:t>
            </a:r>
            <a:r>
              <a:rPr dirty="0"/>
              <a:t> </a:t>
            </a:r>
            <a:r>
              <a:rPr dirty="0" err="1"/>
              <a:t>stabilisiert</a:t>
            </a:r>
            <a:r>
              <a:rPr dirty="0"/>
              <a:t> den Abstand. Beim </a:t>
            </a:r>
            <a:r>
              <a:rPr dirty="0" err="1"/>
              <a:t>Absenken</a:t>
            </a:r>
            <a:r>
              <a:rPr dirty="0"/>
              <a:t> und </a:t>
            </a:r>
            <a:r>
              <a:rPr dirty="0" err="1"/>
              <a:t>Schließen</a:t>
            </a:r>
            <a:r>
              <a:rPr dirty="0"/>
              <a:t> </a:t>
            </a:r>
            <a:r>
              <a:rPr dirty="0" err="1"/>
              <a:t>bewegt</a:t>
            </a:r>
            <a:r>
              <a:rPr dirty="0"/>
              <a:t> </a:t>
            </a:r>
            <a:r>
              <a:rPr dirty="0" err="1"/>
              <a:t>sich</a:t>
            </a:r>
            <a:r>
              <a:rPr dirty="0"/>
              <a:t> der </a:t>
            </a:r>
            <a:r>
              <a:rPr dirty="0" err="1"/>
              <a:t>Roboter</a:t>
            </a:r>
            <a:r>
              <a:rPr dirty="0"/>
              <a:t> </a:t>
            </a:r>
            <a:r>
              <a:rPr dirty="0" err="1"/>
              <a:t>mit</a:t>
            </a:r>
            <a:r>
              <a:rPr dirty="0"/>
              <a:t> dem Klotz </a:t>
            </a:r>
            <a:r>
              <a:rPr dirty="0" err="1"/>
              <a:t>weiter</a:t>
            </a:r>
            <a:r>
              <a:rPr dirty="0"/>
              <a:t>. Die </a:t>
            </a:r>
            <a:r>
              <a:rPr dirty="0" err="1"/>
              <a:t>Orientierung</a:t>
            </a:r>
            <a:r>
              <a:rPr dirty="0"/>
              <a:t> </a:t>
            </a:r>
            <a:r>
              <a:rPr dirty="0" err="1"/>
              <a:t>wird</a:t>
            </a:r>
            <a:r>
              <a:rPr dirty="0"/>
              <a:t> </a:t>
            </a:r>
            <a:r>
              <a:rPr dirty="0" err="1"/>
              <a:t>beim</a:t>
            </a:r>
            <a:r>
              <a:rPr dirty="0"/>
              <a:t> </a:t>
            </a:r>
            <a:r>
              <a:rPr dirty="0" err="1"/>
              <a:t>Absenken</a:t>
            </a:r>
            <a:r>
              <a:rPr dirty="0"/>
              <a:t> </a:t>
            </a:r>
            <a:r>
              <a:rPr dirty="0" err="1"/>
              <a:t>eingefroren</a:t>
            </a:r>
            <a:r>
              <a:rPr dirty="0"/>
              <a:t>.</a:t>
            </a:r>
          </a:p>
          <a:p>
            <a:r>
              <a:rPr dirty="0"/>
              <a:t>Der </a:t>
            </a:r>
            <a:r>
              <a:rPr dirty="0" err="1"/>
              <a:t>Greifer</a:t>
            </a:r>
            <a:r>
              <a:rPr dirty="0"/>
              <a:t> </a:t>
            </a:r>
            <a:r>
              <a:rPr dirty="0" err="1"/>
              <a:t>meldet</a:t>
            </a:r>
            <a:r>
              <a:rPr dirty="0"/>
              <a:t> </a:t>
            </a:r>
            <a:r>
              <a:rPr dirty="0" err="1"/>
              <a:t>Bewegung</a:t>
            </a:r>
            <a:r>
              <a:rPr dirty="0"/>
              <a:t> </a:t>
            </a:r>
            <a:r>
              <a:rPr dirty="0" err="1"/>
              <a:t>fertig</a:t>
            </a:r>
            <a:r>
              <a:rPr dirty="0"/>
              <a:t> und Klotz </a:t>
            </a:r>
            <a:r>
              <a:rPr dirty="0" err="1"/>
              <a:t>gehalten</a:t>
            </a:r>
            <a:r>
              <a:rPr dirty="0"/>
              <a:t>. Nach </a:t>
            </a:r>
            <a:r>
              <a:rPr dirty="0" err="1"/>
              <a:t>bestätigtem</a:t>
            </a:r>
            <a:r>
              <a:rPr dirty="0"/>
              <a:t> Griff </a:t>
            </a:r>
            <a:r>
              <a:rPr dirty="0" err="1"/>
              <a:t>wird</a:t>
            </a:r>
            <a:r>
              <a:rPr dirty="0"/>
              <a:t> </a:t>
            </a:r>
            <a:r>
              <a:rPr dirty="0" err="1"/>
              <a:t>zunächst</a:t>
            </a:r>
            <a:r>
              <a:rPr dirty="0"/>
              <a:t> </a:t>
            </a:r>
            <a:r>
              <a:rPr dirty="0" err="1"/>
              <a:t>mitfahrend</a:t>
            </a:r>
            <a:r>
              <a:rPr dirty="0"/>
              <a:t> </a:t>
            </a:r>
            <a:r>
              <a:rPr dirty="0" err="1"/>
              <a:t>angehoben</a:t>
            </a:r>
            <a:r>
              <a:rPr dirty="0"/>
              <a:t>, </a:t>
            </a:r>
            <a:r>
              <a:rPr dirty="0" err="1"/>
              <a:t>danach</a:t>
            </a:r>
            <a:r>
              <a:rPr dirty="0"/>
              <a:t> auf </a:t>
            </a:r>
            <a:r>
              <a:rPr dirty="0" err="1"/>
              <a:t>Freihöhe</a:t>
            </a:r>
            <a:r>
              <a:rPr dirty="0"/>
              <a:t> </a:t>
            </a:r>
            <a:r>
              <a:rPr dirty="0" err="1"/>
              <a:t>gestiegen</a:t>
            </a:r>
            <a:r>
              <a:rPr dirty="0"/>
              <a:t> und </a:t>
            </a:r>
            <a:r>
              <a:rPr dirty="0" err="1"/>
              <a:t>zur</a:t>
            </a:r>
            <a:r>
              <a:rPr dirty="0"/>
              <a:t> Box </a:t>
            </a:r>
            <a:r>
              <a:rPr dirty="0" err="1"/>
              <a:t>gefahren</a:t>
            </a:r>
            <a:r>
              <a:rPr dirty="0"/>
              <a:t>. </a:t>
            </a:r>
            <a:r>
              <a:rPr dirty="0" err="1"/>
              <a:t>Öffnen</a:t>
            </a:r>
            <a:r>
              <a:rPr dirty="0"/>
              <a:t> und </a:t>
            </a:r>
            <a:r>
              <a:rPr dirty="0" err="1"/>
              <a:t>Rückfahrt</a:t>
            </a:r>
            <a:r>
              <a:rPr dirty="0"/>
              <a:t> </a:t>
            </a:r>
            <a:r>
              <a:rPr dirty="0" err="1"/>
              <a:t>schließen</a:t>
            </a:r>
            <a:r>
              <a:rPr dirty="0"/>
              <a:t> den </a:t>
            </a:r>
            <a:r>
              <a:rPr dirty="0" err="1"/>
              <a:t>Zyklus</a:t>
            </a:r>
            <a:r>
              <a:rPr dirty="0"/>
              <a:t> ab.</a:t>
            </a:r>
          </a:p>
          <a:p>
            <a:r>
              <a:rPr dirty="0"/>
              <a:t>Der Attractor </a:t>
            </a:r>
            <a:r>
              <a:rPr dirty="0" err="1"/>
              <a:t>arbeitet</a:t>
            </a:r>
            <a:r>
              <a:rPr dirty="0"/>
              <a:t> proportional </a:t>
            </a:r>
            <a:r>
              <a:rPr dirty="0" err="1"/>
              <a:t>zur</a:t>
            </a:r>
            <a:r>
              <a:rPr dirty="0"/>
              <a:t> Abweichung von der </a:t>
            </a:r>
            <a:r>
              <a:rPr dirty="0" err="1"/>
              <a:t>Zielpose</a:t>
            </a:r>
            <a:r>
              <a:rPr dirty="0"/>
              <a:t>. Bei </a:t>
            </a:r>
            <a:r>
              <a:rPr dirty="0" err="1"/>
              <a:t>einem</a:t>
            </a:r>
            <a:r>
              <a:rPr dirty="0"/>
              <a:t> </a:t>
            </a:r>
            <a:r>
              <a:rPr dirty="0" err="1"/>
              <a:t>bewegten</a:t>
            </a:r>
            <a:r>
              <a:rPr dirty="0"/>
              <a:t> Ziel </a:t>
            </a:r>
            <a:r>
              <a:rPr dirty="0" err="1"/>
              <a:t>entsteht</a:t>
            </a:r>
            <a:r>
              <a:rPr dirty="0"/>
              <a:t> </a:t>
            </a:r>
            <a:r>
              <a:rPr dirty="0" err="1"/>
              <a:t>ein</a:t>
            </a:r>
            <a:r>
              <a:rPr dirty="0"/>
              <a:t> </a:t>
            </a:r>
            <a:r>
              <a:rPr dirty="0" err="1"/>
              <a:t>bleibender</a:t>
            </a:r>
            <a:r>
              <a:rPr dirty="0"/>
              <a:t> </a:t>
            </a:r>
            <a:r>
              <a:rPr dirty="0" err="1"/>
              <a:t>Nachlauf</a:t>
            </a:r>
            <a:r>
              <a:rPr dirty="0"/>
              <a:t> </a:t>
            </a:r>
            <a:r>
              <a:rPr dirty="0" err="1"/>
              <a:t>etwa</a:t>
            </a:r>
            <a:r>
              <a:rPr dirty="0"/>
              <a:t> v/K. Die </a:t>
            </a:r>
            <a:r>
              <a:rPr dirty="0" err="1"/>
              <a:t>empirisch</a:t>
            </a:r>
            <a:r>
              <a:rPr dirty="0"/>
              <a:t> </a:t>
            </a:r>
            <a:r>
              <a:rPr dirty="0" err="1"/>
              <a:t>abgestimmte</a:t>
            </a:r>
            <a:r>
              <a:rPr dirty="0"/>
              <a:t> </a:t>
            </a:r>
            <a:r>
              <a:rPr dirty="0" err="1"/>
              <a:t>Vorhaltezeit</a:t>
            </a:r>
            <a:r>
              <a:rPr dirty="0"/>
              <a:t> 0,24 s </a:t>
            </a:r>
            <a:r>
              <a:rPr dirty="0" err="1"/>
              <a:t>versetzt</a:t>
            </a:r>
            <a:r>
              <a:rPr dirty="0"/>
              <a:t> die </a:t>
            </a:r>
            <a:r>
              <a:rPr dirty="0" err="1"/>
              <a:t>Zielpose</a:t>
            </a:r>
            <a:r>
              <a:rPr dirty="0"/>
              <a:t> </a:t>
            </a:r>
            <a:r>
              <a:rPr dirty="0" err="1"/>
              <a:t>deshalb</a:t>
            </a:r>
            <a:r>
              <a:rPr dirty="0"/>
              <a:t> </a:t>
            </a:r>
            <a:r>
              <a:rPr dirty="0" err="1"/>
              <a:t>voraus</a:t>
            </a:r>
            <a:r>
              <a:rPr dirty="0"/>
              <a:t>. </a:t>
            </a:r>
            <a:r>
              <a:rPr dirty="0" err="1"/>
              <a:t>Geregelt</a:t>
            </a:r>
            <a:r>
              <a:rPr dirty="0"/>
              <a:t> </a:t>
            </a:r>
            <a:r>
              <a:rPr dirty="0" err="1"/>
              <a:t>wird</a:t>
            </a:r>
            <a:r>
              <a:rPr dirty="0"/>
              <a:t> der </a:t>
            </a:r>
            <a:r>
              <a:rPr dirty="0" err="1"/>
              <a:t>Flansch</a:t>
            </a:r>
            <a:r>
              <a:rPr dirty="0"/>
              <a:t> ur_tool0. Den </a:t>
            </a:r>
            <a:r>
              <a:rPr dirty="0" err="1"/>
              <a:t>gemessenen</a:t>
            </a:r>
            <a:r>
              <a:rPr dirty="0"/>
              <a:t> Abstand von 0,235 m </a:t>
            </a:r>
            <a:r>
              <a:rPr dirty="0" err="1"/>
              <a:t>zum</a:t>
            </a:r>
            <a:r>
              <a:rPr dirty="0"/>
              <a:t> </a:t>
            </a:r>
            <a:r>
              <a:rPr dirty="0" err="1"/>
              <a:t>Griffpunkt</a:t>
            </a:r>
            <a:r>
              <a:rPr dirty="0"/>
              <a:t> </a:t>
            </a:r>
            <a:r>
              <a:rPr dirty="0" err="1"/>
              <a:t>berücksichtigt</a:t>
            </a:r>
            <a:r>
              <a:rPr dirty="0"/>
              <a:t> der Follower.</a:t>
            </a:r>
          </a:p>
          <a:p>
            <a:r>
              <a:rPr dirty="0"/>
              <a:t>Bei </a:t>
            </a:r>
            <a:r>
              <a:rPr dirty="0" err="1"/>
              <a:t>veralteten</a:t>
            </a:r>
            <a:r>
              <a:rPr dirty="0"/>
              <a:t> </a:t>
            </a:r>
            <a:r>
              <a:rPr dirty="0" err="1"/>
              <a:t>Daten</a:t>
            </a:r>
            <a:r>
              <a:rPr dirty="0"/>
              <a:t> </a:t>
            </a:r>
            <a:r>
              <a:rPr dirty="0" err="1"/>
              <a:t>oder</a:t>
            </a:r>
            <a:r>
              <a:rPr dirty="0"/>
              <a:t> nicht </a:t>
            </a:r>
            <a:r>
              <a:rPr dirty="0" err="1"/>
              <a:t>mehr</a:t>
            </a:r>
            <a:r>
              <a:rPr dirty="0"/>
              <a:t> </a:t>
            </a:r>
            <a:r>
              <a:rPr dirty="0" err="1"/>
              <a:t>erreichbarer</a:t>
            </a:r>
            <a:r>
              <a:rPr dirty="0"/>
              <a:t> </a:t>
            </a:r>
            <a:r>
              <a:rPr dirty="0" err="1"/>
              <a:t>Greifebene</a:t>
            </a:r>
            <a:r>
              <a:rPr dirty="0"/>
              <a:t> </a:t>
            </a:r>
            <a:r>
              <a:rPr dirty="0" err="1"/>
              <a:t>wird</a:t>
            </a:r>
            <a:r>
              <a:rPr dirty="0"/>
              <a:t> </a:t>
            </a:r>
            <a:r>
              <a:rPr dirty="0" err="1"/>
              <a:t>vor</a:t>
            </a:r>
            <a:r>
              <a:rPr dirty="0"/>
              <a:t> </a:t>
            </a:r>
            <a:r>
              <a:rPr dirty="0" err="1"/>
              <a:t>erfolgreicher</a:t>
            </a:r>
            <a:r>
              <a:rPr dirty="0"/>
              <a:t> </a:t>
            </a:r>
            <a:r>
              <a:rPr dirty="0" err="1"/>
              <a:t>Aufnahme</a:t>
            </a:r>
            <a:r>
              <a:rPr dirty="0"/>
              <a:t> </a:t>
            </a:r>
            <a:r>
              <a:rPr dirty="0" err="1"/>
              <a:t>abgebrochen</a:t>
            </a:r>
            <a:r>
              <a:rPr dirty="0"/>
              <a:t>. Ein </a:t>
            </a:r>
            <a:r>
              <a:rPr dirty="0" err="1"/>
              <a:t>bereits</a:t>
            </a:r>
            <a:r>
              <a:rPr dirty="0"/>
              <a:t> </a:t>
            </a:r>
            <a:r>
              <a:rPr dirty="0" err="1"/>
              <a:t>gehaltener</a:t>
            </a:r>
            <a:r>
              <a:rPr dirty="0"/>
              <a:t> Klotz </a:t>
            </a:r>
            <a:r>
              <a:rPr dirty="0" err="1"/>
              <a:t>wird</a:t>
            </a:r>
            <a:r>
              <a:rPr dirty="0"/>
              <a:t> </a:t>
            </a:r>
            <a:r>
              <a:rPr dirty="0" err="1"/>
              <a:t>auch</a:t>
            </a:r>
            <a:r>
              <a:rPr dirty="0"/>
              <a:t> </a:t>
            </a:r>
            <a:r>
              <a:rPr dirty="0" err="1"/>
              <a:t>bei</a:t>
            </a:r>
            <a:r>
              <a:rPr dirty="0"/>
              <a:t> </a:t>
            </a:r>
            <a:r>
              <a:rPr dirty="0" err="1"/>
              <a:t>Abbruch</a:t>
            </a:r>
            <a:r>
              <a:rPr dirty="0"/>
              <a:t> </a:t>
            </a:r>
            <a:r>
              <a:rPr dirty="0" err="1"/>
              <a:t>kontrolliert</a:t>
            </a:r>
            <a:r>
              <a:rPr dirty="0"/>
              <a:t> </a:t>
            </a:r>
            <a:r>
              <a:rPr dirty="0" err="1"/>
              <a:t>abgelegt</a:t>
            </a:r>
            <a:r>
              <a:rPr dirty="0"/>
              <a:t>. Die </a:t>
            </a:r>
            <a:r>
              <a:rPr dirty="0" err="1"/>
              <a:t>Grafik</a:t>
            </a:r>
            <a:r>
              <a:rPr dirty="0"/>
              <a:t> </a:t>
            </a:r>
            <a:r>
              <a:rPr dirty="0" err="1"/>
              <a:t>fasst</a:t>
            </a:r>
            <a:r>
              <a:rPr dirty="0"/>
              <a:t> den </a:t>
            </a:r>
            <a:r>
              <a:rPr dirty="0" err="1"/>
              <a:t>Ablauf</a:t>
            </a:r>
            <a:r>
              <a:rPr dirty="0"/>
              <a:t> </a:t>
            </a:r>
            <a:r>
              <a:rPr dirty="0" err="1"/>
              <a:t>zusammen</a:t>
            </a:r>
            <a:r>
              <a:rPr dirty="0"/>
              <a:t>; das </a:t>
            </a:r>
            <a:r>
              <a:rPr dirty="0" err="1"/>
              <a:t>vollständige</a:t>
            </a:r>
            <a:r>
              <a:rPr dirty="0"/>
              <a:t> </a:t>
            </a:r>
            <a:r>
              <a:rPr dirty="0" err="1"/>
              <a:t>Zustandsdiagramm</a:t>
            </a:r>
            <a:r>
              <a:rPr dirty="0"/>
              <a:t> </a:t>
            </a:r>
            <a:r>
              <a:rPr dirty="0" err="1"/>
              <a:t>steht</a:t>
            </a:r>
            <a:r>
              <a:rPr dirty="0"/>
              <a:t> </a:t>
            </a:r>
            <a:r>
              <a:rPr dirty="0" err="1"/>
              <a:t>im</a:t>
            </a:r>
            <a:r>
              <a:rPr dirty="0"/>
              <a:t> </a:t>
            </a:r>
            <a:r>
              <a:rPr dirty="0" err="1"/>
              <a:t>Bericht</a:t>
            </a:r>
            <a:r>
              <a:rPr dirty="0"/>
              <a:t>.</a:t>
            </a:r>
          </a:p>
          <a:p>
            <a:endParaRPr dirty="0"/>
          </a:p>
          <a:p>
            <a:r>
              <a:rPr dirty="0" err="1"/>
              <a:t>Quellen</a:t>
            </a:r>
            <a:r>
              <a:rPr dirty="0"/>
              <a:t>: </a:t>
            </a:r>
            <a:r>
              <a:rPr dirty="0" err="1"/>
              <a:t>Projektbericht</a:t>
            </a:r>
            <a:r>
              <a:rPr dirty="0"/>
              <a:t>/</a:t>
            </a:r>
            <a:r>
              <a:rPr dirty="0" err="1"/>
              <a:t>entwuerfe</a:t>
            </a:r>
            <a:r>
              <a:rPr dirty="0"/>
              <a:t>/berichtstext.md, </a:t>
            </a:r>
            <a:r>
              <a:rPr dirty="0" err="1"/>
              <a:t>Abschnitte</a:t>
            </a:r>
            <a:r>
              <a:rPr dirty="0"/>
              <a:t> 3.4 bis 3.6; </a:t>
            </a:r>
            <a:r>
              <a:rPr dirty="0" err="1"/>
              <a:t>Grundlage</a:t>
            </a:r>
            <a:r>
              <a:rPr dirty="0"/>
              <a:t> fig-follower-</a:t>
            </a:r>
            <a:r>
              <a:rPr dirty="0" err="1"/>
              <a:t>zustandsdiagramm</a:t>
            </a:r>
            <a:r>
              <a:rPr dirty="0"/>
              <a:t>, Stand 02.10.2026.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Folie 6: Systemkonzept und AICA</a:t>
            </a:r>
          </a:p>
          <a:p>
            <a:r>
              <a:t>Sprechzeit: etwa 45 Sekunden.</a:t>
            </a:r>
          </a:p>
          <a:p>
            <a:endParaRPr/>
          </a:p>
          <a:p>
            <a:r>
              <a:t>Oben stehen die Komponenten mit den konfigurierten Taktraten, unten ihre Aufgaben. base_cam: Bildauswertung, 15 Hz. vectoring: Bewegungsschätzung, 15 Hz. priority_handler: Zielauswahl, 20 Hz. object_follower: Greifablauf und Flansch-Zielpose, 50 Hz. Signal Point Attractor: kartesische Sollgeschwindigkeit, 50 Hz. IK Velocity Controller: Gelenkgeschwindigkeiten im Hardware-Regelpfad mit 500 Hz. Die Pfeile nach unten zeigen die Zuordnung, die Pfeile zwischen den Funktionsgruppen den Ablauf.</a:t>
            </a:r>
          </a:p>
          <a:p>
            <a:endParaRPr/>
          </a:p>
          <a:p>
            <a:r>
              <a:t>Der Follower liefert eine Zielpose an den Attractor. Der Attractor erzeugt daraus einen Twist, der IK-Controller setzt diesen in Gelenkgeschwindigkeiten um. 50 Hz Zielposenaktualisierung und 500 Hz Hardware-Regelung sind unterschiedliche Takte. Konfigurierte Auswerterate bedeutet nicht, dass ebenso viele neue Kameramessungen ankommen.</a:t>
            </a:r>
          </a:p>
          <a:p>
            <a:endParaRPr/>
          </a:p>
          <a:p>
            <a:r>
              <a:t>Quellen: docs/uebersicht/systemgraph.md, Komponententabelle; docs/uebersicht/einrichtung-projektanwendung.md, Abschnitte 2, 4 und 5; Projektbericht/entwuerfe/berichtstext.md, Abschnitte 2.3, 3.1, 3.5 und 5.1. Stand 02.10.2026.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Folie 11: Inbetriebnahme und Rechenlast</a:t>
            </a:r>
          </a:p>
          <a:p>
            <a:r>
              <a:t>Geplante Sprechzeit: 1:00 Minuten.</a:t>
            </a:r>
          </a:p>
          <a:p>
            <a:endParaRPr/>
          </a:p>
          <a:p>
            <a:r>
              <a:t>Alle eigenen Python-Komponenten teilen sich einen Prozess. Diagnose und zusätzliche Auswertung können daher die Bildverarbeitung verzögern. Die Grafik vergleicht dokumentierte Entwicklungsstände, keine kontrollierte Einzelmaßnahmenstudie.</a:t>
            </a:r>
          </a:p>
          <a:p>
            <a:r>
              <a:t>Zunächst kamen etwa 5,1 neue Messungen je Sekunde an, mittleres Messalter etwa 450 ms. Nach Reduktion der Diagnoseraten stieg die Messrate auf 7,1 Hz; eine Eingangsqueue der Tiefe 1 verhinderte aufgestaute alte Bilder. Das dokumentierte mittlere Messalter sank auf 139 ms. Im finalen Betrieb wurden rund 8,6 neue Messungen je Sekunde erreicht.</a:t>
            </a:r>
          </a:p>
          <a:p>
            <a:r>
              <a:t>Konfigurierte Rate und neue Messrate unterscheiden. Kameraauswertung und Vectoring sind mit 15 Hz konfiguriert. Data Tracker läuft mit 2 Hz, Interface Streamer mit 10 Hz. Nicht benötigte Roboterkamera, RViz-Ansichten und parallele Diagnoseprozesse werden nicht geladen bzw. geschlossen. Der ROI beschränkt die auszuwertende Bildmenge.</a:t>
            </a:r>
          </a:p>
          <a:p>
            <a:r>
              <a:t>Die gezeigte Parameteransicht verdeutlicht die direkt einstellbare Rate in AICA. Die reale Roboterregelung bleibt davon getrennt bei 500 Hz.</a:t>
            </a:r>
          </a:p>
          <a:p>
            <a:endParaRPr/>
          </a:p>
          <a:p>
            <a:r>
              <a:t>Quellen: Projektbericht/entwuerfe/berichtstext.md, Abschnitte 5.1 und 5.3, Stand 02.10.2026. Abbildung: Projektbericht/abbildungen/fig-aica-vectoring-parameter.png, Ausschnitt.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Folie 12: Entwicklungsabnahme und Ergebnisse</a:t>
            </a:r>
          </a:p>
          <a:p>
            <a:r>
              <a:t>Geplante Sprechzeit: 1:45 Minuten.</a:t>
            </a:r>
          </a:p>
          <a:p>
            <a:endParaRPr/>
          </a:p>
          <a:p>
            <a:r>
              <a:t>Als Erfolg zählt Erkennen, Auswählen, Greifen im Lauf, Anheben und vollständige Ablage. Die Läufe wurden mit unterschiedlichen Einstellungen durchgeführt und dürfen nicht zu einer allgemeinen Erfolgsquote addiert werden.</a:t>
            </a:r>
          </a:p>
          <a:p>
            <a:r>
              <a:t>Vor Änderung der Zeitgrenzen wurden 3 von 7 Klötzen abgelegt. Die Daten waren teilweise zu alt, die Greifebene wurde zu spät erreicht und ein Timeout trat auf. Nach Anhebung der Extrapolationsgrenze von 0,6 auf 1,0 s und des Ziel-Timeouts von 1,0 auf 1,5 s wurden mit denselben Klötzen 9 von 9 Ablagen dokumentiert.</a:t>
            </a:r>
          </a:p>
          <a:p>
            <a:r>
              <a:t>Der separate Dauerlauf mit horizontal 0,5 m/s und vertikal 0,25 m/s ergab in rund zwei Minuten 15 Ablagen, einen Fehlgriff und neun Durchläufer. Die Durchläufer folgten zu dicht auf bereits gegriffene Ziele, während der Roboter noch hob, ablegte oder zurückfuhr. Sie waren nicht mehr sicher erreichbar.</a:t>
            </a:r>
          </a:p>
          <a:p>
            <a:r>
              <a:t>Weitere Läufe mit gedrehten und gemischten Klötzen sowie höhere Bandstufen bis Stufe 3 waren nach Beobachtung erfolgreich. Dafür liegen keine gemessenen Geschwindigkeiten oder systematische Zählung vor. Der zusätzliche Kalibrier-Greiflauf wird nicht nochmals als unabhängiger Datensatz gezählt.</a:t>
            </a:r>
          </a:p>
          <a:p>
            <a:r>
              <a:t>Der Screenshot zeigt die tatsächliche Laufzeitdiagnose mit Zustand, Ziel-ID, geschätzter Geschwindigkeit und Regelabweichungen. Es liegt derzeit kein Video vor; der Screenshot ist kein vollständiger videografischer Ablaufnachweis.</a:t>
            </a:r>
          </a:p>
          <a:p>
            <a:endParaRPr/>
          </a:p>
          <a:p>
            <a:r>
              <a:t>Quellen: Projektbericht/entwuerfe/berichtstext.md, Kapitel 6, Stand 02.10.2026. Abbildung: Projektbericht/abbildungen/fig-interface-streamer-betrieb.png.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svg"/><Relationship Id="rId1" Type="http://schemas.openxmlformats.org/officeDocument/2006/relationships/slideMaster" Target="../slideMasters/slideMaster1.xml"/><Relationship Id="rId5" Type="http://schemas.openxmlformats.org/officeDocument/2006/relationships/image" Target="../media/image9.svg"/><Relationship Id="rId4" Type="http://schemas.openxmlformats.org/officeDocument/2006/relationships/image" Target="../media/image8.jpe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0.png"/><Relationship Id="rId1" Type="http://schemas.openxmlformats.org/officeDocument/2006/relationships/slideMaster" Target="../slideMasters/slideMaster2.xml"/><Relationship Id="rId4" Type="http://schemas.openxmlformats.org/officeDocument/2006/relationships/image" Target="../media/image11.pn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image" Target="../media/image10.png"/><Relationship Id="rId1" Type="http://schemas.openxmlformats.org/officeDocument/2006/relationships/slideMaster" Target="../slideMasters/slideMaster2.xml"/><Relationship Id="rId5" Type="http://schemas.openxmlformats.org/officeDocument/2006/relationships/image" Target="../media/image11.png"/><Relationship Id="rId4" Type="http://schemas.openxmlformats.org/officeDocument/2006/relationships/image" Target="../media/image2.svg"/></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3.jpeg"/><Relationship Id="rId1" Type="http://schemas.openxmlformats.org/officeDocument/2006/relationships/slideMaster" Target="../slideMasters/slideMaster2.xml"/><Relationship Id="rId4" Type="http://schemas.openxmlformats.org/officeDocument/2006/relationships/image" Target="../media/image11.png"/></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4.jpeg"/><Relationship Id="rId1" Type="http://schemas.openxmlformats.org/officeDocument/2006/relationships/slideMaster" Target="../slideMasters/slideMaster2.xml"/><Relationship Id="rId4" Type="http://schemas.openxmlformats.org/officeDocument/2006/relationships/image" Target="../media/image11.png"/></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5.jpeg"/><Relationship Id="rId1" Type="http://schemas.openxmlformats.org/officeDocument/2006/relationships/slideMaster" Target="../slideMasters/slideMaster2.xml"/><Relationship Id="rId4" Type="http://schemas.openxmlformats.org/officeDocument/2006/relationships/image" Target="../media/image3.sv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6.jpeg"/><Relationship Id="rId1" Type="http://schemas.openxmlformats.org/officeDocument/2006/relationships/slideMaster" Target="../slideMasters/slideMaster2.xml"/><Relationship Id="rId4" Type="http://schemas.openxmlformats.org/officeDocument/2006/relationships/image" Target="../media/image3.svg"/></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7.jpeg"/><Relationship Id="rId1" Type="http://schemas.openxmlformats.org/officeDocument/2006/relationships/slideMaster" Target="../slideMasters/slideMaster2.xml"/><Relationship Id="rId4" Type="http://schemas.openxmlformats.org/officeDocument/2006/relationships/image" Target="../media/image3.svg"/></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8.jpeg"/><Relationship Id="rId1" Type="http://schemas.openxmlformats.org/officeDocument/2006/relationships/slideMaster" Target="../slideMasters/slideMaster2.xml"/><Relationship Id="rId4" Type="http://schemas.openxmlformats.org/officeDocument/2006/relationships/image" Target="../media/image3.svg"/></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9.jpeg"/><Relationship Id="rId1" Type="http://schemas.openxmlformats.org/officeDocument/2006/relationships/slideMaster" Target="../slideMasters/slideMaster2.xml"/><Relationship Id="rId4" Type="http://schemas.openxmlformats.org/officeDocument/2006/relationships/image" Target="../media/image11.pn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image" Target="../media/image10.png"/><Relationship Id="rId1" Type="http://schemas.openxmlformats.org/officeDocument/2006/relationships/slideMaster" Target="../slideMasters/slideMaster2.xml"/><Relationship Id="rId5" Type="http://schemas.openxmlformats.org/officeDocument/2006/relationships/image" Target="../media/image11.png"/><Relationship Id="rId4" Type="http://schemas.openxmlformats.org/officeDocument/2006/relationships/image" Target="../media/image2.svg"/></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image" Target="../media/image10.png"/><Relationship Id="rId1" Type="http://schemas.openxmlformats.org/officeDocument/2006/relationships/slideMaster" Target="../slideMasters/slideMaster2.xml"/><Relationship Id="rId5" Type="http://schemas.openxmlformats.org/officeDocument/2006/relationships/image" Target="../media/image11.png"/><Relationship Id="rId4" Type="http://schemas.openxmlformats.org/officeDocument/2006/relationships/image" Target="../media/image2.svg"/></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Master" Target="../slideMasters/slideMaster2.xml"/><Relationship Id="rId4" Type="http://schemas.openxmlformats.org/officeDocument/2006/relationships/image" Target="../media/image22.jpeg"/></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23.jpeg"/><Relationship Id="rId1" Type="http://schemas.openxmlformats.org/officeDocument/2006/relationships/slideMaster" Target="../slideMasters/slideMaster2.xml"/><Relationship Id="rId4" Type="http://schemas.openxmlformats.org/officeDocument/2006/relationships/image" Target="../media/image3.svg"/></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Master" Target="../slideMasters/slideMaster2.xml"/><Relationship Id="rId4" Type="http://schemas.openxmlformats.org/officeDocument/2006/relationships/image" Target="../media/image24.jpe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5.emf"/><Relationship Id="rId1" Type="http://schemas.openxmlformats.org/officeDocument/2006/relationships/slideMaster" Target="../slideMasters/slideMaster3.xml"/><Relationship Id="rId6" Type="http://schemas.openxmlformats.org/officeDocument/2006/relationships/image" Target="../media/image1.svg"/><Relationship Id="rId5" Type="http://schemas.openxmlformats.org/officeDocument/2006/relationships/image" Target="../media/image2.svg"/><Relationship Id="rId4" Type="http://schemas.openxmlformats.org/officeDocument/2006/relationships/image" Target="../media/image26.jpeg"/></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svg"/><Relationship Id="rId1" Type="http://schemas.openxmlformats.org/officeDocument/2006/relationships/slideMaster" Target="../slideMasters/slideMaster3.xml"/><Relationship Id="rId5" Type="http://schemas.openxmlformats.org/officeDocument/2006/relationships/image" Target="../media/image9.svg"/><Relationship Id="rId4" Type="http://schemas.openxmlformats.org/officeDocument/2006/relationships/image" Target="../media/image27.jpe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MMT_Präsentation // Cover_V1">
    <p:bg>
      <p:bgPr>
        <a:solidFill>
          <a:schemeClr val="bg1"/>
        </a:solidFill>
        <a:effectLst/>
      </p:bgPr>
    </p:bg>
    <p:spTree>
      <p:nvGrpSpPr>
        <p:cNvPr id="1" name=""/>
        <p:cNvGrpSpPr/>
        <p:nvPr/>
      </p:nvGrpSpPr>
      <p:grpSpPr>
        <a:xfrm>
          <a:off x="0" y="0"/>
          <a:ext cx="0" cy="0"/>
          <a:chOff x="0" y="0"/>
          <a:chExt cx="0" cy="0"/>
        </a:xfrm>
      </p:grpSpPr>
      <p:sp>
        <p:nvSpPr>
          <p:cNvPr id="6" name="Bildplatzhalter 8">
            <a:extLst>
              <a:ext uri="{FF2B5EF4-FFF2-40B4-BE49-F238E27FC236}">
                <a16:creationId xmlns:a16="http://schemas.microsoft.com/office/drawing/2014/main" id="{36ED98AA-1C46-0443-A5FC-11C077AE8100}"/>
              </a:ext>
            </a:extLst>
          </p:cNvPr>
          <p:cNvSpPr>
            <a:spLocks noGrp="1"/>
          </p:cNvSpPr>
          <p:nvPr>
            <p:ph type="pic" sz="quarter" idx="12"/>
          </p:nvPr>
        </p:nvSpPr>
        <p:spPr>
          <a:xfrm>
            <a:off x="0" y="2744789"/>
            <a:ext cx="12192000" cy="3672527"/>
          </a:xfrm>
          <a:prstGeom prst="rect">
            <a:avLst/>
          </a:prstGeom>
          <a:solidFill>
            <a:schemeClr val="bg1">
              <a:lumMod val="95000"/>
            </a:schemeClr>
          </a:solidFill>
        </p:spPr>
        <p:txBody>
          <a:bodyPr/>
          <a:lstStyle>
            <a:lvl1pPr marL="0" indent="0">
              <a:buNone/>
              <a:defRPr sz="2000" b="0" i="0">
                <a:latin typeface="Calibri" panose="020F0502020204030204" pitchFamily="34" charset="0"/>
                <a:cs typeface="Calibri" panose="020F0502020204030204" pitchFamily="34" charset="0"/>
              </a:defRPr>
            </a:lvl1pPr>
          </a:lstStyle>
          <a:p>
            <a:r>
              <a:rPr lang="de-DE"/>
              <a:t>Bild durch Klicken auf Symbol hinzufügen</a:t>
            </a:r>
          </a:p>
        </p:txBody>
      </p:sp>
      <p:sp>
        <p:nvSpPr>
          <p:cNvPr id="7" name="Textfeld 6">
            <a:extLst>
              <a:ext uri="{FF2B5EF4-FFF2-40B4-BE49-F238E27FC236}">
                <a16:creationId xmlns:a16="http://schemas.microsoft.com/office/drawing/2014/main" id="{EBC4D843-9687-5E47-9E23-8DA6E1D2F540}"/>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8" name="Textfeld 7">
            <a:extLst>
              <a:ext uri="{FF2B5EF4-FFF2-40B4-BE49-F238E27FC236}">
                <a16:creationId xmlns:a16="http://schemas.microsoft.com/office/drawing/2014/main" id="{AB4AE916-8FBE-0A48-921A-1DECF82C926C}"/>
              </a:ext>
            </a:extLst>
          </p:cNvPr>
          <p:cNvSpPr txBox="1"/>
          <p:nvPr userDrawn="1"/>
        </p:nvSpPr>
        <p:spPr>
          <a:xfrm>
            <a:off x="543403" y="4065509"/>
            <a:ext cx="8023301" cy="1950116"/>
          </a:xfrm>
          <a:prstGeom prst="rect">
            <a:avLst/>
          </a:prstGeom>
          <a:ln>
            <a:noFill/>
          </a:ln>
        </p:spPr>
        <p:txBody>
          <a:bodyPr wrap="square" lIns="0" tIns="0" rIns="0" bIns="0" rtlCol="0" anchor="t">
            <a:noAutofit/>
          </a:bodyPr>
          <a:lstStyle/>
          <a:p>
            <a:pPr algn="l">
              <a:lnSpc>
                <a:spcPts val="4763"/>
              </a:lnSpc>
            </a:pPr>
            <a:endParaRPr lang="de-DE" sz="4717" b="0" i="0" baseline="0">
              <a:solidFill>
                <a:srgbClr val="E63214"/>
              </a:solidFill>
              <a:latin typeface="Calibri" panose="020F0502020204030204" pitchFamily="34" charset="0"/>
            </a:endParaRPr>
          </a:p>
        </p:txBody>
      </p:sp>
      <p:sp>
        <p:nvSpPr>
          <p:cNvPr id="9" name="Textplatzhalter 11">
            <a:extLst>
              <a:ext uri="{FF2B5EF4-FFF2-40B4-BE49-F238E27FC236}">
                <a16:creationId xmlns:a16="http://schemas.microsoft.com/office/drawing/2014/main" id="{EF3C5B44-AC6E-2D48-924E-3901DAE94B9A}"/>
              </a:ext>
            </a:extLst>
          </p:cNvPr>
          <p:cNvSpPr>
            <a:spLocks noGrp="1"/>
          </p:cNvSpPr>
          <p:nvPr>
            <p:ph type="body" sz="quarter" idx="13" hasCustomPrompt="1"/>
          </p:nvPr>
        </p:nvSpPr>
        <p:spPr>
          <a:xfrm>
            <a:off x="333044" y="1548000"/>
            <a:ext cx="9601200" cy="1093600"/>
          </a:xfrm>
          <a:prstGeom prst="rect">
            <a:avLst/>
          </a:prstGeom>
        </p:spPr>
        <p:txBody>
          <a:bodyPr vert="horz" lIns="0" tIns="0" rIns="0" bIns="0" anchor="b" anchorCtr="0"/>
          <a:lstStyle>
            <a:lvl1pPr marL="0" indent="0">
              <a:lnSpc>
                <a:spcPts val="4200"/>
              </a:lnSpc>
              <a:spcBef>
                <a:spcPts val="0"/>
              </a:spcBef>
              <a:buFontTx/>
              <a:buNone/>
              <a:defRPr sz="4400" spc="-70" baseline="0">
                <a:solidFill>
                  <a:schemeClr val="accent5"/>
                </a:solidFill>
                <a:latin typeface="Calibri" panose="020F0502020204030204" pitchFamily="34" charset="0"/>
                <a:cs typeface="Calibri" panose="020F0502020204030204" pitchFamily="34" charset="0"/>
              </a:defRPr>
            </a:lvl1pPr>
          </a:lstStyle>
          <a:p>
            <a:pPr lvl="0"/>
            <a:r>
              <a:rPr lang="de-DE"/>
              <a:t>Willkommen!</a:t>
            </a:r>
          </a:p>
          <a:p>
            <a:pPr lvl="0"/>
            <a:r>
              <a:rPr lang="de-DE"/>
              <a:t>Hier steht die Headline </a:t>
            </a:r>
          </a:p>
        </p:txBody>
      </p:sp>
      <p:sp>
        <p:nvSpPr>
          <p:cNvPr id="10" name="Bildplatzhalter 3">
            <a:extLst>
              <a:ext uri="{FF2B5EF4-FFF2-40B4-BE49-F238E27FC236}">
                <a16:creationId xmlns:a16="http://schemas.microsoft.com/office/drawing/2014/main" id="{63594EE7-6D4C-F342-9549-A73FD626E6D5}"/>
              </a:ext>
            </a:extLst>
          </p:cNvPr>
          <p:cNvSpPr>
            <a:spLocks noGrp="1"/>
          </p:cNvSpPr>
          <p:nvPr>
            <p:ph type="pic" sz="quarter" idx="14"/>
          </p:nvPr>
        </p:nvSpPr>
        <p:spPr>
          <a:xfrm>
            <a:off x="10663200" y="2065732"/>
            <a:ext cx="1355141" cy="2225680"/>
          </a:xfrm>
          <a:prstGeom prst="rect">
            <a:avLst/>
          </a:prstGeom>
          <a:blipFill>
            <a:blip>
              <a:extLst>
                <a:ext uri="{96DAC541-7B7A-43D3-8B79-37D633B846F1}">
                  <asvg:svgBlip xmlns:asvg="http://schemas.microsoft.com/office/drawing/2016/SVG/main" r:embed="rId2"/>
                </a:ext>
              </a:extLst>
            </a:blip>
            <a:stretch>
              <a:fillRect l="47" r="47"/>
            </a:stretch>
          </a:blipFill>
        </p:spPr>
        <p:txBody>
          <a:bodyPr/>
          <a:lstStyle>
            <a:lvl1pPr>
              <a:defRPr sz="100" baseline="0">
                <a:solidFill>
                  <a:schemeClr val="bg1"/>
                </a:solidFill>
              </a:defRPr>
            </a:lvl1pPr>
          </a:lstStyle>
          <a:p>
            <a:r>
              <a:rPr lang="de-DE"/>
              <a:t>Bild durch Klicken auf Symbol hinzufügen</a:t>
            </a:r>
          </a:p>
        </p:txBody>
      </p:sp>
      <p:sp>
        <p:nvSpPr>
          <p:cNvPr id="4" name="Textplatzhalter 3">
            <a:extLst>
              <a:ext uri="{FF2B5EF4-FFF2-40B4-BE49-F238E27FC236}">
                <a16:creationId xmlns:a16="http://schemas.microsoft.com/office/drawing/2014/main" id="{F600A371-89E2-ED47-9691-9E9170B97BE8}"/>
              </a:ext>
            </a:extLst>
          </p:cNvPr>
          <p:cNvSpPr>
            <a:spLocks noGrp="1"/>
          </p:cNvSpPr>
          <p:nvPr>
            <p:ph type="body" sz="quarter" idx="15" hasCustomPrompt="1"/>
          </p:nvPr>
        </p:nvSpPr>
        <p:spPr>
          <a:xfrm>
            <a:off x="334800" y="6560424"/>
            <a:ext cx="3271937" cy="102315"/>
          </a:xfrm>
          <a:prstGeom prst="rect">
            <a:avLst/>
          </a:prstGeom>
        </p:spPr>
        <p:txBody>
          <a:bodyPr lIns="0" tIns="0" rIns="0" bIns="0"/>
          <a:lstStyle>
            <a:lvl1pPr marL="0" indent="0">
              <a:buNone/>
              <a:defRPr sz="907" b="0" baseline="0">
                <a:solidFill>
                  <a:schemeClr val="accent5"/>
                </a:solidFill>
                <a:latin typeface="Calibri" panose="020F0502020204030204" pitchFamily="34" charset="0"/>
                <a:cs typeface="Calibri" panose="020F0502020204030204" pitchFamily="34" charset="0"/>
              </a:defRPr>
            </a:lvl1pPr>
          </a:lstStyle>
          <a:p>
            <a:pPr lvl="0"/>
            <a:r>
              <a:rPr lang="de-DE" dirty="0"/>
              <a:t>FuE-Projekt Sommersemester 2026 | 30.09.2026</a:t>
            </a:r>
          </a:p>
        </p:txBody>
      </p:sp>
      <p:sp>
        <p:nvSpPr>
          <p:cNvPr id="2" name="Textfeld 1">
            <a:extLst>
              <a:ext uri="{FF2B5EF4-FFF2-40B4-BE49-F238E27FC236}">
                <a16:creationId xmlns:a16="http://schemas.microsoft.com/office/drawing/2014/main" id="{0EC0280D-1DC9-4D4F-8C6D-4C387A85644A}"/>
              </a:ext>
            </a:extLst>
          </p:cNvPr>
          <p:cNvSpPr txBox="1"/>
          <p:nvPr userDrawn="1"/>
        </p:nvSpPr>
        <p:spPr>
          <a:xfrm>
            <a:off x="-2356645" y="2343995"/>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Grundlinie Headline</a:t>
            </a:r>
          </a:p>
        </p:txBody>
      </p:sp>
      <p:sp>
        <p:nvSpPr>
          <p:cNvPr id="11" name="Textfeld 10">
            <a:extLst>
              <a:ext uri="{FF2B5EF4-FFF2-40B4-BE49-F238E27FC236}">
                <a16:creationId xmlns:a16="http://schemas.microsoft.com/office/drawing/2014/main" id="{8F7E0B84-5208-5649-A1CA-6D74146EDC74}"/>
              </a:ext>
            </a:extLst>
          </p:cNvPr>
          <p:cNvSpPr txBox="1"/>
          <p:nvPr userDrawn="1"/>
        </p:nvSpPr>
        <p:spPr>
          <a:xfrm>
            <a:off x="-2382169" y="2726620"/>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Bild, K</a:t>
            </a:r>
          </a:p>
        </p:txBody>
      </p:sp>
      <p:sp>
        <p:nvSpPr>
          <p:cNvPr id="12" name="Textfeld 11">
            <a:extLst>
              <a:ext uri="{FF2B5EF4-FFF2-40B4-BE49-F238E27FC236}">
                <a16:creationId xmlns:a16="http://schemas.microsoft.com/office/drawing/2014/main" id="{86480DE9-73A8-2249-BD4A-8C2D2FA63776}"/>
              </a:ext>
            </a:extLst>
          </p:cNvPr>
          <p:cNvSpPr txBox="1"/>
          <p:nvPr userDrawn="1"/>
        </p:nvSpPr>
        <p:spPr>
          <a:xfrm>
            <a:off x="-2382169" y="6296141"/>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Unterkante Bild</a:t>
            </a:r>
          </a:p>
        </p:txBody>
      </p:sp>
      <p:pic>
        <p:nvPicPr>
          <p:cNvPr id="13" name="Grafik 12">
            <a:extLst>
              <a:ext uri="{FF2B5EF4-FFF2-40B4-BE49-F238E27FC236}">
                <a16:creationId xmlns:a16="http://schemas.microsoft.com/office/drawing/2014/main" id="{F8D9F442-01BB-6F4C-A1FF-816B3394AAEB}"/>
              </a:ext>
            </a:extLst>
          </p:cNvPr>
          <p:cNvPicPr>
            <a:picLocks noChangeAspect="1"/>
          </p:cNvPicPr>
          <p:nvPr userDrawn="1"/>
        </p:nvPicPr>
        <p:blipFill>
          <a:blip r:embed="rId3">
            <a:alphaModFix amt="50000"/>
          </a:blip>
          <a:srcRect/>
          <a:stretch/>
        </p:blipFill>
        <p:spPr>
          <a:xfrm>
            <a:off x="12521184" y="7129"/>
            <a:ext cx="12191999" cy="6843741"/>
          </a:xfrm>
          <a:prstGeom prst="rect">
            <a:avLst/>
          </a:prstGeom>
        </p:spPr>
      </p:pic>
    </p:spTree>
    <p:extLst>
      <p:ext uri="{BB962C8B-B14F-4D97-AF65-F5344CB8AC3E}">
        <p14:creationId xmlns:p14="http://schemas.microsoft.com/office/powerpoint/2010/main" val="1401137780"/>
      </p:ext>
    </p:extLst>
  </p:cSld>
  <p:clrMapOvr>
    <a:masterClrMapping/>
  </p:clrMapOvr>
  <p:extLst>
    <p:ext uri="{DCECCB84-F9BA-43D5-87BE-67443E8EF086}">
      <p15:sldGuideLst xmlns:p15="http://schemas.microsoft.com/office/powerpoint/2012/main">
        <p15:guide id="1" orient="horz" pos="1729" userDrawn="1">
          <p15:clr>
            <a:srgbClr val="FBAE40"/>
          </p15:clr>
        </p15:guide>
        <p15:guide id="3" orient="horz" pos="157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MMT_Präsentation // Cover_V2">
    <p:bg>
      <p:bgPr>
        <a:solidFill>
          <a:schemeClr val="bg1"/>
        </a:solidFill>
        <a:effectLst/>
      </p:bgPr>
    </p:bg>
    <p:spTree>
      <p:nvGrpSpPr>
        <p:cNvPr id="1" name=""/>
        <p:cNvGrpSpPr/>
        <p:nvPr/>
      </p:nvGrpSpPr>
      <p:grpSpPr>
        <a:xfrm>
          <a:off x="0" y="0"/>
          <a:ext cx="0" cy="0"/>
          <a:chOff x="0" y="0"/>
          <a:chExt cx="0" cy="0"/>
        </a:xfrm>
      </p:grpSpPr>
      <p:sp>
        <p:nvSpPr>
          <p:cNvPr id="6" name="Bildplatzhalter 8">
            <a:extLst>
              <a:ext uri="{FF2B5EF4-FFF2-40B4-BE49-F238E27FC236}">
                <a16:creationId xmlns:a16="http://schemas.microsoft.com/office/drawing/2014/main" id="{36ED98AA-1C46-0443-A5FC-11C077AE8100}"/>
              </a:ext>
            </a:extLst>
          </p:cNvPr>
          <p:cNvSpPr>
            <a:spLocks noGrp="1"/>
          </p:cNvSpPr>
          <p:nvPr>
            <p:ph type="pic" sz="quarter" idx="12"/>
          </p:nvPr>
        </p:nvSpPr>
        <p:spPr>
          <a:xfrm>
            <a:off x="0" y="2744789"/>
            <a:ext cx="12192000" cy="4106081"/>
          </a:xfrm>
          <a:prstGeom prst="rect">
            <a:avLst/>
          </a:prstGeom>
          <a:solidFill>
            <a:schemeClr val="bg1">
              <a:lumMod val="95000"/>
            </a:schemeClr>
          </a:solidFill>
        </p:spPr>
        <p:txBody>
          <a:bodyPr/>
          <a:lstStyle>
            <a:lvl1pPr marL="0" indent="0">
              <a:buNone/>
              <a:defRPr sz="2000" b="0" i="0">
                <a:latin typeface="Calibri" panose="020F0502020204030204" pitchFamily="34" charset="0"/>
                <a:cs typeface="Calibri" panose="020F0502020204030204" pitchFamily="34" charset="0"/>
              </a:defRPr>
            </a:lvl1pPr>
          </a:lstStyle>
          <a:p>
            <a:r>
              <a:rPr lang="de-DE"/>
              <a:t>Bild durch Klicken auf Symbol hinzufügen</a:t>
            </a:r>
          </a:p>
        </p:txBody>
      </p:sp>
      <p:sp>
        <p:nvSpPr>
          <p:cNvPr id="7" name="Textfeld 6">
            <a:extLst>
              <a:ext uri="{FF2B5EF4-FFF2-40B4-BE49-F238E27FC236}">
                <a16:creationId xmlns:a16="http://schemas.microsoft.com/office/drawing/2014/main" id="{EBC4D843-9687-5E47-9E23-8DA6E1D2F540}"/>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8" name="Textfeld 7">
            <a:extLst>
              <a:ext uri="{FF2B5EF4-FFF2-40B4-BE49-F238E27FC236}">
                <a16:creationId xmlns:a16="http://schemas.microsoft.com/office/drawing/2014/main" id="{AB4AE916-8FBE-0A48-921A-1DECF82C926C}"/>
              </a:ext>
            </a:extLst>
          </p:cNvPr>
          <p:cNvSpPr txBox="1"/>
          <p:nvPr userDrawn="1"/>
        </p:nvSpPr>
        <p:spPr>
          <a:xfrm>
            <a:off x="543403" y="4065509"/>
            <a:ext cx="8023301" cy="1950116"/>
          </a:xfrm>
          <a:prstGeom prst="rect">
            <a:avLst/>
          </a:prstGeom>
          <a:ln>
            <a:noFill/>
          </a:ln>
        </p:spPr>
        <p:txBody>
          <a:bodyPr wrap="square" lIns="0" tIns="0" rIns="0" bIns="0" rtlCol="0" anchor="t">
            <a:noAutofit/>
          </a:bodyPr>
          <a:lstStyle/>
          <a:p>
            <a:pPr algn="l">
              <a:lnSpc>
                <a:spcPts val="4763"/>
              </a:lnSpc>
            </a:pPr>
            <a:endParaRPr lang="de-DE" sz="4717" b="0" i="0" baseline="0">
              <a:solidFill>
                <a:srgbClr val="E63214"/>
              </a:solidFill>
              <a:latin typeface="Calibri" panose="020F0502020204030204" pitchFamily="34" charset="0"/>
            </a:endParaRPr>
          </a:p>
        </p:txBody>
      </p:sp>
      <p:sp>
        <p:nvSpPr>
          <p:cNvPr id="9" name="Textplatzhalter 11">
            <a:extLst>
              <a:ext uri="{FF2B5EF4-FFF2-40B4-BE49-F238E27FC236}">
                <a16:creationId xmlns:a16="http://schemas.microsoft.com/office/drawing/2014/main" id="{EF3C5B44-AC6E-2D48-924E-3901DAE94B9A}"/>
              </a:ext>
            </a:extLst>
          </p:cNvPr>
          <p:cNvSpPr>
            <a:spLocks noGrp="1"/>
          </p:cNvSpPr>
          <p:nvPr>
            <p:ph type="body" sz="quarter" idx="13" hasCustomPrompt="1"/>
          </p:nvPr>
        </p:nvSpPr>
        <p:spPr>
          <a:xfrm>
            <a:off x="333044" y="1548000"/>
            <a:ext cx="9601200" cy="1093600"/>
          </a:xfrm>
          <a:prstGeom prst="rect">
            <a:avLst/>
          </a:prstGeom>
        </p:spPr>
        <p:txBody>
          <a:bodyPr vert="horz" lIns="0" tIns="0" rIns="0" bIns="0" anchor="b" anchorCtr="0"/>
          <a:lstStyle>
            <a:lvl1pPr marL="0" indent="0">
              <a:lnSpc>
                <a:spcPts val="4200"/>
              </a:lnSpc>
              <a:spcBef>
                <a:spcPts val="0"/>
              </a:spcBef>
              <a:buFontTx/>
              <a:buNone/>
              <a:defRPr sz="4400" spc="-70" baseline="0">
                <a:solidFill>
                  <a:schemeClr val="accent5"/>
                </a:solidFill>
                <a:latin typeface="Calibri" panose="020F0502020204030204" pitchFamily="34" charset="0"/>
                <a:cs typeface="Calibri" panose="020F0502020204030204" pitchFamily="34" charset="0"/>
              </a:defRPr>
            </a:lvl1pPr>
          </a:lstStyle>
          <a:p>
            <a:pPr lvl="0"/>
            <a:r>
              <a:rPr lang="de-DE"/>
              <a:t>Willkommen!</a:t>
            </a:r>
          </a:p>
          <a:p>
            <a:pPr lvl="0"/>
            <a:r>
              <a:rPr lang="de-DE"/>
              <a:t>Hier steht die Headline </a:t>
            </a:r>
          </a:p>
        </p:txBody>
      </p:sp>
      <p:sp>
        <p:nvSpPr>
          <p:cNvPr id="10" name="Bildplatzhalter 3">
            <a:extLst>
              <a:ext uri="{FF2B5EF4-FFF2-40B4-BE49-F238E27FC236}">
                <a16:creationId xmlns:a16="http://schemas.microsoft.com/office/drawing/2014/main" id="{63594EE7-6D4C-F342-9549-A73FD626E6D5}"/>
              </a:ext>
            </a:extLst>
          </p:cNvPr>
          <p:cNvSpPr>
            <a:spLocks noGrp="1"/>
          </p:cNvSpPr>
          <p:nvPr>
            <p:ph type="pic" sz="quarter" idx="14"/>
          </p:nvPr>
        </p:nvSpPr>
        <p:spPr>
          <a:xfrm>
            <a:off x="10663200" y="2065732"/>
            <a:ext cx="1355141" cy="2225680"/>
          </a:xfrm>
          <a:prstGeom prst="rect">
            <a:avLst/>
          </a:prstGeom>
          <a:blipFill>
            <a:blip>
              <a:extLst>
                <a:ext uri="{96DAC541-7B7A-43D3-8B79-37D633B846F1}">
                  <asvg:svgBlip xmlns:asvg="http://schemas.microsoft.com/office/drawing/2016/SVG/main" r:embed="rId2"/>
                </a:ext>
              </a:extLst>
            </a:blip>
            <a:stretch>
              <a:fillRect l="47" r="47"/>
            </a:stretch>
          </a:blipFill>
        </p:spPr>
        <p:txBody>
          <a:bodyPr/>
          <a:lstStyle>
            <a:lvl1pPr>
              <a:defRPr sz="100" baseline="0">
                <a:solidFill>
                  <a:schemeClr val="bg1"/>
                </a:solidFill>
              </a:defRPr>
            </a:lvl1pPr>
          </a:lstStyle>
          <a:p>
            <a:r>
              <a:rPr lang="de-DE"/>
              <a:t>Bild durch Klicken auf Symbol hinzufügen</a:t>
            </a:r>
          </a:p>
        </p:txBody>
      </p:sp>
      <p:sp>
        <p:nvSpPr>
          <p:cNvPr id="2" name="Textfeld 1">
            <a:extLst>
              <a:ext uri="{FF2B5EF4-FFF2-40B4-BE49-F238E27FC236}">
                <a16:creationId xmlns:a16="http://schemas.microsoft.com/office/drawing/2014/main" id="{0EC0280D-1DC9-4D4F-8C6D-4C387A85644A}"/>
              </a:ext>
            </a:extLst>
          </p:cNvPr>
          <p:cNvSpPr txBox="1"/>
          <p:nvPr userDrawn="1"/>
        </p:nvSpPr>
        <p:spPr>
          <a:xfrm>
            <a:off x="-2356645" y="2343995"/>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Grundlinie Headline</a:t>
            </a:r>
          </a:p>
        </p:txBody>
      </p:sp>
      <p:sp>
        <p:nvSpPr>
          <p:cNvPr id="11" name="Textfeld 10">
            <a:extLst>
              <a:ext uri="{FF2B5EF4-FFF2-40B4-BE49-F238E27FC236}">
                <a16:creationId xmlns:a16="http://schemas.microsoft.com/office/drawing/2014/main" id="{8F7E0B84-5208-5649-A1CA-6D74146EDC74}"/>
              </a:ext>
            </a:extLst>
          </p:cNvPr>
          <p:cNvSpPr txBox="1"/>
          <p:nvPr userDrawn="1"/>
        </p:nvSpPr>
        <p:spPr>
          <a:xfrm>
            <a:off x="-2382169" y="2726620"/>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Bild, K</a:t>
            </a:r>
          </a:p>
        </p:txBody>
      </p:sp>
      <p:sp>
        <p:nvSpPr>
          <p:cNvPr id="12" name="Textfeld 11">
            <a:extLst>
              <a:ext uri="{FF2B5EF4-FFF2-40B4-BE49-F238E27FC236}">
                <a16:creationId xmlns:a16="http://schemas.microsoft.com/office/drawing/2014/main" id="{86480DE9-73A8-2249-BD4A-8C2D2FA63776}"/>
              </a:ext>
            </a:extLst>
          </p:cNvPr>
          <p:cNvSpPr txBox="1"/>
          <p:nvPr userDrawn="1"/>
        </p:nvSpPr>
        <p:spPr>
          <a:xfrm>
            <a:off x="-2382169" y="6296141"/>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Unterkante Bild</a:t>
            </a:r>
          </a:p>
        </p:txBody>
      </p:sp>
      <p:pic>
        <p:nvPicPr>
          <p:cNvPr id="13" name="Grafik 12">
            <a:extLst>
              <a:ext uri="{FF2B5EF4-FFF2-40B4-BE49-F238E27FC236}">
                <a16:creationId xmlns:a16="http://schemas.microsoft.com/office/drawing/2014/main" id="{F8D9F442-01BB-6F4C-A1FF-816B3394AAEB}"/>
              </a:ext>
            </a:extLst>
          </p:cNvPr>
          <p:cNvPicPr>
            <a:picLocks noChangeAspect="1"/>
          </p:cNvPicPr>
          <p:nvPr userDrawn="1"/>
        </p:nvPicPr>
        <p:blipFill>
          <a:blip r:embed="rId3">
            <a:alphaModFix amt="50000"/>
          </a:blip>
          <a:srcRect/>
          <a:stretch/>
        </p:blipFill>
        <p:spPr>
          <a:xfrm>
            <a:off x="12521185" y="7129"/>
            <a:ext cx="12191997" cy="6843741"/>
          </a:xfrm>
          <a:prstGeom prst="rect">
            <a:avLst/>
          </a:prstGeom>
        </p:spPr>
      </p:pic>
    </p:spTree>
    <p:extLst>
      <p:ext uri="{BB962C8B-B14F-4D97-AF65-F5344CB8AC3E}">
        <p14:creationId xmlns:p14="http://schemas.microsoft.com/office/powerpoint/2010/main" val="656871068"/>
      </p:ext>
    </p:extLst>
  </p:cSld>
  <p:clrMapOvr>
    <a:masterClrMapping/>
  </p:clrMapOvr>
  <p:extLst>
    <p:ext uri="{DCECCB84-F9BA-43D5-87BE-67443E8EF086}">
      <p15:sldGuideLst xmlns:p15="http://schemas.microsoft.com/office/powerpoint/2012/main">
        <p15:guide id="1" orient="horz" pos="1729">
          <p15:clr>
            <a:srgbClr val="FBAE40"/>
          </p15:clr>
        </p15:guide>
        <p15:guide id="3" orient="horz" pos="157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MMT_Präsentation // Cover_V3">
    <p:bg>
      <p:bgPr>
        <a:solidFill>
          <a:schemeClr val="accent5"/>
        </a:solidFill>
        <a:effectLst/>
      </p:bgPr>
    </p:bg>
    <p:spTree>
      <p:nvGrpSpPr>
        <p:cNvPr id="1" name=""/>
        <p:cNvGrpSpPr/>
        <p:nvPr/>
      </p:nvGrpSpPr>
      <p:grpSpPr>
        <a:xfrm>
          <a:off x="0" y="0"/>
          <a:ext cx="0" cy="0"/>
          <a:chOff x="0" y="0"/>
          <a:chExt cx="0" cy="0"/>
        </a:xfrm>
      </p:grpSpPr>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14" name="Textplatzhalter 11">
            <a:extLst>
              <a:ext uri="{FF2B5EF4-FFF2-40B4-BE49-F238E27FC236}">
                <a16:creationId xmlns:a16="http://schemas.microsoft.com/office/drawing/2014/main" id="{AD848F20-E885-8540-A608-6B6DA063C484}"/>
              </a:ext>
            </a:extLst>
          </p:cNvPr>
          <p:cNvSpPr>
            <a:spLocks noGrp="1"/>
          </p:cNvSpPr>
          <p:nvPr>
            <p:ph type="body" sz="quarter" idx="11" hasCustomPrompt="1"/>
          </p:nvPr>
        </p:nvSpPr>
        <p:spPr>
          <a:xfrm>
            <a:off x="334963" y="1881001"/>
            <a:ext cx="9601200" cy="1488815"/>
          </a:xfrm>
          <a:prstGeom prst="rect">
            <a:avLst/>
          </a:prstGeom>
        </p:spPr>
        <p:txBody>
          <a:bodyPr lIns="0" tIns="0" rIns="0" bIns="0" anchor="t" anchorCtr="0"/>
          <a:lstStyle>
            <a:lvl1pPr marL="0" indent="0">
              <a:lnSpc>
                <a:spcPts val="4200"/>
              </a:lnSpc>
              <a:spcBef>
                <a:spcPts val="0"/>
              </a:spcBef>
              <a:buFontTx/>
              <a:buNone/>
              <a:defRPr sz="4400" spc="-70" baseline="0">
                <a:solidFill>
                  <a:srgbClr val="FFFFFF"/>
                </a:solidFill>
                <a:latin typeface="Calibri" panose="020F0502020204030204" pitchFamily="34" charset="0"/>
                <a:cs typeface="Calibri" panose="020F0502020204030204" pitchFamily="34" charset="0"/>
              </a:defRPr>
            </a:lvl1pPr>
          </a:lstStyle>
          <a:p>
            <a:pPr lvl="0"/>
            <a:r>
              <a:rPr lang="de-DE"/>
              <a:t>Willkommen!</a:t>
            </a:r>
          </a:p>
          <a:p>
            <a:pPr lvl="0"/>
            <a:r>
              <a:rPr lang="de-DE"/>
              <a:t>Hier steht die Headline </a:t>
            </a:r>
            <a:br>
              <a:rPr lang="de-DE"/>
            </a:br>
            <a:r>
              <a:rPr lang="de-DE"/>
              <a:t>der Präsentation</a:t>
            </a:r>
          </a:p>
        </p:txBody>
      </p:sp>
      <p:sp>
        <p:nvSpPr>
          <p:cNvPr id="2" name="Textfeld 1">
            <a:extLst>
              <a:ext uri="{FF2B5EF4-FFF2-40B4-BE49-F238E27FC236}">
                <a16:creationId xmlns:a16="http://schemas.microsoft.com/office/drawing/2014/main" id="{D9190E2B-E77D-C849-914C-35375BDC90B2}"/>
              </a:ext>
            </a:extLst>
          </p:cNvPr>
          <p:cNvSpPr txBox="1"/>
          <p:nvPr userDrawn="1"/>
        </p:nvSpPr>
        <p:spPr>
          <a:xfrm>
            <a:off x="1063468" y="6629836"/>
            <a:ext cx="0" cy="0"/>
          </a:xfrm>
          <a:prstGeom prst="rect">
            <a:avLst/>
          </a:prstGeom>
          <a:ln>
            <a:solidFill>
              <a:schemeClr val="accent1"/>
            </a:solidFill>
          </a:ln>
        </p:spPr>
        <p:txBody>
          <a:bodyPr wrap="none" rtlCol="0" anchor="b">
            <a:noAutofit/>
          </a:bodyPr>
          <a:lstStyle/>
          <a:p>
            <a:pPr algn="l"/>
            <a:endParaRPr lang="de-DE" sz="370" err="1"/>
          </a:p>
        </p:txBody>
      </p:sp>
      <p:sp>
        <p:nvSpPr>
          <p:cNvPr id="4" name="Bildplatzhalter 3">
            <a:extLst>
              <a:ext uri="{FF2B5EF4-FFF2-40B4-BE49-F238E27FC236}">
                <a16:creationId xmlns:a16="http://schemas.microsoft.com/office/drawing/2014/main" id="{0DEA4B71-C0F6-A143-91CD-20DCCAFE1ECE}"/>
              </a:ext>
            </a:extLst>
          </p:cNvPr>
          <p:cNvSpPr>
            <a:spLocks noGrp="1"/>
          </p:cNvSpPr>
          <p:nvPr>
            <p:ph type="pic" sz="quarter" idx="12"/>
          </p:nvPr>
        </p:nvSpPr>
        <p:spPr>
          <a:xfrm>
            <a:off x="10663200" y="1206000"/>
            <a:ext cx="1355294" cy="2225680"/>
          </a:xfrm>
          <a:prstGeom prst="rect">
            <a:avLst/>
          </a:prstGeom>
          <a:blipFill>
            <a:blip>
              <a:extLst>
                <a:ext uri="{96DAC541-7B7A-43D3-8B79-37D633B846F1}">
                  <asvg:svgBlip xmlns:asvg="http://schemas.microsoft.com/office/drawing/2016/SVG/main" r:embed="rId2"/>
                </a:ext>
              </a:extLst>
            </a:blip>
            <a:stretch>
              <a:fillRect l="47" r="47"/>
            </a:stretch>
          </a:blipFill>
        </p:spPr>
        <p:txBody>
          <a:bodyPr/>
          <a:lstStyle>
            <a:lvl1pPr>
              <a:defRPr sz="100" baseline="0">
                <a:solidFill>
                  <a:srgbClr val="D72305"/>
                </a:solidFill>
              </a:defRPr>
            </a:lvl1pPr>
          </a:lstStyle>
          <a:p>
            <a:r>
              <a:rPr lang="de-DE"/>
              <a:t>Bild durch Klicken auf Symbol hinzufügen</a:t>
            </a:r>
          </a:p>
        </p:txBody>
      </p:sp>
      <p:pic>
        <p:nvPicPr>
          <p:cNvPr id="9" name="Grafik 8">
            <a:extLst>
              <a:ext uri="{FF2B5EF4-FFF2-40B4-BE49-F238E27FC236}">
                <a16:creationId xmlns:a16="http://schemas.microsoft.com/office/drawing/2014/main" id="{8497CFA3-6340-C34D-B768-F7A95EB4E9C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0663200" y="302400"/>
            <a:ext cx="1356360" cy="914400"/>
          </a:xfrm>
          <a:prstGeom prst="rect">
            <a:avLst/>
          </a:prstGeom>
        </p:spPr>
      </p:pic>
      <p:sp>
        <p:nvSpPr>
          <p:cNvPr id="8" name="Textplatzhalter 3">
            <a:extLst>
              <a:ext uri="{FF2B5EF4-FFF2-40B4-BE49-F238E27FC236}">
                <a16:creationId xmlns:a16="http://schemas.microsoft.com/office/drawing/2014/main" id="{C8BD6479-55DD-AC47-9F75-3DCC5AA8DAAA}"/>
              </a:ext>
            </a:extLst>
          </p:cNvPr>
          <p:cNvSpPr>
            <a:spLocks noGrp="1"/>
          </p:cNvSpPr>
          <p:nvPr>
            <p:ph type="body" sz="quarter" idx="15" hasCustomPrompt="1"/>
          </p:nvPr>
        </p:nvSpPr>
        <p:spPr>
          <a:xfrm>
            <a:off x="334800" y="6560424"/>
            <a:ext cx="3271937" cy="102315"/>
          </a:xfrm>
          <a:prstGeom prst="rect">
            <a:avLst/>
          </a:prstGeom>
        </p:spPr>
        <p:txBody>
          <a:bodyPr lIns="0" tIns="0" rIns="0" bIns="0"/>
          <a:lstStyle>
            <a:lvl1pPr marL="0" indent="0">
              <a:buNone/>
              <a:defRPr sz="907" b="0" baseline="0">
                <a:solidFill>
                  <a:schemeClr val="tx2"/>
                </a:solidFill>
                <a:latin typeface="Calibri" panose="020F0502020204030204" pitchFamily="34" charset="0"/>
                <a:cs typeface="Calibri" panose="020F0502020204030204" pitchFamily="34" charset="0"/>
              </a:defRPr>
            </a:lvl1pPr>
          </a:lstStyle>
          <a:p>
            <a:pPr lvl="0"/>
            <a:r>
              <a:rPr lang="de-DE" dirty="0"/>
              <a:t>FuE-Projekt Sommersemester 2026 | 30.09.2026</a:t>
            </a:r>
          </a:p>
        </p:txBody>
      </p:sp>
      <p:sp>
        <p:nvSpPr>
          <p:cNvPr id="12" name="Textfeld 11">
            <a:extLst>
              <a:ext uri="{FF2B5EF4-FFF2-40B4-BE49-F238E27FC236}">
                <a16:creationId xmlns:a16="http://schemas.microsoft.com/office/drawing/2014/main" id="{D9A9E72F-1ACA-F247-8BD4-0C1BBC4CCD82}"/>
              </a:ext>
            </a:extLst>
          </p:cNvPr>
          <p:cNvSpPr txBox="1"/>
          <p:nvPr userDrawn="1"/>
        </p:nvSpPr>
        <p:spPr>
          <a:xfrm>
            <a:off x="-2382169" y="1828971"/>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pic>
        <p:nvPicPr>
          <p:cNvPr id="5" name="Grafik 4" descr="Ein Bild, das Text enthält.&#10;&#10;Automatisch generierte Beschreibung">
            <a:extLst>
              <a:ext uri="{FF2B5EF4-FFF2-40B4-BE49-F238E27FC236}">
                <a16:creationId xmlns:a16="http://schemas.microsoft.com/office/drawing/2014/main" id="{F9C5C9DE-460D-3A49-889E-B30613FE6DB5}"/>
              </a:ext>
            </a:extLst>
          </p:cNvPr>
          <p:cNvPicPr>
            <a:picLocks noChangeAspect="1"/>
          </p:cNvPicPr>
          <p:nvPr userDrawn="1"/>
        </p:nvPicPr>
        <p:blipFill>
          <a:blip r:embed="rId4">
            <a:alphaModFix amt="50000"/>
          </a:blip>
          <a:stretch>
            <a:fillRect/>
          </a:stretch>
        </p:blipFill>
        <p:spPr>
          <a:xfrm>
            <a:off x="12557760" y="7129"/>
            <a:ext cx="12192000" cy="6843742"/>
          </a:xfrm>
          <a:prstGeom prst="rect">
            <a:avLst/>
          </a:prstGeom>
        </p:spPr>
      </p:pic>
      <p:pic>
        <p:nvPicPr>
          <p:cNvPr id="11" name="Grafik 10">
            <a:extLst>
              <a:ext uri="{FF2B5EF4-FFF2-40B4-BE49-F238E27FC236}">
                <a16:creationId xmlns:a16="http://schemas.microsoft.com/office/drawing/2014/main" id="{AF38B288-F314-D247-B61E-DD5F7516106B}"/>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334965" y="296863"/>
            <a:ext cx="1737356" cy="967737"/>
          </a:xfrm>
          <a:prstGeom prst="rect">
            <a:avLst/>
          </a:prstGeom>
        </p:spPr>
      </p:pic>
    </p:spTree>
    <p:extLst>
      <p:ext uri="{BB962C8B-B14F-4D97-AF65-F5344CB8AC3E}">
        <p14:creationId xmlns:p14="http://schemas.microsoft.com/office/powerpoint/2010/main" val="2257337023"/>
      </p:ext>
    </p:extLst>
  </p:cSld>
  <p:clrMapOvr>
    <a:masterClrMapping/>
  </p:clrMapOvr>
  <p:extLst>
    <p:ext uri="{DCECCB84-F9BA-43D5-87BE-67443E8EF086}">
      <p15:sldGuideLst xmlns:p15="http://schemas.microsoft.com/office/powerpoint/2012/main">
        <p15:guide id="2" orient="horz" pos="1185"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MMT_Präsentation // Headline + FT">
    <p:spTree>
      <p:nvGrpSpPr>
        <p:cNvPr id="1" name=""/>
        <p:cNvGrpSpPr/>
        <p:nvPr/>
      </p:nvGrpSpPr>
      <p:grpSpPr>
        <a:xfrm>
          <a:off x="0" y="0"/>
          <a:ext cx="0" cy="0"/>
          <a:chOff x="0" y="0"/>
          <a:chExt cx="0" cy="0"/>
        </a:xfrm>
      </p:grpSpPr>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8" name="Textplatzhalter 2">
            <a:extLst>
              <a:ext uri="{FF2B5EF4-FFF2-40B4-BE49-F238E27FC236}">
                <a16:creationId xmlns:a16="http://schemas.microsoft.com/office/drawing/2014/main" id="{86E46402-E95E-8E4B-91CE-C6482D95DF06}"/>
              </a:ext>
            </a:extLst>
          </p:cNvPr>
          <p:cNvSpPr>
            <a:spLocks noGrp="1"/>
          </p:cNvSpPr>
          <p:nvPr>
            <p:ph type="body" sz="quarter" idx="18" hasCustomPrompt="1"/>
          </p:nvPr>
        </p:nvSpPr>
        <p:spPr>
          <a:xfrm>
            <a:off x="334960" y="1206001"/>
            <a:ext cx="10909303" cy="4599488"/>
          </a:xfrm>
          <a:prstGeom prst="rect">
            <a:avLst/>
          </a:prstGeom>
        </p:spPr>
        <p:txBody>
          <a:bodyPr lIns="0" tIns="0" rIns="0" bIns="0" numCol="1" spcCol="720000"/>
          <a:lstStyle>
            <a:lvl1pPr marL="0" indent="0">
              <a:lnSpc>
                <a:spcPts val="2100"/>
              </a:lnSpc>
              <a:spcBef>
                <a:spcPts val="1350"/>
              </a:spcBef>
              <a:spcAft>
                <a:spcPts val="0"/>
              </a:spcAft>
              <a:buSzPct val="90000"/>
              <a:buFontTx/>
              <a:buNone/>
              <a:defRPr sz="1800" b="0" i="0" baseline="0">
                <a:latin typeface="Calibri" panose="020F0502020204030204" pitchFamily="34" charset="0"/>
                <a:cs typeface="Calibri" panose="020F0502020204030204" pitchFamily="34" charset="0"/>
              </a:defRPr>
            </a:lvl1pPr>
            <a:lvl2pPr marL="252000" indent="-252000">
              <a:lnSpc>
                <a:spcPts val="2250"/>
              </a:lnSpc>
              <a:spcBef>
                <a:spcPts val="350"/>
              </a:spcBef>
              <a:spcAft>
                <a:spcPts val="200"/>
              </a:spcAft>
              <a:buFontTx/>
              <a:buBlip>
                <a:blip r:embed="rId2"/>
              </a:buBlip>
              <a:defRPr sz="1800" b="0" i="0" baseline="0">
                <a:latin typeface="Calibri" panose="020F0502020204030204" pitchFamily="34" charset="0"/>
                <a:cs typeface="Calibri" panose="020F0502020204030204" pitchFamily="34" charset="0"/>
              </a:defRPr>
            </a:lvl2pPr>
            <a:lvl3pPr marL="504000" indent="-252000">
              <a:lnSpc>
                <a:spcPts val="2250"/>
              </a:lnSpc>
              <a:spcBef>
                <a:spcPts val="350"/>
              </a:spcBef>
              <a:spcAft>
                <a:spcPts val="0"/>
              </a:spcAft>
              <a:buSzPct val="100000"/>
              <a:buFontTx/>
              <a:buBlip>
                <a:blip r:embed="rId2"/>
              </a:buBlip>
              <a:defRPr sz="1800" b="0" i="0" baseline="0">
                <a:latin typeface="Calibri" panose="020F0502020204030204" pitchFamily="34" charset="0"/>
                <a:cs typeface="Calibri" panose="020F0502020204030204" pitchFamily="34" charset="0"/>
              </a:defRPr>
            </a:lvl3pPr>
            <a:lvl4pPr marL="504000" indent="-234000">
              <a:lnSpc>
                <a:spcPts val="2250"/>
              </a:lnSpc>
              <a:spcBef>
                <a:spcPts val="350"/>
              </a:spcBef>
              <a:spcAft>
                <a:spcPts val="0"/>
              </a:spcAft>
              <a:buSzPct val="90000"/>
              <a:buFont typeface="Arial" pitchFamily="2" charset="2"/>
              <a:buChar char="-"/>
              <a:defRPr sz="1800" b="0" i="0" baseline="0">
                <a:latin typeface="Calibri" panose="020F0502020204030204" pitchFamily="34" charset="0"/>
                <a:cs typeface="Calibri" panose="020F0502020204030204" pitchFamily="34" charset="0"/>
              </a:defRPr>
            </a:lvl4pPr>
            <a:lvl5pPr marL="504000" indent="0">
              <a:lnSpc>
                <a:spcPts val="1800"/>
              </a:lnSpc>
              <a:spcBef>
                <a:spcPts val="350"/>
              </a:spcBef>
              <a:spcAft>
                <a:spcPts val="0"/>
              </a:spcAft>
              <a:buNone/>
              <a:defRPr sz="1452" b="0" i="0">
                <a:latin typeface="Calibri" panose="020F0502020204030204" pitchFamily="34" charset="0"/>
                <a:cs typeface="Calibri" panose="020F0502020204030204" pitchFamily="34" charset="0"/>
              </a:defRPr>
            </a:lvl5pPr>
          </a:lstStyle>
          <a:p>
            <a:pPr lvl="0"/>
            <a:r>
              <a:rPr lang="de-DE"/>
              <a:t>Mastertextformat bearbeiten 18pt</a:t>
            </a:r>
          </a:p>
          <a:p>
            <a:pPr lvl="1"/>
            <a:r>
              <a:rPr lang="de-DE"/>
              <a:t>Zweite Ebene 18pt</a:t>
            </a:r>
          </a:p>
          <a:p>
            <a:pPr lvl="2"/>
            <a:r>
              <a:rPr lang="de-DE"/>
              <a:t>Dritte Ebene 18pt</a:t>
            </a:r>
          </a:p>
          <a:p>
            <a:pPr lvl="3"/>
            <a:r>
              <a:rPr lang="de-DE"/>
              <a:t>Vierte Ebene 18pt</a:t>
            </a:r>
          </a:p>
          <a:p>
            <a:pPr lvl="4"/>
            <a:r>
              <a:rPr lang="de-DE"/>
              <a:t>Fünfte Ebene 14,5pt</a:t>
            </a:r>
          </a:p>
        </p:txBody>
      </p:sp>
      <p:sp>
        <p:nvSpPr>
          <p:cNvPr id="9" name="Textplatzhalter 2">
            <a:extLst>
              <a:ext uri="{FF2B5EF4-FFF2-40B4-BE49-F238E27FC236}">
                <a16:creationId xmlns:a16="http://schemas.microsoft.com/office/drawing/2014/main" id="{901185BA-D52F-D14B-86B3-9443C18925BC}"/>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sp>
        <p:nvSpPr>
          <p:cNvPr id="14" name="Textfeld 13">
            <a:extLst>
              <a:ext uri="{FF2B5EF4-FFF2-40B4-BE49-F238E27FC236}">
                <a16:creationId xmlns:a16="http://schemas.microsoft.com/office/drawing/2014/main" id="{D2E72119-490B-1845-9D75-16B134CF87E9}"/>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5" name="Textfeld 14">
            <a:extLst>
              <a:ext uri="{FF2B5EF4-FFF2-40B4-BE49-F238E27FC236}">
                <a16:creationId xmlns:a16="http://schemas.microsoft.com/office/drawing/2014/main" id="{C97E69B1-EE6A-9E46-A114-65ACB3875226}"/>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pic>
        <p:nvPicPr>
          <p:cNvPr id="16" name="Grafik 15">
            <a:extLst>
              <a:ext uri="{FF2B5EF4-FFF2-40B4-BE49-F238E27FC236}">
                <a16:creationId xmlns:a16="http://schemas.microsoft.com/office/drawing/2014/main" id="{D318F462-CCE5-C94F-B170-2AB521F1013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244769" y="299812"/>
            <a:ext cx="665997" cy="448986"/>
          </a:xfrm>
          <a:prstGeom prst="rect">
            <a:avLst/>
          </a:prstGeom>
        </p:spPr>
      </p:pic>
      <p:sp>
        <p:nvSpPr>
          <p:cNvPr id="6" name="Datumsplatzhalter 5">
            <a:extLst>
              <a:ext uri="{FF2B5EF4-FFF2-40B4-BE49-F238E27FC236}">
                <a16:creationId xmlns:a16="http://schemas.microsoft.com/office/drawing/2014/main" id="{6AB2C604-EF2B-4241-9B8D-353525CC64B5}"/>
              </a:ext>
            </a:extLst>
          </p:cNvPr>
          <p:cNvSpPr>
            <a:spLocks noGrp="1"/>
          </p:cNvSpPr>
          <p:nvPr>
            <p:ph type="dt" sz="half" idx="27"/>
          </p:nvPr>
        </p:nvSpPr>
        <p:spPr/>
        <p:txBody>
          <a:bodyPr/>
          <a:lstStyle/>
          <a:p>
            <a:pPr lvl="0"/>
            <a:r>
              <a:rPr lang="de-DE" dirty="0"/>
              <a:t>FuE-Projekt Sommersemester 2026 | 30.09.2026</a:t>
            </a:r>
          </a:p>
        </p:txBody>
      </p:sp>
      <p:sp>
        <p:nvSpPr>
          <p:cNvPr id="7" name="Fußzeilenplatzhalter 6">
            <a:extLst>
              <a:ext uri="{FF2B5EF4-FFF2-40B4-BE49-F238E27FC236}">
                <a16:creationId xmlns:a16="http://schemas.microsoft.com/office/drawing/2014/main" id="{0536C2A7-C47B-254D-B8A7-9A5F4F781FC8}"/>
              </a:ext>
            </a:extLst>
          </p:cNvPr>
          <p:cNvSpPr>
            <a:spLocks noGrp="1"/>
          </p:cNvSpPr>
          <p:nvPr>
            <p:ph type="ftr" sz="quarter" idx="28"/>
          </p:nvPr>
        </p:nvSpPr>
        <p:spPr/>
        <p:txBody>
          <a:bodyPr/>
          <a:lstStyle/>
          <a:p>
            <a:r>
              <a:rPr lang="de-DE"/>
              <a:t>Hochschule Karlsruhe</a:t>
            </a:r>
          </a:p>
        </p:txBody>
      </p:sp>
      <p:sp>
        <p:nvSpPr>
          <p:cNvPr id="10" name="Foliennummernplatzhalter 9">
            <a:extLst>
              <a:ext uri="{FF2B5EF4-FFF2-40B4-BE49-F238E27FC236}">
                <a16:creationId xmlns:a16="http://schemas.microsoft.com/office/drawing/2014/main" id="{7CA1E7AB-4DEA-5C4B-BF0E-2A91CF7C83B6}"/>
              </a:ext>
            </a:extLst>
          </p:cNvPr>
          <p:cNvSpPr>
            <a:spLocks noGrp="1"/>
          </p:cNvSpPr>
          <p:nvPr>
            <p:ph type="sldNum" sz="quarter" idx="29"/>
          </p:nvPr>
        </p:nvSpPr>
        <p:spPr/>
        <p:txBody>
          <a:bodyPr/>
          <a:lstStyle/>
          <a:p>
            <a:fld id="{13005BA2-ABF8-0A46-8B15-84F2660EFA6C}" type="slidenum">
              <a:rPr lang="de-DE" smtClean="0"/>
              <a:pPr/>
              <a:t>‹Nr.›</a:t>
            </a:fld>
            <a:endParaRPr lang="de-DE"/>
          </a:p>
        </p:txBody>
      </p:sp>
      <p:pic>
        <p:nvPicPr>
          <p:cNvPr id="2" name="Grafik 1">
            <a:extLst>
              <a:ext uri="{FF2B5EF4-FFF2-40B4-BE49-F238E27FC236}">
                <a16:creationId xmlns:a16="http://schemas.microsoft.com/office/drawing/2014/main" id="{7AF99E34-E21F-829E-6DB0-5444337FA472}"/>
              </a:ext>
            </a:extLst>
          </p:cNvPr>
          <p:cNvPicPr>
            <a:picLocks noChangeAspect="1"/>
          </p:cNvPicPr>
          <p:nvPr userDrawn="1"/>
        </p:nvPicPr>
        <p:blipFill>
          <a:blip r:embed="rId4"/>
          <a:stretch>
            <a:fillRect/>
          </a:stretch>
        </p:blipFill>
        <p:spPr>
          <a:xfrm>
            <a:off x="11246244" y="5389045"/>
            <a:ext cx="664522" cy="1091279"/>
          </a:xfrm>
          <a:prstGeom prst="rect">
            <a:avLst/>
          </a:prstGeom>
        </p:spPr>
      </p:pic>
    </p:spTree>
    <p:extLst>
      <p:ext uri="{BB962C8B-B14F-4D97-AF65-F5344CB8AC3E}">
        <p14:creationId xmlns:p14="http://schemas.microsoft.com/office/powerpoint/2010/main" val="1593054334"/>
      </p:ext>
    </p:extLst>
  </p:cSld>
  <p:clrMapOvr>
    <a:masterClrMapping/>
  </p:clrMapOvr>
  <p:transition spd="slow">
    <p:push dir="u"/>
  </p:transition>
  <p:extLst>
    <p:ext uri="{DCECCB84-F9BA-43D5-87BE-67443E8EF086}">
      <p15:sldGuideLst xmlns:p15="http://schemas.microsoft.com/office/powerpoint/2012/main">
        <p15:guide id="1" orient="horz" pos="754" userDrawn="1">
          <p15:clr>
            <a:srgbClr val="FBAE40"/>
          </p15:clr>
        </p15:guide>
        <p15:guide id="2" orient="horz" pos="187"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MMT_Präsentation // Headline + FT / 2 Spalten">
    <p:spTree>
      <p:nvGrpSpPr>
        <p:cNvPr id="1" name=""/>
        <p:cNvGrpSpPr/>
        <p:nvPr/>
      </p:nvGrpSpPr>
      <p:grpSpPr>
        <a:xfrm>
          <a:off x="0" y="0"/>
          <a:ext cx="0" cy="0"/>
          <a:chOff x="0" y="0"/>
          <a:chExt cx="0" cy="0"/>
        </a:xfrm>
      </p:grpSpPr>
      <p:sp>
        <p:nvSpPr>
          <p:cNvPr id="10" name="Textfeld 9">
            <a:extLst>
              <a:ext uri="{FF2B5EF4-FFF2-40B4-BE49-F238E27FC236}">
                <a16:creationId xmlns:a16="http://schemas.microsoft.com/office/drawing/2014/main" id="{B7D610AA-3D36-484D-8F57-7B53FF0FF4D4}"/>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3" name="Textplatzhalter 2">
            <a:extLst>
              <a:ext uri="{FF2B5EF4-FFF2-40B4-BE49-F238E27FC236}">
                <a16:creationId xmlns:a16="http://schemas.microsoft.com/office/drawing/2014/main" id="{30F0FB05-04C2-824E-B783-EC81EB6ADA59}"/>
              </a:ext>
            </a:extLst>
          </p:cNvPr>
          <p:cNvSpPr>
            <a:spLocks noGrp="1"/>
          </p:cNvSpPr>
          <p:nvPr>
            <p:ph type="body" sz="quarter" idx="18" hasCustomPrompt="1"/>
          </p:nvPr>
        </p:nvSpPr>
        <p:spPr>
          <a:xfrm>
            <a:off x="334961" y="1206000"/>
            <a:ext cx="10908000" cy="4599488"/>
          </a:xfrm>
          <a:prstGeom prst="rect">
            <a:avLst/>
          </a:prstGeom>
        </p:spPr>
        <p:txBody>
          <a:bodyPr lIns="0" tIns="0" rIns="0" bIns="0" numCol="2" spcCol="360000"/>
          <a:lstStyle>
            <a:lvl1pPr marL="0" indent="0">
              <a:lnSpc>
                <a:spcPts val="1700"/>
              </a:lnSpc>
              <a:spcBef>
                <a:spcPts val="1200"/>
              </a:spcBef>
              <a:spcAft>
                <a:spcPts val="0"/>
              </a:spcAft>
              <a:buSzPct val="90000"/>
              <a:buFontTx/>
              <a:buNone/>
              <a:defRPr sz="1452" b="0" i="0" baseline="0">
                <a:latin typeface="Calibri" panose="020F0502020204030204" pitchFamily="34" charset="0"/>
                <a:cs typeface="Calibri" panose="020F0502020204030204" pitchFamily="34" charset="0"/>
              </a:defRPr>
            </a:lvl1pPr>
            <a:lvl2pPr marL="252000" indent="-252000">
              <a:lnSpc>
                <a:spcPts val="1800"/>
              </a:lnSpc>
              <a:spcBef>
                <a:spcPts val="350"/>
              </a:spcBef>
              <a:spcAft>
                <a:spcPts val="200"/>
              </a:spcAft>
              <a:buFontTx/>
              <a:buBlip>
                <a:blip r:embed="rId2"/>
              </a:buBlip>
              <a:defRPr sz="1452" b="0" i="0" baseline="0">
                <a:latin typeface="Calibri" panose="020F0502020204030204" pitchFamily="34" charset="0"/>
                <a:cs typeface="Calibri" panose="020F0502020204030204" pitchFamily="34" charset="0"/>
              </a:defRPr>
            </a:lvl2pPr>
            <a:lvl3pPr marL="504000" indent="-252000">
              <a:lnSpc>
                <a:spcPts val="1800"/>
              </a:lnSpc>
              <a:spcBef>
                <a:spcPts val="350"/>
              </a:spcBef>
              <a:spcAft>
                <a:spcPts val="0"/>
              </a:spcAft>
              <a:buFontTx/>
              <a:buBlip>
                <a:blip r:embed="rId2"/>
              </a:buBlip>
              <a:defRPr sz="1452" b="0" i="0" baseline="0">
                <a:latin typeface="Calibri" panose="020F0502020204030204" pitchFamily="34" charset="0"/>
                <a:cs typeface="Calibri" panose="020F0502020204030204" pitchFamily="34" charset="0"/>
              </a:defRPr>
            </a:lvl3pPr>
            <a:lvl4pPr marL="504000" indent="-234000">
              <a:lnSpc>
                <a:spcPts val="1800"/>
              </a:lnSpc>
              <a:spcBef>
                <a:spcPts val="350"/>
              </a:spcBef>
              <a:spcAft>
                <a:spcPts val="0"/>
              </a:spcAft>
              <a:buSzPct val="90000"/>
              <a:buFont typeface="Arial" pitchFamily="2" charset="2"/>
              <a:buChar char="-"/>
              <a:defRPr sz="1452" b="0" i="0" baseline="0">
                <a:latin typeface="Calibri" panose="020F0502020204030204" pitchFamily="34" charset="0"/>
                <a:cs typeface="Calibri" panose="020F0502020204030204" pitchFamily="34" charset="0"/>
              </a:defRPr>
            </a:lvl4pPr>
            <a:lvl5pPr marL="504000" indent="0">
              <a:lnSpc>
                <a:spcPts val="1800"/>
              </a:lnSpc>
              <a:spcBef>
                <a:spcPts val="500"/>
              </a:spcBef>
              <a:spcAft>
                <a:spcPts val="0"/>
              </a:spcAft>
              <a:buNone/>
              <a:defRPr sz="1450" b="0" i="0">
                <a:latin typeface="Calibri" panose="020F0502020204030204" pitchFamily="34" charset="0"/>
                <a:cs typeface="Calibri" panose="020F0502020204030204" pitchFamily="34" charset="0"/>
              </a:defRPr>
            </a:lvl5pPr>
          </a:lstStyle>
          <a:p>
            <a:pPr lvl="0"/>
            <a:r>
              <a:rPr lang="de-DE"/>
              <a:t>Mastertextformat bearbeiten 14,5pt</a:t>
            </a:r>
          </a:p>
          <a:p>
            <a:pPr lvl="1"/>
            <a:r>
              <a:rPr lang="de-DE"/>
              <a:t>Zweite Ebene 14,5pt</a:t>
            </a:r>
          </a:p>
          <a:p>
            <a:pPr lvl="2"/>
            <a:r>
              <a:rPr lang="de-DE"/>
              <a:t>Dritte Ebene 14,5pt</a:t>
            </a:r>
          </a:p>
          <a:p>
            <a:pPr lvl="3"/>
            <a:r>
              <a:rPr lang="de-DE"/>
              <a:t>Vierte Ebene 14,5pt</a:t>
            </a:r>
          </a:p>
          <a:p>
            <a:pPr lvl="4"/>
            <a:r>
              <a:rPr lang="de-DE"/>
              <a:t>Fünfte Ebene 14,5pt</a:t>
            </a:r>
          </a:p>
        </p:txBody>
      </p:sp>
      <p:sp>
        <p:nvSpPr>
          <p:cNvPr id="2" name="Textfeld 1">
            <a:extLst>
              <a:ext uri="{FF2B5EF4-FFF2-40B4-BE49-F238E27FC236}">
                <a16:creationId xmlns:a16="http://schemas.microsoft.com/office/drawing/2014/main" id="{B45547AE-9F51-BC4D-A0C3-AB4FB54A3F3B}"/>
              </a:ext>
            </a:extLst>
          </p:cNvPr>
          <p:cNvSpPr txBox="1"/>
          <p:nvPr userDrawn="1"/>
        </p:nvSpPr>
        <p:spPr>
          <a:xfrm>
            <a:off x="1226976" y="972102"/>
            <a:ext cx="0" cy="0"/>
          </a:xfrm>
          <a:prstGeom prst="rect">
            <a:avLst/>
          </a:prstGeom>
          <a:ln>
            <a:solidFill>
              <a:schemeClr val="accent1"/>
            </a:solidFill>
          </a:ln>
        </p:spPr>
        <p:txBody>
          <a:bodyPr wrap="none" rtlCol="0" anchor="b">
            <a:noAutofit/>
          </a:bodyPr>
          <a:lstStyle/>
          <a:p>
            <a:pPr algn="l"/>
            <a:endParaRPr lang="de-DE" sz="370" err="1"/>
          </a:p>
        </p:txBody>
      </p:sp>
      <p:sp>
        <p:nvSpPr>
          <p:cNvPr id="12" name="Textfeld 11">
            <a:extLst>
              <a:ext uri="{FF2B5EF4-FFF2-40B4-BE49-F238E27FC236}">
                <a16:creationId xmlns:a16="http://schemas.microsoft.com/office/drawing/2014/main" id="{5442C040-18F3-0C47-AAF2-E2091A982E69}"/>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3" name="Textfeld 12">
            <a:extLst>
              <a:ext uri="{FF2B5EF4-FFF2-40B4-BE49-F238E27FC236}">
                <a16:creationId xmlns:a16="http://schemas.microsoft.com/office/drawing/2014/main" id="{AD001DC8-3FA9-D845-9FBD-B5FBD14A6F2F}"/>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sp>
        <p:nvSpPr>
          <p:cNvPr id="14" name="Textfeld 13">
            <a:extLst>
              <a:ext uri="{FF2B5EF4-FFF2-40B4-BE49-F238E27FC236}">
                <a16:creationId xmlns:a16="http://schemas.microsoft.com/office/drawing/2014/main" id="{CB82DBDE-22F0-EA49-8FE1-81FDE3F246C1}"/>
              </a:ext>
            </a:extLst>
          </p:cNvPr>
          <p:cNvSpPr txBox="1"/>
          <p:nvPr userDrawn="1"/>
        </p:nvSpPr>
        <p:spPr>
          <a:xfrm>
            <a:off x="5916613" y="-285042"/>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Linke Kante 2-spaltiger Text</a:t>
            </a:r>
          </a:p>
        </p:txBody>
      </p:sp>
      <p:pic>
        <p:nvPicPr>
          <p:cNvPr id="15" name="Grafik 14">
            <a:extLst>
              <a:ext uri="{FF2B5EF4-FFF2-40B4-BE49-F238E27FC236}">
                <a16:creationId xmlns:a16="http://schemas.microsoft.com/office/drawing/2014/main" id="{36AAFD6B-6B4E-4244-A5BE-4A87DF410485}"/>
              </a:ext>
            </a:extLst>
          </p:cNvPr>
          <p:cNvPicPr>
            <a:picLocks noChangeAspect="1"/>
          </p:cNvPicPr>
          <p:nvPr userDrawn="1"/>
        </p:nvPicPr>
        <p:blipFill>
          <a:blip r:embed="rId3">
            <a:alphaModFix amt="50000"/>
          </a:blip>
          <a:srcRect/>
          <a:stretch/>
        </p:blipFill>
        <p:spPr>
          <a:xfrm>
            <a:off x="12521184" y="7129"/>
            <a:ext cx="12191999" cy="6843742"/>
          </a:xfrm>
          <a:prstGeom prst="rect">
            <a:avLst/>
          </a:prstGeom>
        </p:spPr>
      </p:pic>
      <p:sp>
        <p:nvSpPr>
          <p:cNvPr id="9" name="Datumsplatzhalter 8">
            <a:extLst>
              <a:ext uri="{FF2B5EF4-FFF2-40B4-BE49-F238E27FC236}">
                <a16:creationId xmlns:a16="http://schemas.microsoft.com/office/drawing/2014/main" id="{C5E3C4FF-AC9F-F54B-8465-1AC4021BC55E}"/>
              </a:ext>
            </a:extLst>
          </p:cNvPr>
          <p:cNvSpPr>
            <a:spLocks noGrp="1"/>
          </p:cNvSpPr>
          <p:nvPr>
            <p:ph type="dt" sz="half" idx="28"/>
          </p:nvPr>
        </p:nvSpPr>
        <p:spPr/>
        <p:txBody>
          <a:bodyPr/>
          <a:lstStyle/>
          <a:p>
            <a:r>
              <a:rPr lang="de-DE" dirty="0"/>
              <a:t>FuE-Projekt Sommersemester 2026 | 30.09.2026</a:t>
            </a:r>
          </a:p>
        </p:txBody>
      </p:sp>
      <p:sp>
        <p:nvSpPr>
          <p:cNvPr id="11" name="Fußzeilenplatzhalter 10">
            <a:extLst>
              <a:ext uri="{FF2B5EF4-FFF2-40B4-BE49-F238E27FC236}">
                <a16:creationId xmlns:a16="http://schemas.microsoft.com/office/drawing/2014/main" id="{879FB237-7ED6-3346-A8F6-42573391E724}"/>
              </a:ext>
            </a:extLst>
          </p:cNvPr>
          <p:cNvSpPr>
            <a:spLocks noGrp="1"/>
          </p:cNvSpPr>
          <p:nvPr>
            <p:ph type="ftr" sz="quarter" idx="29"/>
          </p:nvPr>
        </p:nvSpPr>
        <p:spPr/>
        <p:txBody>
          <a:bodyPr/>
          <a:lstStyle/>
          <a:p>
            <a:r>
              <a:rPr lang="de-DE"/>
              <a:t>Hochschule Karlsruhe</a:t>
            </a:r>
          </a:p>
        </p:txBody>
      </p:sp>
      <p:sp>
        <p:nvSpPr>
          <p:cNvPr id="16" name="Foliennummernplatzhalter 15">
            <a:extLst>
              <a:ext uri="{FF2B5EF4-FFF2-40B4-BE49-F238E27FC236}">
                <a16:creationId xmlns:a16="http://schemas.microsoft.com/office/drawing/2014/main" id="{474AE2D7-E79E-3A47-87A1-AFF2B7575974}"/>
              </a:ext>
            </a:extLst>
          </p:cNvPr>
          <p:cNvSpPr>
            <a:spLocks noGrp="1"/>
          </p:cNvSpPr>
          <p:nvPr>
            <p:ph type="sldNum" sz="quarter" idx="30"/>
          </p:nvPr>
        </p:nvSpPr>
        <p:spPr/>
        <p:txBody>
          <a:bodyPr/>
          <a:lstStyle/>
          <a:p>
            <a:fld id="{13005BA2-ABF8-0A46-8B15-84F2660EFA6C}" type="slidenum">
              <a:rPr lang="de-DE" smtClean="0"/>
              <a:pPr/>
              <a:t>‹Nr.›</a:t>
            </a:fld>
            <a:endParaRPr lang="de-DE"/>
          </a:p>
        </p:txBody>
      </p:sp>
      <p:sp>
        <p:nvSpPr>
          <p:cNvPr id="17" name="Textplatzhalter 2">
            <a:extLst>
              <a:ext uri="{FF2B5EF4-FFF2-40B4-BE49-F238E27FC236}">
                <a16:creationId xmlns:a16="http://schemas.microsoft.com/office/drawing/2014/main" id="{AAD67889-1293-ED41-AF2F-6BE684E4815D}"/>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pic>
        <p:nvPicPr>
          <p:cNvPr id="21" name="Grafik 20">
            <a:extLst>
              <a:ext uri="{FF2B5EF4-FFF2-40B4-BE49-F238E27FC236}">
                <a16:creationId xmlns:a16="http://schemas.microsoft.com/office/drawing/2014/main" id="{4C47BBE0-2958-B54C-92CA-A77794DE3B65}"/>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11244769" y="299812"/>
            <a:ext cx="665997" cy="448986"/>
          </a:xfrm>
          <a:prstGeom prst="rect">
            <a:avLst/>
          </a:prstGeom>
        </p:spPr>
      </p:pic>
      <p:pic>
        <p:nvPicPr>
          <p:cNvPr id="4" name="Grafik 3">
            <a:extLst>
              <a:ext uri="{FF2B5EF4-FFF2-40B4-BE49-F238E27FC236}">
                <a16:creationId xmlns:a16="http://schemas.microsoft.com/office/drawing/2014/main" id="{8533D82B-2F15-041A-01CD-A97EECF66CA1}"/>
              </a:ext>
            </a:extLst>
          </p:cNvPr>
          <p:cNvPicPr>
            <a:picLocks noChangeAspect="1"/>
          </p:cNvPicPr>
          <p:nvPr userDrawn="1"/>
        </p:nvPicPr>
        <p:blipFill>
          <a:blip r:embed="rId5"/>
          <a:stretch>
            <a:fillRect/>
          </a:stretch>
        </p:blipFill>
        <p:spPr>
          <a:xfrm>
            <a:off x="11246244" y="5389045"/>
            <a:ext cx="664522" cy="1091279"/>
          </a:xfrm>
          <a:prstGeom prst="rect">
            <a:avLst/>
          </a:prstGeom>
        </p:spPr>
      </p:pic>
    </p:spTree>
    <p:extLst>
      <p:ext uri="{BB962C8B-B14F-4D97-AF65-F5344CB8AC3E}">
        <p14:creationId xmlns:p14="http://schemas.microsoft.com/office/powerpoint/2010/main" val="1470982144"/>
      </p:ext>
    </p:extLst>
  </p:cSld>
  <p:clrMapOvr>
    <a:masterClrMapping/>
  </p:clrMapOvr>
  <p:extLst>
    <p:ext uri="{DCECCB84-F9BA-43D5-87BE-67443E8EF086}">
      <p15:sldGuideLst xmlns:p15="http://schemas.microsoft.com/office/powerpoint/2012/main">
        <p15:guide id="1" pos="3727" userDrawn="1">
          <p15:clr>
            <a:srgbClr val="FBAE40"/>
          </p15:clr>
        </p15:guide>
        <p15:guide id="2" pos="3545" userDrawn="1">
          <p15:clr>
            <a:srgbClr val="FBAE40"/>
          </p15:clr>
        </p15:guide>
        <p15:guide id="3" orient="horz" pos="754" userDrawn="1">
          <p15:clr>
            <a:srgbClr val="FBAE40"/>
          </p15:clr>
        </p15:guide>
        <p15:guide id="4" orient="horz" pos="187"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MMT_Präsentation // Headline + Tabelle">
    <p:spTree>
      <p:nvGrpSpPr>
        <p:cNvPr id="1" name=""/>
        <p:cNvGrpSpPr/>
        <p:nvPr/>
      </p:nvGrpSpPr>
      <p:grpSpPr>
        <a:xfrm>
          <a:off x="0" y="0"/>
          <a:ext cx="0" cy="0"/>
          <a:chOff x="0" y="0"/>
          <a:chExt cx="0" cy="0"/>
        </a:xfrm>
      </p:grpSpPr>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11" name="Textfeld 10">
            <a:extLst>
              <a:ext uri="{FF2B5EF4-FFF2-40B4-BE49-F238E27FC236}">
                <a16:creationId xmlns:a16="http://schemas.microsoft.com/office/drawing/2014/main" id="{EB0D38BF-744C-2647-A960-B16C505A887C}"/>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4" name="Textfeld 13">
            <a:extLst>
              <a:ext uri="{FF2B5EF4-FFF2-40B4-BE49-F238E27FC236}">
                <a16:creationId xmlns:a16="http://schemas.microsoft.com/office/drawing/2014/main" id="{D5F8D2AB-3FDC-2345-99C7-291CBDCB285C}"/>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graphicFrame>
        <p:nvGraphicFramePr>
          <p:cNvPr id="16" name="Tabellenplatzhalter 3">
            <a:extLst>
              <a:ext uri="{FF2B5EF4-FFF2-40B4-BE49-F238E27FC236}">
                <a16:creationId xmlns:a16="http://schemas.microsoft.com/office/drawing/2014/main" id="{8547AEB8-9C30-F74C-BCA7-E98FD69BF063}"/>
              </a:ext>
            </a:extLst>
          </p:cNvPr>
          <p:cNvGraphicFramePr>
            <a:graphicFrameLocks/>
          </p:cNvGraphicFramePr>
          <p:nvPr userDrawn="1">
            <p:extLst>
              <p:ext uri="{D42A27DB-BD31-4B8C-83A1-F6EECF244321}">
                <p14:modId xmlns:p14="http://schemas.microsoft.com/office/powerpoint/2010/main" val="3030657280"/>
              </p:ext>
            </p:extLst>
          </p:nvPr>
        </p:nvGraphicFramePr>
        <p:xfrm>
          <a:off x="334962" y="1223694"/>
          <a:ext cx="10909300" cy="2050560"/>
        </p:xfrm>
        <a:graphic>
          <a:graphicData uri="http://schemas.openxmlformats.org/drawingml/2006/table">
            <a:tbl>
              <a:tblPr firstRow="1" bandRow="1">
                <a:tableStyleId>{6E25E649-3F16-4E02-A733-19D2CDBF48F0}</a:tableStyleId>
              </a:tblPr>
              <a:tblGrid>
                <a:gridCol w="2181860">
                  <a:extLst>
                    <a:ext uri="{9D8B030D-6E8A-4147-A177-3AD203B41FA5}">
                      <a16:colId xmlns:a16="http://schemas.microsoft.com/office/drawing/2014/main" val="2407453687"/>
                    </a:ext>
                  </a:extLst>
                </a:gridCol>
                <a:gridCol w="2181860">
                  <a:extLst>
                    <a:ext uri="{9D8B030D-6E8A-4147-A177-3AD203B41FA5}">
                      <a16:colId xmlns:a16="http://schemas.microsoft.com/office/drawing/2014/main" val="2035961621"/>
                    </a:ext>
                  </a:extLst>
                </a:gridCol>
                <a:gridCol w="2181860">
                  <a:extLst>
                    <a:ext uri="{9D8B030D-6E8A-4147-A177-3AD203B41FA5}">
                      <a16:colId xmlns:a16="http://schemas.microsoft.com/office/drawing/2014/main" val="2328942624"/>
                    </a:ext>
                  </a:extLst>
                </a:gridCol>
                <a:gridCol w="2181860">
                  <a:extLst>
                    <a:ext uri="{9D8B030D-6E8A-4147-A177-3AD203B41FA5}">
                      <a16:colId xmlns:a16="http://schemas.microsoft.com/office/drawing/2014/main" val="1653075632"/>
                    </a:ext>
                  </a:extLst>
                </a:gridCol>
                <a:gridCol w="2181860">
                  <a:extLst>
                    <a:ext uri="{9D8B030D-6E8A-4147-A177-3AD203B41FA5}">
                      <a16:colId xmlns:a16="http://schemas.microsoft.com/office/drawing/2014/main" val="267688811"/>
                    </a:ext>
                  </a:extLst>
                </a:gridCol>
              </a:tblGrid>
              <a:tr h="313200">
                <a:tc>
                  <a:txBody>
                    <a:bodyPr/>
                    <a:lstStyle/>
                    <a:p>
                      <a:r>
                        <a:rPr lang="de-DE" sz="1450" b="0" i="0" baseline="0">
                          <a:solidFill>
                            <a:schemeClr val="tx1"/>
                          </a:solidFill>
                          <a:latin typeface="Calibri" panose="020F0502020204030204" pitchFamily="34" charset="0"/>
                          <a:cs typeface="Calibri" panose="020F0502020204030204" pitchFamily="34" charset="0"/>
                        </a:rPr>
                        <a:t>Text 1</a:t>
                      </a:r>
                    </a:p>
                  </a:txBody>
                  <a:tcPr marL="121920" marR="121920">
                    <a:lnL>
                      <a:noFill/>
                    </a:lnL>
                    <a:lnR>
                      <a:noFill/>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95000"/>
                      </a:schemeClr>
                    </a:solidFill>
                  </a:tcPr>
                </a:tc>
                <a:tc>
                  <a:txBody>
                    <a:bodyPr/>
                    <a:lstStyle/>
                    <a:p>
                      <a:r>
                        <a:rPr lang="de-DE" sz="1450" b="0" i="0" baseline="0">
                          <a:solidFill>
                            <a:schemeClr val="tx1"/>
                          </a:solidFill>
                          <a:latin typeface="Calibri" panose="020F0502020204030204" pitchFamily="34" charset="0"/>
                          <a:cs typeface="Calibri" panose="020F0502020204030204" pitchFamily="34" charset="0"/>
                        </a:rPr>
                        <a:t>Text 2</a:t>
                      </a:r>
                    </a:p>
                  </a:txBody>
                  <a:tcPr marL="121920" marR="121920">
                    <a:lnL>
                      <a:noFill/>
                    </a:lnL>
                    <a:lnR>
                      <a:noFill/>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95000"/>
                      </a:schemeClr>
                    </a:solidFill>
                  </a:tcPr>
                </a:tc>
                <a:tc>
                  <a:txBody>
                    <a:bodyPr/>
                    <a:lstStyle/>
                    <a:p>
                      <a:r>
                        <a:rPr lang="de-DE" sz="1450" b="0" i="0" baseline="0">
                          <a:solidFill>
                            <a:schemeClr val="tx1"/>
                          </a:solidFill>
                          <a:latin typeface="Calibri" panose="020F0502020204030204" pitchFamily="34" charset="0"/>
                          <a:cs typeface="Calibri" panose="020F0502020204030204" pitchFamily="34" charset="0"/>
                        </a:rPr>
                        <a:t>Text 3</a:t>
                      </a:r>
                    </a:p>
                  </a:txBody>
                  <a:tcPr marL="121920" marR="121920">
                    <a:lnL>
                      <a:noFill/>
                    </a:lnL>
                    <a:lnR>
                      <a:noFill/>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95000"/>
                      </a:schemeClr>
                    </a:solidFill>
                  </a:tcPr>
                </a:tc>
                <a:tc>
                  <a:txBody>
                    <a:bodyPr/>
                    <a:lstStyle/>
                    <a:p>
                      <a:r>
                        <a:rPr lang="de-DE" sz="1450" b="0" i="0" baseline="0">
                          <a:solidFill>
                            <a:schemeClr val="tx1"/>
                          </a:solidFill>
                          <a:latin typeface="Calibri" panose="020F0502020204030204" pitchFamily="34" charset="0"/>
                          <a:cs typeface="Calibri" panose="020F0502020204030204" pitchFamily="34" charset="0"/>
                        </a:rPr>
                        <a:t>Text 4</a:t>
                      </a:r>
                    </a:p>
                  </a:txBody>
                  <a:tcPr marL="121920" marR="121920">
                    <a:lnL>
                      <a:noFill/>
                    </a:lnL>
                    <a:lnR>
                      <a:noFill/>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95000"/>
                      </a:schemeClr>
                    </a:solidFill>
                  </a:tcPr>
                </a:tc>
                <a:tc>
                  <a:txBody>
                    <a:bodyPr/>
                    <a:lstStyle/>
                    <a:p>
                      <a:r>
                        <a:rPr lang="de-DE" sz="1450" b="0" i="0" baseline="0">
                          <a:solidFill>
                            <a:schemeClr val="tx1"/>
                          </a:solidFill>
                          <a:latin typeface="Calibri" panose="020F0502020204030204" pitchFamily="34" charset="0"/>
                          <a:cs typeface="Calibri" panose="020F0502020204030204" pitchFamily="34" charset="0"/>
                        </a:rPr>
                        <a:t>Text 5 </a:t>
                      </a:r>
                    </a:p>
                  </a:txBody>
                  <a:tcPr marL="121920" marR="121920">
                    <a:lnL>
                      <a:noFill/>
                    </a:lnL>
                    <a:lnR>
                      <a:noFill/>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95000"/>
                      </a:schemeClr>
                    </a:solidFill>
                  </a:tcPr>
                </a:tc>
                <a:extLst>
                  <a:ext uri="{0D108BD9-81ED-4DB2-BD59-A6C34878D82A}">
                    <a16:rowId xmlns:a16="http://schemas.microsoft.com/office/drawing/2014/main" val="4063638116"/>
                  </a:ext>
                </a:extLst>
              </a:tr>
              <a:tr h="273600">
                <a:tc>
                  <a:txBody>
                    <a:bodyPr/>
                    <a:lstStyle/>
                    <a:p>
                      <a:pPr marL="0" marR="0" lvl="0" indent="0" algn="l" defTabSz="914454" rtl="0" eaLnBrk="1" fontAlgn="auto" latinLnBrk="0" hangingPunct="1">
                        <a:lnSpc>
                          <a:spcPct val="100000"/>
                        </a:lnSpc>
                        <a:spcBef>
                          <a:spcPts val="0"/>
                        </a:spcBef>
                        <a:spcAft>
                          <a:spcPts val="0"/>
                        </a:spcAft>
                        <a:buClrTx/>
                        <a:buSzTx/>
                        <a:buFontTx/>
                        <a:buNone/>
                        <a:tabLst/>
                        <a:defRPr/>
                      </a:pPr>
                      <a:r>
                        <a:rPr lang="de-DE" sz="1200" b="0" i="0" baseline="0">
                          <a:solidFill>
                            <a:schemeClr val="tx1"/>
                          </a:solidFill>
                          <a:latin typeface="Calibri" panose="020F0502020204030204" pitchFamily="34" charset="0"/>
                          <a:cs typeface="Calibri" panose="020F0502020204030204" pitchFamily="34" charset="0"/>
                        </a:rPr>
                        <a:t>Kopieren Sie bitte diese Tabelle auf die gewünschte Seite und befüllen Sie diese anschließend</a:t>
                      </a:r>
                    </a:p>
                  </a:txBody>
                  <a:tcPr marL="120000" marR="120000">
                    <a:lnT w="19050" cap="flat" cmpd="sng" algn="ctr">
                      <a:solidFill>
                        <a:schemeClr val="tx1"/>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19050" cap="flat" cmpd="sng" algn="ctr">
                      <a:solidFill>
                        <a:schemeClr val="tx1"/>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19050" cap="flat" cmpd="sng" algn="ctr">
                      <a:solidFill>
                        <a:schemeClr val="tx1"/>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19050" cap="flat" cmpd="sng" algn="ctr">
                      <a:solidFill>
                        <a:schemeClr val="tx1"/>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19050" cap="flat" cmpd="sng" algn="ctr">
                      <a:solidFill>
                        <a:schemeClr val="tx1"/>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686334606"/>
                  </a:ext>
                </a:extLst>
              </a:tr>
              <a:tr h="273600">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921083416"/>
                  </a:ext>
                </a:extLst>
              </a:tr>
              <a:tr h="273600">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2991044271"/>
                  </a:ext>
                </a:extLst>
              </a:tr>
              <a:tr h="273600">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2017130585"/>
                  </a:ext>
                </a:extLst>
              </a:tr>
              <a:tr h="273600">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899448792"/>
                  </a:ext>
                </a:extLst>
              </a:tr>
            </a:tbl>
          </a:graphicData>
        </a:graphic>
      </p:graphicFrame>
      <p:sp>
        <p:nvSpPr>
          <p:cNvPr id="18" name="Textplatzhalter 4">
            <a:extLst>
              <a:ext uri="{FF2B5EF4-FFF2-40B4-BE49-F238E27FC236}">
                <a16:creationId xmlns:a16="http://schemas.microsoft.com/office/drawing/2014/main" id="{6A71D293-D3EB-7149-8C21-21F0D236959A}"/>
              </a:ext>
            </a:extLst>
          </p:cNvPr>
          <p:cNvSpPr>
            <a:spLocks noGrp="1"/>
          </p:cNvSpPr>
          <p:nvPr>
            <p:ph type="body" sz="quarter" idx="30" hasCustomPrompt="1"/>
          </p:nvPr>
        </p:nvSpPr>
        <p:spPr>
          <a:xfrm>
            <a:off x="334800" y="5886899"/>
            <a:ext cx="10608733" cy="97976"/>
          </a:xfrm>
          <a:prstGeom prst="rect">
            <a:avLst/>
          </a:prstGeom>
        </p:spPr>
        <p:txBody>
          <a:bodyPr lIns="0" tIns="0" rIns="0" bIns="0"/>
          <a:lstStyle>
            <a:lvl1pPr marL="0" indent="0" algn="l">
              <a:buFontTx/>
              <a:buNone/>
              <a:defRPr sz="770" baseline="0">
                <a:solidFill>
                  <a:schemeClr val="tx1">
                    <a:lumMod val="65000"/>
                    <a:lumOff val="35000"/>
                  </a:schemeClr>
                </a:solidFill>
                <a:latin typeface="Calibri" panose="020F0502020204030204" pitchFamily="34" charset="0"/>
                <a:cs typeface="Calibri" panose="020F0502020204030204" pitchFamily="34" charset="0"/>
              </a:defRPr>
            </a:lvl1pPr>
          </a:lstStyle>
          <a:p>
            <a:pPr lvl="0"/>
            <a:r>
              <a:rPr lang="de-DE"/>
              <a:t>Hier kommt die Quelle/Legende</a:t>
            </a:r>
          </a:p>
        </p:txBody>
      </p:sp>
      <p:pic>
        <p:nvPicPr>
          <p:cNvPr id="13" name="Grafik 12">
            <a:extLst>
              <a:ext uri="{FF2B5EF4-FFF2-40B4-BE49-F238E27FC236}">
                <a16:creationId xmlns:a16="http://schemas.microsoft.com/office/drawing/2014/main" id="{229D2C92-F854-9545-923A-93B7916AD087}"/>
              </a:ext>
            </a:extLst>
          </p:cNvPr>
          <p:cNvPicPr>
            <a:picLocks noChangeAspect="1"/>
          </p:cNvPicPr>
          <p:nvPr userDrawn="1"/>
        </p:nvPicPr>
        <p:blipFill>
          <a:blip r:embed="rId2">
            <a:alphaModFix amt="50000"/>
          </a:blip>
          <a:srcRect/>
          <a:stretch/>
        </p:blipFill>
        <p:spPr>
          <a:xfrm>
            <a:off x="12521184" y="7129"/>
            <a:ext cx="12191999" cy="6843741"/>
          </a:xfrm>
          <a:prstGeom prst="rect">
            <a:avLst/>
          </a:prstGeom>
        </p:spPr>
      </p:pic>
      <p:sp>
        <p:nvSpPr>
          <p:cNvPr id="5" name="Datumsplatzhalter 4">
            <a:extLst>
              <a:ext uri="{FF2B5EF4-FFF2-40B4-BE49-F238E27FC236}">
                <a16:creationId xmlns:a16="http://schemas.microsoft.com/office/drawing/2014/main" id="{BACCCF20-7C7E-1A46-AA50-89130936CD2A}"/>
              </a:ext>
            </a:extLst>
          </p:cNvPr>
          <p:cNvSpPr>
            <a:spLocks noGrp="1"/>
          </p:cNvSpPr>
          <p:nvPr>
            <p:ph type="dt" sz="half" idx="32"/>
          </p:nvPr>
        </p:nvSpPr>
        <p:spPr/>
        <p:txBody>
          <a:bodyPr/>
          <a:lstStyle/>
          <a:p>
            <a:r>
              <a:rPr lang="de-DE" dirty="0"/>
              <a:t>FuE-Projekt Sommersemester 2026 | 30.09.2026</a:t>
            </a:r>
          </a:p>
        </p:txBody>
      </p:sp>
      <p:sp>
        <p:nvSpPr>
          <p:cNvPr id="6" name="Fußzeilenplatzhalter 5">
            <a:extLst>
              <a:ext uri="{FF2B5EF4-FFF2-40B4-BE49-F238E27FC236}">
                <a16:creationId xmlns:a16="http://schemas.microsoft.com/office/drawing/2014/main" id="{E574FDB5-0976-474B-8851-9D4A33AD64EF}"/>
              </a:ext>
            </a:extLst>
          </p:cNvPr>
          <p:cNvSpPr>
            <a:spLocks noGrp="1"/>
          </p:cNvSpPr>
          <p:nvPr>
            <p:ph type="ftr" sz="quarter" idx="33"/>
          </p:nvPr>
        </p:nvSpPr>
        <p:spPr/>
        <p:txBody>
          <a:bodyPr/>
          <a:lstStyle/>
          <a:p>
            <a:r>
              <a:rPr lang="de-DE"/>
              <a:t>Hochschule Karlsruhe</a:t>
            </a:r>
          </a:p>
        </p:txBody>
      </p:sp>
      <p:sp>
        <p:nvSpPr>
          <p:cNvPr id="7" name="Foliennummernplatzhalter 6">
            <a:extLst>
              <a:ext uri="{FF2B5EF4-FFF2-40B4-BE49-F238E27FC236}">
                <a16:creationId xmlns:a16="http://schemas.microsoft.com/office/drawing/2014/main" id="{B72A8FAD-934D-2B42-8C2C-1923D097BC3E}"/>
              </a:ext>
            </a:extLst>
          </p:cNvPr>
          <p:cNvSpPr>
            <a:spLocks noGrp="1"/>
          </p:cNvSpPr>
          <p:nvPr>
            <p:ph type="sldNum" sz="quarter" idx="34"/>
          </p:nvPr>
        </p:nvSpPr>
        <p:spPr/>
        <p:txBody>
          <a:bodyPr/>
          <a:lstStyle/>
          <a:p>
            <a:fld id="{13005BA2-ABF8-0A46-8B15-84F2660EFA6C}" type="slidenum">
              <a:rPr lang="de-DE" smtClean="0"/>
              <a:pPr/>
              <a:t>‹Nr.›</a:t>
            </a:fld>
            <a:endParaRPr lang="de-DE"/>
          </a:p>
        </p:txBody>
      </p:sp>
      <p:sp>
        <p:nvSpPr>
          <p:cNvPr id="15" name="Textplatzhalter 2">
            <a:extLst>
              <a:ext uri="{FF2B5EF4-FFF2-40B4-BE49-F238E27FC236}">
                <a16:creationId xmlns:a16="http://schemas.microsoft.com/office/drawing/2014/main" id="{0DB07685-E6B4-5E41-AA73-041CFF227EB4}"/>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pic>
        <p:nvPicPr>
          <p:cNvPr id="19" name="Grafik 18">
            <a:extLst>
              <a:ext uri="{FF2B5EF4-FFF2-40B4-BE49-F238E27FC236}">
                <a16:creationId xmlns:a16="http://schemas.microsoft.com/office/drawing/2014/main" id="{97A00F15-E7DE-3D4C-9333-B5BB48AB417A}"/>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244769" y="299812"/>
            <a:ext cx="665997" cy="448986"/>
          </a:xfrm>
          <a:prstGeom prst="rect">
            <a:avLst/>
          </a:prstGeom>
        </p:spPr>
      </p:pic>
      <p:pic>
        <p:nvPicPr>
          <p:cNvPr id="2" name="Grafik 1">
            <a:extLst>
              <a:ext uri="{FF2B5EF4-FFF2-40B4-BE49-F238E27FC236}">
                <a16:creationId xmlns:a16="http://schemas.microsoft.com/office/drawing/2014/main" id="{B928182F-8786-6C39-5D59-F73969802F85}"/>
              </a:ext>
            </a:extLst>
          </p:cNvPr>
          <p:cNvPicPr>
            <a:picLocks noChangeAspect="1"/>
          </p:cNvPicPr>
          <p:nvPr userDrawn="1"/>
        </p:nvPicPr>
        <p:blipFill>
          <a:blip r:embed="rId4"/>
          <a:stretch>
            <a:fillRect/>
          </a:stretch>
        </p:blipFill>
        <p:spPr>
          <a:xfrm>
            <a:off x="11246244" y="5389045"/>
            <a:ext cx="664522" cy="1091279"/>
          </a:xfrm>
          <a:prstGeom prst="rect">
            <a:avLst/>
          </a:prstGeom>
        </p:spPr>
      </p:pic>
    </p:spTree>
    <p:extLst>
      <p:ext uri="{BB962C8B-B14F-4D97-AF65-F5344CB8AC3E}">
        <p14:creationId xmlns:p14="http://schemas.microsoft.com/office/powerpoint/2010/main" val="1547547267"/>
      </p:ext>
    </p:extLst>
  </p:cSld>
  <p:clrMapOvr>
    <a:masterClrMapping/>
  </p:clrMapOvr>
  <p:extLst>
    <p:ext uri="{DCECCB84-F9BA-43D5-87BE-67443E8EF086}">
      <p15:sldGuideLst xmlns:p15="http://schemas.microsoft.com/office/powerpoint/2012/main">
        <p15:guide id="1" orient="horz" pos="754" userDrawn="1">
          <p15:clr>
            <a:srgbClr val="FBAE40"/>
          </p15:clr>
        </p15:guide>
        <p15:guide id="2" orient="horz" pos="187" userDrawn="1">
          <p15:clr>
            <a:srgbClr val="FBAE40"/>
          </p15:clr>
        </p15:guide>
        <p15:guide id="3" orient="horz" pos="3770"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MMT_Präsentation // Organigramm 3 spaltig">
    <p:spTree>
      <p:nvGrpSpPr>
        <p:cNvPr id="1" name=""/>
        <p:cNvGrpSpPr/>
        <p:nvPr/>
      </p:nvGrpSpPr>
      <p:grpSpPr>
        <a:xfrm>
          <a:off x="0" y="0"/>
          <a:ext cx="0" cy="0"/>
          <a:chOff x="0" y="0"/>
          <a:chExt cx="0" cy="0"/>
        </a:xfrm>
      </p:grpSpPr>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11" name="Textfeld 10">
            <a:extLst>
              <a:ext uri="{FF2B5EF4-FFF2-40B4-BE49-F238E27FC236}">
                <a16:creationId xmlns:a16="http://schemas.microsoft.com/office/drawing/2014/main" id="{EB0D38BF-744C-2647-A960-B16C505A887C}"/>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4" name="Textfeld 13">
            <a:extLst>
              <a:ext uri="{FF2B5EF4-FFF2-40B4-BE49-F238E27FC236}">
                <a16:creationId xmlns:a16="http://schemas.microsoft.com/office/drawing/2014/main" id="{D5F8D2AB-3FDC-2345-99C7-291CBDCB285C}"/>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sp>
        <p:nvSpPr>
          <p:cNvPr id="3" name="Foliennummernplatzhalter 2">
            <a:extLst>
              <a:ext uri="{FF2B5EF4-FFF2-40B4-BE49-F238E27FC236}">
                <a16:creationId xmlns:a16="http://schemas.microsoft.com/office/drawing/2014/main" id="{AD966BBF-D8B8-7B4D-BF9D-72B40D878F23}"/>
              </a:ext>
            </a:extLst>
          </p:cNvPr>
          <p:cNvSpPr>
            <a:spLocks noGrp="1"/>
          </p:cNvSpPr>
          <p:nvPr>
            <p:ph type="sldNum" sz="quarter" idx="26"/>
          </p:nvPr>
        </p:nvSpPr>
        <p:spPr>
          <a:xfrm>
            <a:off x="334800" y="6429600"/>
            <a:ext cx="2742936" cy="97976"/>
          </a:xfrm>
          <a:prstGeom prst="rect">
            <a:avLst/>
          </a:prstGeom>
        </p:spPr>
        <p:txBody>
          <a:bodyPr/>
          <a:lstStyle/>
          <a:p>
            <a:fld id="{13005BA2-ABF8-0A46-8B15-84F2660EFA6C}" type="slidenum">
              <a:rPr lang="de-DE" smtClean="0"/>
              <a:pPr/>
              <a:t>‹Nr.›</a:t>
            </a:fld>
            <a:endParaRPr lang="de-DE"/>
          </a:p>
        </p:txBody>
      </p:sp>
      <p:sp>
        <p:nvSpPr>
          <p:cNvPr id="17" name="Textplatzhalter 4">
            <a:extLst>
              <a:ext uri="{FF2B5EF4-FFF2-40B4-BE49-F238E27FC236}">
                <a16:creationId xmlns:a16="http://schemas.microsoft.com/office/drawing/2014/main" id="{49EF7359-9E2B-F744-8DAD-214E09ED75DD}"/>
              </a:ext>
            </a:extLst>
          </p:cNvPr>
          <p:cNvSpPr>
            <a:spLocks noGrp="1"/>
          </p:cNvSpPr>
          <p:nvPr>
            <p:ph type="body" sz="quarter" idx="30" hasCustomPrompt="1"/>
          </p:nvPr>
        </p:nvSpPr>
        <p:spPr>
          <a:xfrm>
            <a:off x="334800" y="5886899"/>
            <a:ext cx="10608733" cy="97976"/>
          </a:xfrm>
          <a:prstGeom prst="rect">
            <a:avLst/>
          </a:prstGeom>
        </p:spPr>
        <p:txBody>
          <a:bodyPr lIns="0" tIns="0" rIns="0" bIns="0"/>
          <a:lstStyle>
            <a:lvl1pPr marL="0" indent="0" algn="l">
              <a:buFontTx/>
              <a:buNone/>
              <a:defRPr sz="770" baseline="0">
                <a:solidFill>
                  <a:schemeClr val="tx1">
                    <a:lumMod val="65000"/>
                    <a:lumOff val="35000"/>
                  </a:schemeClr>
                </a:solidFill>
                <a:latin typeface="Calibri" panose="020F0502020204030204" pitchFamily="34" charset="0"/>
                <a:cs typeface="Calibri" panose="020F0502020204030204" pitchFamily="34" charset="0"/>
              </a:defRPr>
            </a:lvl1pPr>
          </a:lstStyle>
          <a:p>
            <a:pPr lvl="0"/>
            <a:r>
              <a:rPr lang="de-DE"/>
              <a:t>Hier kommt die Quelle/Legende</a:t>
            </a:r>
          </a:p>
        </p:txBody>
      </p:sp>
      <p:sp>
        <p:nvSpPr>
          <p:cNvPr id="19" name="Rechteck 18">
            <a:extLst>
              <a:ext uri="{FF2B5EF4-FFF2-40B4-BE49-F238E27FC236}">
                <a16:creationId xmlns:a16="http://schemas.microsoft.com/office/drawing/2014/main" id="{61AF4062-03E6-2047-8BC7-38683BFB29F9}"/>
              </a:ext>
            </a:extLst>
          </p:cNvPr>
          <p:cNvSpPr/>
          <p:nvPr userDrawn="1"/>
        </p:nvSpPr>
        <p:spPr>
          <a:xfrm flipV="1">
            <a:off x="4043863" y="-311575"/>
            <a:ext cx="3492000" cy="49415"/>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370"/>
          </a:p>
        </p:txBody>
      </p:sp>
      <p:sp>
        <p:nvSpPr>
          <p:cNvPr id="20" name="Rechteck 19">
            <a:extLst>
              <a:ext uri="{FF2B5EF4-FFF2-40B4-BE49-F238E27FC236}">
                <a16:creationId xmlns:a16="http://schemas.microsoft.com/office/drawing/2014/main" id="{255B160F-37BC-7F45-9C7C-5382F7E693D9}"/>
              </a:ext>
            </a:extLst>
          </p:cNvPr>
          <p:cNvSpPr/>
          <p:nvPr userDrawn="1"/>
        </p:nvSpPr>
        <p:spPr>
          <a:xfrm flipV="1">
            <a:off x="7751763" y="-311575"/>
            <a:ext cx="3492000" cy="4571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370"/>
          </a:p>
        </p:txBody>
      </p:sp>
      <p:sp>
        <p:nvSpPr>
          <p:cNvPr id="23" name="Rechteck 22">
            <a:extLst>
              <a:ext uri="{FF2B5EF4-FFF2-40B4-BE49-F238E27FC236}">
                <a16:creationId xmlns:a16="http://schemas.microsoft.com/office/drawing/2014/main" id="{46DF377B-B249-9A49-BCCB-B92E402581A5}"/>
              </a:ext>
            </a:extLst>
          </p:cNvPr>
          <p:cNvSpPr/>
          <p:nvPr userDrawn="1"/>
        </p:nvSpPr>
        <p:spPr>
          <a:xfrm flipV="1">
            <a:off x="333149" y="-311575"/>
            <a:ext cx="3492000" cy="4571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370"/>
          </a:p>
        </p:txBody>
      </p:sp>
      <p:sp>
        <p:nvSpPr>
          <p:cNvPr id="4" name="Fußzeilenplatzhalter 3">
            <a:extLst>
              <a:ext uri="{FF2B5EF4-FFF2-40B4-BE49-F238E27FC236}">
                <a16:creationId xmlns:a16="http://schemas.microsoft.com/office/drawing/2014/main" id="{41A01861-E3E5-2942-82A8-EF942FCBCDA3}"/>
              </a:ext>
            </a:extLst>
          </p:cNvPr>
          <p:cNvSpPr>
            <a:spLocks noGrp="1"/>
          </p:cNvSpPr>
          <p:nvPr>
            <p:ph type="ftr" sz="quarter" idx="32"/>
          </p:nvPr>
        </p:nvSpPr>
        <p:spPr/>
        <p:txBody>
          <a:bodyPr/>
          <a:lstStyle/>
          <a:p>
            <a:r>
              <a:rPr lang="de-DE"/>
              <a:t>Hochschule Karlsruhe</a:t>
            </a:r>
          </a:p>
        </p:txBody>
      </p:sp>
      <p:pic>
        <p:nvPicPr>
          <p:cNvPr id="21" name="Grafik 20">
            <a:extLst>
              <a:ext uri="{FF2B5EF4-FFF2-40B4-BE49-F238E27FC236}">
                <a16:creationId xmlns:a16="http://schemas.microsoft.com/office/drawing/2014/main" id="{1F4462D4-CE42-1443-AB8A-478C2CA35B1B}"/>
              </a:ext>
            </a:extLst>
          </p:cNvPr>
          <p:cNvPicPr>
            <a:picLocks noChangeAspect="1"/>
          </p:cNvPicPr>
          <p:nvPr userDrawn="1"/>
        </p:nvPicPr>
        <p:blipFill>
          <a:blip r:embed="rId2">
            <a:alphaModFix amt="50000"/>
          </a:blip>
          <a:srcRect/>
          <a:stretch/>
        </p:blipFill>
        <p:spPr>
          <a:xfrm>
            <a:off x="12521184" y="7129"/>
            <a:ext cx="12191999" cy="6843741"/>
          </a:xfrm>
          <a:prstGeom prst="rect">
            <a:avLst/>
          </a:prstGeom>
        </p:spPr>
      </p:pic>
      <p:sp>
        <p:nvSpPr>
          <p:cNvPr id="2" name="Datumsplatzhalter 1">
            <a:extLst>
              <a:ext uri="{FF2B5EF4-FFF2-40B4-BE49-F238E27FC236}">
                <a16:creationId xmlns:a16="http://schemas.microsoft.com/office/drawing/2014/main" id="{D50B5E35-EA0F-7F44-9443-E548EA3B39D6}"/>
              </a:ext>
            </a:extLst>
          </p:cNvPr>
          <p:cNvSpPr>
            <a:spLocks noGrp="1"/>
          </p:cNvSpPr>
          <p:nvPr>
            <p:ph type="dt" sz="half" idx="33"/>
          </p:nvPr>
        </p:nvSpPr>
        <p:spPr/>
        <p:txBody>
          <a:bodyPr/>
          <a:lstStyle/>
          <a:p>
            <a:r>
              <a:rPr lang="de-DE" dirty="0"/>
              <a:t>FuE-Projekt Sommersemester 2026 | 30.09.2026</a:t>
            </a:r>
          </a:p>
        </p:txBody>
      </p:sp>
      <p:sp>
        <p:nvSpPr>
          <p:cNvPr id="22" name="Textplatzhalter 2">
            <a:extLst>
              <a:ext uri="{FF2B5EF4-FFF2-40B4-BE49-F238E27FC236}">
                <a16:creationId xmlns:a16="http://schemas.microsoft.com/office/drawing/2014/main" id="{184D7E11-A3DD-D949-8E09-0C9A3EA966D5}"/>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pic>
        <p:nvPicPr>
          <p:cNvPr id="24" name="Grafik 23">
            <a:extLst>
              <a:ext uri="{FF2B5EF4-FFF2-40B4-BE49-F238E27FC236}">
                <a16:creationId xmlns:a16="http://schemas.microsoft.com/office/drawing/2014/main" id="{306BB9E4-8410-CF4C-BC95-9F8E12F0558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244769" y="299812"/>
            <a:ext cx="665997" cy="448986"/>
          </a:xfrm>
          <a:prstGeom prst="rect">
            <a:avLst/>
          </a:prstGeom>
        </p:spPr>
      </p:pic>
      <p:pic>
        <p:nvPicPr>
          <p:cNvPr id="5" name="Grafik 4">
            <a:extLst>
              <a:ext uri="{FF2B5EF4-FFF2-40B4-BE49-F238E27FC236}">
                <a16:creationId xmlns:a16="http://schemas.microsoft.com/office/drawing/2014/main" id="{10139F7E-7CBC-969D-357A-D8B43AC61870}"/>
              </a:ext>
            </a:extLst>
          </p:cNvPr>
          <p:cNvPicPr>
            <a:picLocks noChangeAspect="1"/>
          </p:cNvPicPr>
          <p:nvPr userDrawn="1"/>
        </p:nvPicPr>
        <p:blipFill>
          <a:blip r:embed="rId4"/>
          <a:stretch>
            <a:fillRect/>
          </a:stretch>
        </p:blipFill>
        <p:spPr>
          <a:xfrm>
            <a:off x="11246244" y="5389045"/>
            <a:ext cx="664522" cy="1091279"/>
          </a:xfrm>
          <a:prstGeom prst="rect">
            <a:avLst/>
          </a:prstGeom>
        </p:spPr>
      </p:pic>
    </p:spTree>
    <p:extLst>
      <p:ext uri="{BB962C8B-B14F-4D97-AF65-F5344CB8AC3E}">
        <p14:creationId xmlns:p14="http://schemas.microsoft.com/office/powerpoint/2010/main" val="3120061420"/>
      </p:ext>
    </p:extLst>
  </p:cSld>
  <p:clrMapOvr>
    <a:masterClrMapping/>
  </p:clrMapOvr>
  <p:extLst>
    <p:ext uri="{DCECCB84-F9BA-43D5-87BE-67443E8EF086}">
      <p15:sldGuideLst xmlns:p15="http://schemas.microsoft.com/office/powerpoint/2012/main">
        <p15:guide id="1" orient="horz" pos="754" userDrawn="1">
          <p15:clr>
            <a:srgbClr val="FBAE40"/>
          </p15:clr>
        </p15:guide>
        <p15:guide id="2" orient="horz" pos="187" userDrawn="1">
          <p15:clr>
            <a:srgbClr val="FBAE40"/>
          </p15:clr>
        </p15:guide>
        <p15:guide id="3" pos="2547" userDrawn="1">
          <p15:clr>
            <a:srgbClr val="FBAE40"/>
          </p15:clr>
        </p15:guide>
        <p15:guide id="4" pos="2411" userDrawn="1">
          <p15:clr>
            <a:srgbClr val="FBAE40"/>
          </p15:clr>
        </p15:guide>
        <p15:guide id="6" pos="4883" userDrawn="1">
          <p15:clr>
            <a:srgbClr val="FBAE40"/>
          </p15:clr>
        </p15:guide>
        <p15:guide id="8" pos="4747" userDrawn="1">
          <p15:clr>
            <a:srgbClr val="FBAE40"/>
          </p15:clr>
        </p15:guide>
        <p15:guide id="9" orient="horz" pos="3770"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MMT_Präsentation // Organigramm 4 spaltig">
    <p:spTree>
      <p:nvGrpSpPr>
        <p:cNvPr id="1" name=""/>
        <p:cNvGrpSpPr/>
        <p:nvPr/>
      </p:nvGrpSpPr>
      <p:grpSpPr>
        <a:xfrm>
          <a:off x="0" y="0"/>
          <a:ext cx="0" cy="0"/>
          <a:chOff x="0" y="0"/>
          <a:chExt cx="0" cy="0"/>
        </a:xfrm>
      </p:grpSpPr>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11" name="Textfeld 10">
            <a:extLst>
              <a:ext uri="{FF2B5EF4-FFF2-40B4-BE49-F238E27FC236}">
                <a16:creationId xmlns:a16="http://schemas.microsoft.com/office/drawing/2014/main" id="{EB0D38BF-744C-2647-A960-B16C505A887C}"/>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4" name="Textfeld 13">
            <a:extLst>
              <a:ext uri="{FF2B5EF4-FFF2-40B4-BE49-F238E27FC236}">
                <a16:creationId xmlns:a16="http://schemas.microsoft.com/office/drawing/2014/main" id="{D5F8D2AB-3FDC-2345-99C7-291CBDCB285C}"/>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sp>
        <p:nvSpPr>
          <p:cNvPr id="3" name="Foliennummernplatzhalter 2">
            <a:extLst>
              <a:ext uri="{FF2B5EF4-FFF2-40B4-BE49-F238E27FC236}">
                <a16:creationId xmlns:a16="http://schemas.microsoft.com/office/drawing/2014/main" id="{355BD758-F599-D943-8D6B-A2B167C14F7F}"/>
              </a:ext>
            </a:extLst>
          </p:cNvPr>
          <p:cNvSpPr>
            <a:spLocks noGrp="1"/>
          </p:cNvSpPr>
          <p:nvPr>
            <p:ph type="sldNum" sz="quarter" idx="26"/>
          </p:nvPr>
        </p:nvSpPr>
        <p:spPr>
          <a:xfrm>
            <a:off x="334962" y="6429600"/>
            <a:ext cx="2742936" cy="97976"/>
          </a:xfrm>
          <a:prstGeom prst="rect">
            <a:avLst/>
          </a:prstGeom>
        </p:spPr>
        <p:txBody>
          <a:bodyPr/>
          <a:lstStyle/>
          <a:p>
            <a:fld id="{13005BA2-ABF8-0A46-8B15-84F2660EFA6C}" type="slidenum">
              <a:rPr lang="de-DE" smtClean="0"/>
              <a:pPr/>
              <a:t>‹Nr.›</a:t>
            </a:fld>
            <a:endParaRPr lang="de-DE"/>
          </a:p>
        </p:txBody>
      </p:sp>
      <p:sp>
        <p:nvSpPr>
          <p:cNvPr id="23" name="Textplatzhalter 4">
            <a:extLst>
              <a:ext uri="{FF2B5EF4-FFF2-40B4-BE49-F238E27FC236}">
                <a16:creationId xmlns:a16="http://schemas.microsoft.com/office/drawing/2014/main" id="{DF7B0D80-71B2-9948-A1B5-99CCBB2A39C4}"/>
              </a:ext>
            </a:extLst>
          </p:cNvPr>
          <p:cNvSpPr>
            <a:spLocks noGrp="1"/>
          </p:cNvSpPr>
          <p:nvPr>
            <p:ph type="body" sz="quarter" idx="30" hasCustomPrompt="1"/>
          </p:nvPr>
        </p:nvSpPr>
        <p:spPr>
          <a:xfrm>
            <a:off x="334800" y="5886899"/>
            <a:ext cx="10596171" cy="97976"/>
          </a:xfrm>
          <a:prstGeom prst="rect">
            <a:avLst/>
          </a:prstGeom>
        </p:spPr>
        <p:txBody>
          <a:bodyPr lIns="0" tIns="0" rIns="0" bIns="0"/>
          <a:lstStyle>
            <a:lvl1pPr marL="0" indent="0" algn="l">
              <a:buFontTx/>
              <a:buNone/>
              <a:defRPr sz="770" baseline="0">
                <a:solidFill>
                  <a:schemeClr val="tx1">
                    <a:lumMod val="65000"/>
                    <a:lumOff val="35000"/>
                  </a:schemeClr>
                </a:solidFill>
                <a:latin typeface="Calibri" panose="020F0502020204030204" pitchFamily="34" charset="0"/>
                <a:cs typeface="Calibri" panose="020F0502020204030204" pitchFamily="34" charset="0"/>
              </a:defRPr>
            </a:lvl1pPr>
          </a:lstStyle>
          <a:p>
            <a:pPr lvl="0"/>
            <a:r>
              <a:rPr lang="de-DE"/>
              <a:t>Hier kommt die Quelle/Legende</a:t>
            </a:r>
          </a:p>
        </p:txBody>
      </p:sp>
      <p:sp>
        <p:nvSpPr>
          <p:cNvPr id="20" name="Rechteck 19">
            <a:extLst>
              <a:ext uri="{FF2B5EF4-FFF2-40B4-BE49-F238E27FC236}">
                <a16:creationId xmlns:a16="http://schemas.microsoft.com/office/drawing/2014/main" id="{D6DFB93E-C9FB-2F4F-A89E-2D3DD151F181}"/>
              </a:ext>
            </a:extLst>
          </p:cNvPr>
          <p:cNvSpPr/>
          <p:nvPr userDrawn="1"/>
        </p:nvSpPr>
        <p:spPr>
          <a:xfrm>
            <a:off x="334961" y="-485017"/>
            <a:ext cx="2520728" cy="45719"/>
          </a:xfrm>
          <a:prstGeom prst="rect">
            <a:avLst/>
          </a:prstGeom>
          <a:solidFill>
            <a:schemeClr val="accent5"/>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816">
              <a:solidFill>
                <a:schemeClr val="accent6"/>
              </a:solidFill>
            </a:endParaRPr>
          </a:p>
        </p:txBody>
      </p:sp>
      <p:sp>
        <p:nvSpPr>
          <p:cNvPr id="22" name="Rechteck 21">
            <a:extLst>
              <a:ext uri="{FF2B5EF4-FFF2-40B4-BE49-F238E27FC236}">
                <a16:creationId xmlns:a16="http://schemas.microsoft.com/office/drawing/2014/main" id="{4B92E84A-B8AE-D145-8A3D-BE68A470188C}"/>
              </a:ext>
            </a:extLst>
          </p:cNvPr>
          <p:cNvSpPr/>
          <p:nvPr userDrawn="1"/>
        </p:nvSpPr>
        <p:spPr>
          <a:xfrm>
            <a:off x="3106960" y="-485017"/>
            <a:ext cx="2520728" cy="45719"/>
          </a:xfrm>
          <a:prstGeom prst="rect">
            <a:avLst/>
          </a:prstGeom>
          <a:solidFill>
            <a:schemeClr val="accent5"/>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816">
              <a:solidFill>
                <a:schemeClr val="accent6"/>
              </a:solidFill>
            </a:endParaRPr>
          </a:p>
        </p:txBody>
      </p:sp>
      <p:sp>
        <p:nvSpPr>
          <p:cNvPr id="25" name="Rechteck 24">
            <a:extLst>
              <a:ext uri="{FF2B5EF4-FFF2-40B4-BE49-F238E27FC236}">
                <a16:creationId xmlns:a16="http://schemas.microsoft.com/office/drawing/2014/main" id="{D522A928-7DD6-974E-B52D-723031A7AB79}"/>
              </a:ext>
            </a:extLst>
          </p:cNvPr>
          <p:cNvSpPr/>
          <p:nvPr userDrawn="1"/>
        </p:nvSpPr>
        <p:spPr>
          <a:xfrm>
            <a:off x="5880100" y="-484663"/>
            <a:ext cx="2520728" cy="45719"/>
          </a:xfrm>
          <a:prstGeom prst="rect">
            <a:avLst/>
          </a:prstGeom>
          <a:solidFill>
            <a:schemeClr val="accent5"/>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816">
              <a:solidFill>
                <a:schemeClr val="accent6"/>
              </a:solidFill>
            </a:endParaRPr>
          </a:p>
        </p:txBody>
      </p:sp>
      <p:sp>
        <p:nvSpPr>
          <p:cNvPr id="26" name="Rechteck 25">
            <a:extLst>
              <a:ext uri="{FF2B5EF4-FFF2-40B4-BE49-F238E27FC236}">
                <a16:creationId xmlns:a16="http://schemas.microsoft.com/office/drawing/2014/main" id="{C4342483-9666-B94F-AD79-E111B0931C48}"/>
              </a:ext>
            </a:extLst>
          </p:cNvPr>
          <p:cNvSpPr/>
          <p:nvPr userDrawn="1"/>
        </p:nvSpPr>
        <p:spPr>
          <a:xfrm>
            <a:off x="8653780" y="-484663"/>
            <a:ext cx="2520728" cy="45719"/>
          </a:xfrm>
          <a:prstGeom prst="rect">
            <a:avLst/>
          </a:prstGeom>
          <a:solidFill>
            <a:schemeClr val="accent5"/>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816">
              <a:solidFill>
                <a:schemeClr val="accent6"/>
              </a:solidFill>
            </a:endParaRPr>
          </a:p>
        </p:txBody>
      </p:sp>
      <p:sp>
        <p:nvSpPr>
          <p:cNvPr id="5" name="Fußzeilenplatzhalter 4">
            <a:extLst>
              <a:ext uri="{FF2B5EF4-FFF2-40B4-BE49-F238E27FC236}">
                <a16:creationId xmlns:a16="http://schemas.microsoft.com/office/drawing/2014/main" id="{97038A97-D27D-B642-B2FD-9744821A9531}"/>
              </a:ext>
            </a:extLst>
          </p:cNvPr>
          <p:cNvSpPr>
            <a:spLocks noGrp="1"/>
          </p:cNvSpPr>
          <p:nvPr>
            <p:ph type="ftr" sz="quarter" idx="32"/>
          </p:nvPr>
        </p:nvSpPr>
        <p:spPr/>
        <p:txBody>
          <a:bodyPr/>
          <a:lstStyle/>
          <a:p>
            <a:r>
              <a:rPr lang="de-DE"/>
              <a:t>Hochschule Karlsruhe</a:t>
            </a:r>
          </a:p>
        </p:txBody>
      </p:sp>
      <p:pic>
        <p:nvPicPr>
          <p:cNvPr id="15" name="Grafik 14">
            <a:extLst>
              <a:ext uri="{FF2B5EF4-FFF2-40B4-BE49-F238E27FC236}">
                <a16:creationId xmlns:a16="http://schemas.microsoft.com/office/drawing/2014/main" id="{6486DB35-28E9-BE46-A048-216C4628405B}"/>
              </a:ext>
            </a:extLst>
          </p:cNvPr>
          <p:cNvPicPr>
            <a:picLocks noChangeAspect="1"/>
          </p:cNvPicPr>
          <p:nvPr userDrawn="1"/>
        </p:nvPicPr>
        <p:blipFill>
          <a:blip r:embed="rId2">
            <a:alphaModFix amt="50000"/>
          </a:blip>
          <a:srcRect/>
          <a:stretch/>
        </p:blipFill>
        <p:spPr>
          <a:xfrm>
            <a:off x="12521184" y="7129"/>
            <a:ext cx="12191999" cy="6843741"/>
          </a:xfrm>
          <a:prstGeom prst="rect">
            <a:avLst/>
          </a:prstGeom>
        </p:spPr>
      </p:pic>
      <p:sp>
        <p:nvSpPr>
          <p:cNvPr id="2" name="Datumsplatzhalter 1">
            <a:extLst>
              <a:ext uri="{FF2B5EF4-FFF2-40B4-BE49-F238E27FC236}">
                <a16:creationId xmlns:a16="http://schemas.microsoft.com/office/drawing/2014/main" id="{19335B3D-A935-7941-BAFB-C7A98F057C47}"/>
              </a:ext>
            </a:extLst>
          </p:cNvPr>
          <p:cNvSpPr>
            <a:spLocks noGrp="1"/>
          </p:cNvSpPr>
          <p:nvPr>
            <p:ph type="dt" sz="half" idx="33"/>
          </p:nvPr>
        </p:nvSpPr>
        <p:spPr/>
        <p:txBody>
          <a:bodyPr/>
          <a:lstStyle/>
          <a:p>
            <a:r>
              <a:rPr lang="de-DE" dirty="0"/>
              <a:t>FuE-Projekt Sommersemester 2026 | 30.09.2026</a:t>
            </a:r>
          </a:p>
        </p:txBody>
      </p:sp>
      <p:sp>
        <p:nvSpPr>
          <p:cNvPr id="21" name="Textplatzhalter 2">
            <a:extLst>
              <a:ext uri="{FF2B5EF4-FFF2-40B4-BE49-F238E27FC236}">
                <a16:creationId xmlns:a16="http://schemas.microsoft.com/office/drawing/2014/main" id="{58EC8B0F-9FE3-924D-BEE3-32BD1A416390}"/>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pic>
        <p:nvPicPr>
          <p:cNvPr id="24" name="Grafik 23">
            <a:extLst>
              <a:ext uri="{FF2B5EF4-FFF2-40B4-BE49-F238E27FC236}">
                <a16:creationId xmlns:a16="http://schemas.microsoft.com/office/drawing/2014/main" id="{FBA120F4-9C32-9145-87E0-FF7516589102}"/>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244769" y="299812"/>
            <a:ext cx="665997" cy="448986"/>
          </a:xfrm>
          <a:prstGeom prst="rect">
            <a:avLst/>
          </a:prstGeom>
        </p:spPr>
      </p:pic>
      <p:sp>
        <p:nvSpPr>
          <p:cNvPr id="27" name="Bildplatzhalter 4">
            <a:extLst>
              <a:ext uri="{FF2B5EF4-FFF2-40B4-BE49-F238E27FC236}">
                <a16:creationId xmlns:a16="http://schemas.microsoft.com/office/drawing/2014/main" id="{630DE8FB-031C-8B47-9B34-C2643B033B5A}"/>
              </a:ext>
            </a:extLst>
          </p:cNvPr>
          <p:cNvSpPr>
            <a:spLocks noGrp="1"/>
          </p:cNvSpPr>
          <p:nvPr>
            <p:ph type="pic" sz="quarter" idx="34"/>
          </p:nvPr>
        </p:nvSpPr>
        <p:spPr>
          <a:xfrm>
            <a:off x="11244768" y="5470338"/>
            <a:ext cx="666000" cy="1090800"/>
          </a:xfrm>
          <a:prstGeom prst="rect">
            <a:avLst/>
          </a:prstGeom>
          <a:blipFill>
            <a:blip>
              <a:extLst>
                <a:ext uri="{96DAC541-7B7A-43D3-8B79-37D633B846F1}">
                  <asvg:svgBlip xmlns:asvg="http://schemas.microsoft.com/office/drawing/2016/SVG/main" r:embed="rId4"/>
                </a:ext>
              </a:extLst>
            </a:blip>
            <a:stretch>
              <a:fillRect l="47" r="47"/>
            </a:stretch>
          </a:blipFill>
        </p:spPr>
        <p:txBody>
          <a:bodyPr/>
          <a:lstStyle>
            <a:lvl1pPr marL="0" indent="0">
              <a:buNone/>
              <a:defRPr sz="100" b="0" i="0">
                <a:solidFill>
                  <a:schemeClr val="bg1">
                    <a:lumMod val="95000"/>
                  </a:schemeClr>
                </a:solidFill>
                <a:latin typeface="Calibri" panose="020F0502020204030204" pitchFamily="34" charset="0"/>
              </a:defRPr>
            </a:lvl1pPr>
          </a:lstStyle>
          <a:p>
            <a:endParaRPr lang="de-DE"/>
          </a:p>
        </p:txBody>
      </p:sp>
    </p:spTree>
    <p:extLst>
      <p:ext uri="{BB962C8B-B14F-4D97-AF65-F5344CB8AC3E}">
        <p14:creationId xmlns:p14="http://schemas.microsoft.com/office/powerpoint/2010/main" val="3779162260"/>
      </p:ext>
    </p:extLst>
  </p:cSld>
  <p:clrMapOvr>
    <a:masterClrMapping/>
  </p:clrMapOvr>
  <p:extLst>
    <p:ext uri="{DCECCB84-F9BA-43D5-87BE-67443E8EF086}">
      <p15:sldGuideLst xmlns:p15="http://schemas.microsoft.com/office/powerpoint/2012/main">
        <p15:guide id="1" orient="horz" pos="754" userDrawn="1">
          <p15:clr>
            <a:srgbClr val="FBAE40"/>
          </p15:clr>
        </p15:guide>
        <p15:guide id="2" orient="horz" pos="187" userDrawn="1">
          <p15:clr>
            <a:srgbClr val="FBAE40"/>
          </p15:clr>
        </p15:guide>
        <p15:guide id="3" pos="3545" userDrawn="1">
          <p15:clr>
            <a:srgbClr val="FBAE40"/>
          </p15:clr>
        </p15:guide>
        <p15:guide id="4" pos="1958" userDrawn="1">
          <p15:clr>
            <a:srgbClr val="FBAE40"/>
          </p15:clr>
        </p15:guide>
        <p15:guide id="9" pos="3704" userDrawn="1">
          <p15:clr>
            <a:srgbClr val="FBAE40"/>
          </p15:clr>
        </p15:guide>
        <p15:guide id="10" pos="1799" userDrawn="1">
          <p15:clr>
            <a:srgbClr val="FBAE40"/>
          </p15:clr>
        </p15:guide>
        <p15:guide id="11" pos="5292" userDrawn="1">
          <p15:clr>
            <a:srgbClr val="FBAE40"/>
          </p15:clr>
        </p15:guide>
        <p15:guide id="12" pos="5450" userDrawn="1">
          <p15:clr>
            <a:srgbClr val="FBAE40"/>
          </p15:clr>
        </p15:guide>
        <p15:guide id="13" orient="horz" pos="3770"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MMT_Präsentation // Organigramm 5 spaltig">
    <p:spTree>
      <p:nvGrpSpPr>
        <p:cNvPr id="1" name=""/>
        <p:cNvGrpSpPr/>
        <p:nvPr/>
      </p:nvGrpSpPr>
      <p:grpSpPr>
        <a:xfrm>
          <a:off x="0" y="0"/>
          <a:ext cx="0" cy="0"/>
          <a:chOff x="0" y="0"/>
          <a:chExt cx="0" cy="0"/>
        </a:xfrm>
      </p:grpSpPr>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11" name="Textfeld 10">
            <a:extLst>
              <a:ext uri="{FF2B5EF4-FFF2-40B4-BE49-F238E27FC236}">
                <a16:creationId xmlns:a16="http://schemas.microsoft.com/office/drawing/2014/main" id="{EB0D38BF-744C-2647-A960-B16C505A887C}"/>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4" name="Textfeld 13">
            <a:extLst>
              <a:ext uri="{FF2B5EF4-FFF2-40B4-BE49-F238E27FC236}">
                <a16:creationId xmlns:a16="http://schemas.microsoft.com/office/drawing/2014/main" id="{D5F8D2AB-3FDC-2345-99C7-291CBDCB285C}"/>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sp>
        <p:nvSpPr>
          <p:cNvPr id="3" name="Foliennummernplatzhalter 2">
            <a:extLst>
              <a:ext uri="{FF2B5EF4-FFF2-40B4-BE49-F238E27FC236}">
                <a16:creationId xmlns:a16="http://schemas.microsoft.com/office/drawing/2014/main" id="{B824E6A8-E759-6244-8A14-22EACE3B05AC}"/>
              </a:ext>
            </a:extLst>
          </p:cNvPr>
          <p:cNvSpPr>
            <a:spLocks noGrp="1"/>
          </p:cNvSpPr>
          <p:nvPr>
            <p:ph type="sldNum" sz="quarter" idx="26"/>
          </p:nvPr>
        </p:nvSpPr>
        <p:spPr>
          <a:xfrm>
            <a:off x="334962" y="6429600"/>
            <a:ext cx="2742936" cy="97976"/>
          </a:xfrm>
          <a:prstGeom prst="rect">
            <a:avLst/>
          </a:prstGeom>
        </p:spPr>
        <p:txBody>
          <a:bodyPr/>
          <a:lstStyle/>
          <a:p>
            <a:fld id="{13005BA2-ABF8-0A46-8B15-84F2660EFA6C}" type="slidenum">
              <a:rPr lang="de-DE" smtClean="0"/>
              <a:pPr/>
              <a:t>‹Nr.›</a:t>
            </a:fld>
            <a:endParaRPr lang="de-DE"/>
          </a:p>
        </p:txBody>
      </p:sp>
      <p:sp>
        <p:nvSpPr>
          <p:cNvPr id="19" name="Textplatzhalter 4">
            <a:extLst>
              <a:ext uri="{FF2B5EF4-FFF2-40B4-BE49-F238E27FC236}">
                <a16:creationId xmlns:a16="http://schemas.microsoft.com/office/drawing/2014/main" id="{3B3AD157-3097-B94B-8B4F-93D92D84DADE}"/>
              </a:ext>
            </a:extLst>
          </p:cNvPr>
          <p:cNvSpPr>
            <a:spLocks noGrp="1"/>
          </p:cNvSpPr>
          <p:nvPr>
            <p:ph type="body" sz="quarter" idx="30" hasCustomPrompt="1"/>
          </p:nvPr>
        </p:nvSpPr>
        <p:spPr>
          <a:xfrm>
            <a:off x="334800" y="5886899"/>
            <a:ext cx="10608733" cy="97976"/>
          </a:xfrm>
          <a:prstGeom prst="rect">
            <a:avLst/>
          </a:prstGeom>
        </p:spPr>
        <p:txBody>
          <a:bodyPr lIns="0" tIns="0" rIns="0" bIns="0"/>
          <a:lstStyle>
            <a:lvl1pPr marL="0" indent="0" algn="l">
              <a:buFontTx/>
              <a:buNone/>
              <a:defRPr sz="770" baseline="0">
                <a:solidFill>
                  <a:schemeClr val="tx1">
                    <a:lumMod val="65000"/>
                    <a:lumOff val="35000"/>
                  </a:schemeClr>
                </a:solidFill>
                <a:latin typeface="Calibri" panose="020F0502020204030204" pitchFamily="34" charset="0"/>
                <a:cs typeface="Calibri" panose="020F0502020204030204" pitchFamily="34" charset="0"/>
              </a:defRPr>
            </a:lvl1pPr>
          </a:lstStyle>
          <a:p>
            <a:pPr lvl="0"/>
            <a:r>
              <a:rPr lang="de-DE"/>
              <a:t>Hier kommt die Quelle/Legende</a:t>
            </a:r>
          </a:p>
        </p:txBody>
      </p:sp>
      <p:sp>
        <p:nvSpPr>
          <p:cNvPr id="20" name="Rechteck 19">
            <a:extLst>
              <a:ext uri="{FF2B5EF4-FFF2-40B4-BE49-F238E27FC236}">
                <a16:creationId xmlns:a16="http://schemas.microsoft.com/office/drawing/2014/main" id="{A0AD0E32-CD37-B242-A293-35D876572343}"/>
              </a:ext>
            </a:extLst>
          </p:cNvPr>
          <p:cNvSpPr/>
          <p:nvPr userDrawn="1"/>
        </p:nvSpPr>
        <p:spPr>
          <a:xfrm>
            <a:off x="334960" y="-744620"/>
            <a:ext cx="1980000" cy="4571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816"/>
          </a:p>
        </p:txBody>
      </p:sp>
      <p:sp>
        <p:nvSpPr>
          <p:cNvPr id="21" name="Rechteck 20">
            <a:extLst>
              <a:ext uri="{FF2B5EF4-FFF2-40B4-BE49-F238E27FC236}">
                <a16:creationId xmlns:a16="http://schemas.microsoft.com/office/drawing/2014/main" id="{ED4B0FFD-9D36-4E4C-996B-32AAEF3540FC}"/>
              </a:ext>
            </a:extLst>
          </p:cNvPr>
          <p:cNvSpPr/>
          <p:nvPr userDrawn="1"/>
        </p:nvSpPr>
        <p:spPr>
          <a:xfrm>
            <a:off x="2566988" y="-749506"/>
            <a:ext cx="1980000" cy="4571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816"/>
          </a:p>
        </p:txBody>
      </p:sp>
      <p:sp>
        <p:nvSpPr>
          <p:cNvPr id="22" name="Rechteck 21">
            <a:extLst>
              <a:ext uri="{FF2B5EF4-FFF2-40B4-BE49-F238E27FC236}">
                <a16:creationId xmlns:a16="http://schemas.microsoft.com/office/drawing/2014/main" id="{E47BBFDB-6C37-7E43-8398-293C6D67AA98}"/>
              </a:ext>
            </a:extLst>
          </p:cNvPr>
          <p:cNvSpPr/>
          <p:nvPr userDrawn="1"/>
        </p:nvSpPr>
        <p:spPr>
          <a:xfrm>
            <a:off x="4806421" y="-751469"/>
            <a:ext cx="1980000" cy="4571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816"/>
          </a:p>
        </p:txBody>
      </p:sp>
      <p:sp>
        <p:nvSpPr>
          <p:cNvPr id="24" name="Rechteck 23">
            <a:extLst>
              <a:ext uri="{FF2B5EF4-FFF2-40B4-BE49-F238E27FC236}">
                <a16:creationId xmlns:a16="http://schemas.microsoft.com/office/drawing/2014/main" id="{BCEC317E-12E9-EA45-A2D8-9A472B7A3B94}"/>
              </a:ext>
            </a:extLst>
          </p:cNvPr>
          <p:cNvSpPr/>
          <p:nvPr userDrawn="1"/>
        </p:nvSpPr>
        <p:spPr>
          <a:xfrm>
            <a:off x="7037387" y="-751469"/>
            <a:ext cx="1980000" cy="4571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816"/>
          </a:p>
        </p:txBody>
      </p:sp>
      <p:sp>
        <p:nvSpPr>
          <p:cNvPr id="26" name="Rechteck 25">
            <a:extLst>
              <a:ext uri="{FF2B5EF4-FFF2-40B4-BE49-F238E27FC236}">
                <a16:creationId xmlns:a16="http://schemas.microsoft.com/office/drawing/2014/main" id="{51C6CBEE-1464-424E-BCF5-E682120A6AD1}"/>
              </a:ext>
            </a:extLst>
          </p:cNvPr>
          <p:cNvSpPr/>
          <p:nvPr userDrawn="1"/>
        </p:nvSpPr>
        <p:spPr>
          <a:xfrm>
            <a:off x="9264120" y="-744619"/>
            <a:ext cx="1980000" cy="4571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816"/>
          </a:p>
        </p:txBody>
      </p:sp>
      <p:sp>
        <p:nvSpPr>
          <p:cNvPr id="5" name="Fußzeilenplatzhalter 4">
            <a:extLst>
              <a:ext uri="{FF2B5EF4-FFF2-40B4-BE49-F238E27FC236}">
                <a16:creationId xmlns:a16="http://schemas.microsoft.com/office/drawing/2014/main" id="{F02CE312-C013-B944-847C-B7BC52DDF786}"/>
              </a:ext>
            </a:extLst>
          </p:cNvPr>
          <p:cNvSpPr>
            <a:spLocks noGrp="1"/>
          </p:cNvSpPr>
          <p:nvPr>
            <p:ph type="ftr" sz="quarter" idx="32"/>
          </p:nvPr>
        </p:nvSpPr>
        <p:spPr/>
        <p:txBody>
          <a:bodyPr/>
          <a:lstStyle/>
          <a:p>
            <a:r>
              <a:rPr lang="de-DE"/>
              <a:t>Hochschule Karlsruhe</a:t>
            </a:r>
          </a:p>
        </p:txBody>
      </p:sp>
      <p:pic>
        <p:nvPicPr>
          <p:cNvPr id="23" name="Grafik 22">
            <a:extLst>
              <a:ext uri="{FF2B5EF4-FFF2-40B4-BE49-F238E27FC236}">
                <a16:creationId xmlns:a16="http://schemas.microsoft.com/office/drawing/2014/main" id="{D09695DD-E40F-FD4A-8C91-617AB5806E79}"/>
              </a:ext>
            </a:extLst>
          </p:cNvPr>
          <p:cNvPicPr>
            <a:picLocks noChangeAspect="1"/>
          </p:cNvPicPr>
          <p:nvPr userDrawn="1"/>
        </p:nvPicPr>
        <p:blipFill>
          <a:blip r:embed="rId2">
            <a:alphaModFix amt="50000"/>
          </a:blip>
          <a:srcRect/>
          <a:stretch/>
        </p:blipFill>
        <p:spPr>
          <a:xfrm>
            <a:off x="12521184" y="7129"/>
            <a:ext cx="12191999" cy="6843741"/>
          </a:xfrm>
          <a:prstGeom prst="rect">
            <a:avLst/>
          </a:prstGeom>
        </p:spPr>
      </p:pic>
      <p:sp>
        <p:nvSpPr>
          <p:cNvPr id="2" name="Datumsplatzhalter 1">
            <a:extLst>
              <a:ext uri="{FF2B5EF4-FFF2-40B4-BE49-F238E27FC236}">
                <a16:creationId xmlns:a16="http://schemas.microsoft.com/office/drawing/2014/main" id="{F96A7003-49E0-2846-9672-C857D8C45E91}"/>
              </a:ext>
            </a:extLst>
          </p:cNvPr>
          <p:cNvSpPr>
            <a:spLocks noGrp="1"/>
          </p:cNvSpPr>
          <p:nvPr>
            <p:ph type="dt" sz="half" idx="33"/>
          </p:nvPr>
        </p:nvSpPr>
        <p:spPr/>
        <p:txBody>
          <a:bodyPr/>
          <a:lstStyle/>
          <a:p>
            <a:r>
              <a:rPr lang="de-DE" dirty="0"/>
              <a:t>FuE-Projekt Sommersemester 2026 | 30.09.2026</a:t>
            </a:r>
          </a:p>
        </p:txBody>
      </p:sp>
      <p:sp>
        <p:nvSpPr>
          <p:cNvPr id="28" name="Textplatzhalter 2">
            <a:extLst>
              <a:ext uri="{FF2B5EF4-FFF2-40B4-BE49-F238E27FC236}">
                <a16:creationId xmlns:a16="http://schemas.microsoft.com/office/drawing/2014/main" id="{434AD662-A540-404E-9022-C1BE7465883A}"/>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pic>
        <p:nvPicPr>
          <p:cNvPr id="29" name="Grafik 28">
            <a:extLst>
              <a:ext uri="{FF2B5EF4-FFF2-40B4-BE49-F238E27FC236}">
                <a16:creationId xmlns:a16="http://schemas.microsoft.com/office/drawing/2014/main" id="{3D9EAD9D-E600-2044-9062-B1FE5C0CD9CB}"/>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244769" y="299812"/>
            <a:ext cx="665997" cy="448986"/>
          </a:xfrm>
          <a:prstGeom prst="rect">
            <a:avLst/>
          </a:prstGeom>
        </p:spPr>
      </p:pic>
      <p:sp>
        <p:nvSpPr>
          <p:cNvPr id="30" name="Bildplatzhalter 4">
            <a:extLst>
              <a:ext uri="{FF2B5EF4-FFF2-40B4-BE49-F238E27FC236}">
                <a16:creationId xmlns:a16="http://schemas.microsoft.com/office/drawing/2014/main" id="{0874B803-122E-8343-8DC2-6DC5DA76A20B}"/>
              </a:ext>
            </a:extLst>
          </p:cNvPr>
          <p:cNvSpPr>
            <a:spLocks noGrp="1"/>
          </p:cNvSpPr>
          <p:nvPr>
            <p:ph type="pic" sz="quarter" idx="34"/>
          </p:nvPr>
        </p:nvSpPr>
        <p:spPr>
          <a:xfrm>
            <a:off x="11244768" y="5470338"/>
            <a:ext cx="666000" cy="1090800"/>
          </a:xfrm>
          <a:prstGeom prst="rect">
            <a:avLst/>
          </a:prstGeom>
          <a:blipFill>
            <a:blip>
              <a:extLst>
                <a:ext uri="{96DAC541-7B7A-43D3-8B79-37D633B846F1}">
                  <asvg:svgBlip xmlns:asvg="http://schemas.microsoft.com/office/drawing/2016/SVG/main" r:embed="rId4"/>
                </a:ext>
              </a:extLst>
            </a:blip>
            <a:stretch>
              <a:fillRect l="47" r="47"/>
            </a:stretch>
          </a:blipFill>
        </p:spPr>
        <p:txBody>
          <a:bodyPr/>
          <a:lstStyle>
            <a:lvl1pPr marL="0" indent="0">
              <a:buNone/>
              <a:defRPr sz="100" b="0" i="0">
                <a:solidFill>
                  <a:schemeClr val="bg1">
                    <a:lumMod val="95000"/>
                  </a:schemeClr>
                </a:solidFill>
                <a:latin typeface="Calibri" panose="020F0502020204030204" pitchFamily="34" charset="0"/>
              </a:defRPr>
            </a:lvl1pPr>
          </a:lstStyle>
          <a:p>
            <a:endParaRPr lang="de-DE"/>
          </a:p>
        </p:txBody>
      </p:sp>
    </p:spTree>
    <p:extLst>
      <p:ext uri="{BB962C8B-B14F-4D97-AF65-F5344CB8AC3E}">
        <p14:creationId xmlns:p14="http://schemas.microsoft.com/office/powerpoint/2010/main" val="2512498250"/>
      </p:ext>
    </p:extLst>
  </p:cSld>
  <p:clrMapOvr>
    <a:masterClrMapping/>
  </p:clrMapOvr>
  <p:extLst>
    <p:ext uri="{DCECCB84-F9BA-43D5-87BE-67443E8EF086}">
      <p15:sldGuideLst xmlns:p15="http://schemas.microsoft.com/office/powerpoint/2012/main">
        <p15:guide id="1" orient="horz" pos="754" userDrawn="1">
          <p15:clr>
            <a:srgbClr val="FBAE40"/>
          </p15:clr>
        </p15:guide>
        <p15:guide id="2" orient="horz" pos="187" userDrawn="1">
          <p15:clr>
            <a:srgbClr val="FBAE40"/>
          </p15:clr>
        </p15:guide>
        <p15:guide id="3" pos="2865" userDrawn="1">
          <p15:clr>
            <a:srgbClr val="FBAE40"/>
          </p15:clr>
        </p15:guide>
        <p15:guide id="4" pos="1617" userDrawn="1">
          <p15:clr>
            <a:srgbClr val="FBAE40"/>
          </p15:clr>
        </p15:guide>
        <p15:guide id="9" pos="4271" userDrawn="1">
          <p15:clr>
            <a:srgbClr val="FBAE40"/>
          </p15:clr>
        </p15:guide>
        <p15:guide id="10" pos="1459" userDrawn="1">
          <p15:clr>
            <a:srgbClr val="FBAE40"/>
          </p15:clr>
        </p15:guide>
        <p15:guide id="11" pos="5677" userDrawn="1">
          <p15:clr>
            <a:srgbClr val="FBAE40"/>
          </p15:clr>
        </p15:guide>
        <p15:guide id="12" pos="5836" userDrawn="1">
          <p15:clr>
            <a:srgbClr val="FBAE40"/>
          </p15:clr>
        </p15:guide>
        <p15:guide id="13" pos="3024" userDrawn="1">
          <p15:clr>
            <a:srgbClr val="FBAE40"/>
          </p15:clr>
        </p15:guide>
        <p15:guide id="14" pos="4430" userDrawn="1">
          <p15:clr>
            <a:srgbClr val="FBAE40"/>
          </p15:clr>
        </p15:guide>
        <p15:guide id="15" orient="horz" pos="3770"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MMT_Präsentation // Headline + Diagramm">
    <p:spTree>
      <p:nvGrpSpPr>
        <p:cNvPr id="1" name=""/>
        <p:cNvGrpSpPr/>
        <p:nvPr/>
      </p:nvGrpSpPr>
      <p:grpSpPr>
        <a:xfrm>
          <a:off x="0" y="0"/>
          <a:ext cx="0" cy="0"/>
          <a:chOff x="0" y="0"/>
          <a:chExt cx="0" cy="0"/>
        </a:xfrm>
      </p:grpSpPr>
      <p:sp>
        <p:nvSpPr>
          <p:cNvPr id="11" name="Textfeld 10">
            <a:extLst>
              <a:ext uri="{FF2B5EF4-FFF2-40B4-BE49-F238E27FC236}">
                <a16:creationId xmlns:a16="http://schemas.microsoft.com/office/drawing/2014/main" id="{FA7170FA-0038-7C4E-A4FB-C173887BFA2E}"/>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12" name="Diagrammplatzhalter 2">
            <a:extLst>
              <a:ext uri="{FF2B5EF4-FFF2-40B4-BE49-F238E27FC236}">
                <a16:creationId xmlns:a16="http://schemas.microsoft.com/office/drawing/2014/main" id="{42095016-343E-9F41-9667-439DBD5A4FE3}"/>
              </a:ext>
            </a:extLst>
          </p:cNvPr>
          <p:cNvSpPr>
            <a:spLocks noGrp="1"/>
          </p:cNvSpPr>
          <p:nvPr>
            <p:ph type="chart" sz="quarter" idx="12"/>
          </p:nvPr>
        </p:nvSpPr>
        <p:spPr>
          <a:xfrm>
            <a:off x="334799" y="1206000"/>
            <a:ext cx="10908000" cy="4599488"/>
          </a:xfrm>
          <a:prstGeom prst="rect">
            <a:avLst/>
          </a:prstGeom>
        </p:spPr>
        <p:txBody>
          <a:bodyPr lIns="0" tIns="0" rIns="0" bIns="0"/>
          <a:lstStyle>
            <a:lvl1pPr marL="0" indent="0">
              <a:buFontTx/>
              <a:buNone/>
              <a:defRPr sz="2000" b="0" i="0" baseline="0">
                <a:latin typeface="Calibri" panose="020F0502020204030204" pitchFamily="34" charset="0"/>
                <a:cs typeface="Calibri" panose="020F0502020204030204" pitchFamily="34" charset="0"/>
              </a:defRPr>
            </a:lvl1pPr>
          </a:lstStyle>
          <a:p>
            <a:endParaRPr lang="de-DE"/>
          </a:p>
        </p:txBody>
      </p:sp>
      <p:sp>
        <p:nvSpPr>
          <p:cNvPr id="9" name="Textfeld 8">
            <a:extLst>
              <a:ext uri="{FF2B5EF4-FFF2-40B4-BE49-F238E27FC236}">
                <a16:creationId xmlns:a16="http://schemas.microsoft.com/office/drawing/2014/main" id="{BA17D5FD-3098-BE4A-BC03-5C5E4757314B}"/>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0" name="Textfeld 9">
            <a:extLst>
              <a:ext uri="{FF2B5EF4-FFF2-40B4-BE49-F238E27FC236}">
                <a16:creationId xmlns:a16="http://schemas.microsoft.com/office/drawing/2014/main" id="{05FE3E8C-A0FB-E642-875B-D21B77EE2E67}"/>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sp>
        <p:nvSpPr>
          <p:cNvPr id="3" name="Foliennummernplatzhalter 2">
            <a:extLst>
              <a:ext uri="{FF2B5EF4-FFF2-40B4-BE49-F238E27FC236}">
                <a16:creationId xmlns:a16="http://schemas.microsoft.com/office/drawing/2014/main" id="{142EDB2F-DB65-1848-A88B-75BF04491EBC}"/>
              </a:ext>
            </a:extLst>
          </p:cNvPr>
          <p:cNvSpPr>
            <a:spLocks noGrp="1"/>
          </p:cNvSpPr>
          <p:nvPr>
            <p:ph type="sldNum" sz="quarter" idx="26"/>
          </p:nvPr>
        </p:nvSpPr>
        <p:spPr>
          <a:xfrm>
            <a:off x="334962" y="6429600"/>
            <a:ext cx="2742936" cy="97976"/>
          </a:xfrm>
          <a:prstGeom prst="rect">
            <a:avLst/>
          </a:prstGeom>
        </p:spPr>
        <p:txBody>
          <a:bodyPr/>
          <a:lstStyle/>
          <a:p>
            <a:fld id="{13005BA2-ABF8-0A46-8B15-84F2660EFA6C}" type="slidenum">
              <a:rPr lang="de-DE" smtClean="0"/>
              <a:pPr/>
              <a:t>‹Nr.›</a:t>
            </a:fld>
            <a:endParaRPr lang="de-DE"/>
          </a:p>
        </p:txBody>
      </p:sp>
      <p:sp>
        <p:nvSpPr>
          <p:cNvPr id="17" name="Textplatzhalter 4">
            <a:extLst>
              <a:ext uri="{FF2B5EF4-FFF2-40B4-BE49-F238E27FC236}">
                <a16:creationId xmlns:a16="http://schemas.microsoft.com/office/drawing/2014/main" id="{7724FF67-4A9F-AA4F-BB06-B96E2E6C9E4A}"/>
              </a:ext>
            </a:extLst>
          </p:cNvPr>
          <p:cNvSpPr>
            <a:spLocks noGrp="1"/>
          </p:cNvSpPr>
          <p:nvPr>
            <p:ph type="body" sz="quarter" idx="30" hasCustomPrompt="1"/>
          </p:nvPr>
        </p:nvSpPr>
        <p:spPr>
          <a:xfrm>
            <a:off x="334800" y="5886899"/>
            <a:ext cx="10635267" cy="97976"/>
          </a:xfrm>
          <a:prstGeom prst="rect">
            <a:avLst/>
          </a:prstGeom>
        </p:spPr>
        <p:txBody>
          <a:bodyPr lIns="0" tIns="0" rIns="0" bIns="0"/>
          <a:lstStyle>
            <a:lvl1pPr marL="0" indent="0" algn="l">
              <a:buFontTx/>
              <a:buNone/>
              <a:defRPr sz="770" baseline="0">
                <a:solidFill>
                  <a:schemeClr val="tx1">
                    <a:lumMod val="65000"/>
                    <a:lumOff val="35000"/>
                  </a:schemeClr>
                </a:solidFill>
                <a:latin typeface="Calibri" panose="020F0502020204030204" pitchFamily="34" charset="0"/>
                <a:cs typeface="Calibri" panose="020F0502020204030204" pitchFamily="34" charset="0"/>
              </a:defRPr>
            </a:lvl1pPr>
          </a:lstStyle>
          <a:p>
            <a:pPr lvl="0"/>
            <a:r>
              <a:rPr lang="de-DE"/>
              <a:t>Hier kommt die Quelle/Legende</a:t>
            </a:r>
          </a:p>
        </p:txBody>
      </p:sp>
      <p:sp>
        <p:nvSpPr>
          <p:cNvPr id="2" name="Fußzeilenplatzhalter 1">
            <a:extLst>
              <a:ext uri="{FF2B5EF4-FFF2-40B4-BE49-F238E27FC236}">
                <a16:creationId xmlns:a16="http://schemas.microsoft.com/office/drawing/2014/main" id="{5177FC00-58D2-AC4E-A5AB-8C5A174521C7}"/>
              </a:ext>
            </a:extLst>
          </p:cNvPr>
          <p:cNvSpPr>
            <a:spLocks noGrp="1"/>
          </p:cNvSpPr>
          <p:nvPr>
            <p:ph type="ftr" sz="quarter" idx="32"/>
          </p:nvPr>
        </p:nvSpPr>
        <p:spPr/>
        <p:txBody>
          <a:bodyPr/>
          <a:lstStyle/>
          <a:p>
            <a:r>
              <a:rPr lang="de-DE"/>
              <a:t>Hochschule Karlsruhe</a:t>
            </a:r>
          </a:p>
        </p:txBody>
      </p:sp>
      <p:pic>
        <p:nvPicPr>
          <p:cNvPr id="13" name="Grafik 12">
            <a:extLst>
              <a:ext uri="{FF2B5EF4-FFF2-40B4-BE49-F238E27FC236}">
                <a16:creationId xmlns:a16="http://schemas.microsoft.com/office/drawing/2014/main" id="{EFEA509C-16C9-7F4E-A006-4B4A69FBABF5}"/>
              </a:ext>
            </a:extLst>
          </p:cNvPr>
          <p:cNvPicPr>
            <a:picLocks noChangeAspect="1"/>
          </p:cNvPicPr>
          <p:nvPr userDrawn="1"/>
        </p:nvPicPr>
        <p:blipFill>
          <a:blip r:embed="rId2">
            <a:alphaModFix amt="50000"/>
          </a:blip>
          <a:srcRect/>
          <a:stretch/>
        </p:blipFill>
        <p:spPr>
          <a:xfrm>
            <a:off x="12521184" y="7129"/>
            <a:ext cx="12191999" cy="6843741"/>
          </a:xfrm>
          <a:prstGeom prst="rect">
            <a:avLst/>
          </a:prstGeom>
        </p:spPr>
      </p:pic>
      <p:sp>
        <p:nvSpPr>
          <p:cNvPr id="4" name="Datumsplatzhalter 3">
            <a:extLst>
              <a:ext uri="{FF2B5EF4-FFF2-40B4-BE49-F238E27FC236}">
                <a16:creationId xmlns:a16="http://schemas.microsoft.com/office/drawing/2014/main" id="{100179CD-2DFE-FE48-88FA-99A080006606}"/>
              </a:ext>
            </a:extLst>
          </p:cNvPr>
          <p:cNvSpPr>
            <a:spLocks noGrp="1"/>
          </p:cNvSpPr>
          <p:nvPr>
            <p:ph type="dt" sz="half" idx="33"/>
          </p:nvPr>
        </p:nvSpPr>
        <p:spPr/>
        <p:txBody>
          <a:bodyPr/>
          <a:lstStyle/>
          <a:p>
            <a:r>
              <a:rPr lang="de-DE" dirty="0"/>
              <a:t>FuE-Projekt Sommersemester 2026 | 30.09.2026</a:t>
            </a:r>
          </a:p>
        </p:txBody>
      </p:sp>
      <p:sp>
        <p:nvSpPr>
          <p:cNvPr id="14" name="Textplatzhalter 2">
            <a:extLst>
              <a:ext uri="{FF2B5EF4-FFF2-40B4-BE49-F238E27FC236}">
                <a16:creationId xmlns:a16="http://schemas.microsoft.com/office/drawing/2014/main" id="{69714213-985D-F049-AC24-0011BCAE291F}"/>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pic>
        <p:nvPicPr>
          <p:cNvPr id="15" name="Grafik 14">
            <a:extLst>
              <a:ext uri="{FF2B5EF4-FFF2-40B4-BE49-F238E27FC236}">
                <a16:creationId xmlns:a16="http://schemas.microsoft.com/office/drawing/2014/main" id="{62AFD8BD-1B68-074D-9599-F2383776A482}"/>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244769" y="299812"/>
            <a:ext cx="665997" cy="448986"/>
          </a:xfrm>
          <a:prstGeom prst="rect">
            <a:avLst/>
          </a:prstGeom>
        </p:spPr>
      </p:pic>
      <p:sp>
        <p:nvSpPr>
          <p:cNvPr id="20" name="Bildplatzhalter 4">
            <a:extLst>
              <a:ext uri="{FF2B5EF4-FFF2-40B4-BE49-F238E27FC236}">
                <a16:creationId xmlns:a16="http://schemas.microsoft.com/office/drawing/2014/main" id="{86B49C55-F108-3C42-B547-CC4E75AAC7BF}"/>
              </a:ext>
            </a:extLst>
          </p:cNvPr>
          <p:cNvSpPr>
            <a:spLocks noGrp="1"/>
          </p:cNvSpPr>
          <p:nvPr>
            <p:ph type="pic" sz="quarter" idx="34"/>
          </p:nvPr>
        </p:nvSpPr>
        <p:spPr>
          <a:xfrm>
            <a:off x="11244768" y="5470338"/>
            <a:ext cx="666000" cy="1090800"/>
          </a:xfrm>
          <a:prstGeom prst="rect">
            <a:avLst/>
          </a:prstGeom>
          <a:blipFill>
            <a:blip>
              <a:extLst>
                <a:ext uri="{96DAC541-7B7A-43D3-8B79-37D633B846F1}">
                  <asvg:svgBlip xmlns:asvg="http://schemas.microsoft.com/office/drawing/2016/SVG/main" r:embed="rId4"/>
                </a:ext>
              </a:extLst>
            </a:blip>
            <a:stretch>
              <a:fillRect l="47" r="47"/>
            </a:stretch>
          </a:blipFill>
        </p:spPr>
        <p:txBody>
          <a:bodyPr/>
          <a:lstStyle>
            <a:lvl1pPr marL="0" indent="0">
              <a:buNone/>
              <a:defRPr sz="100" b="0" i="0">
                <a:solidFill>
                  <a:schemeClr val="bg1">
                    <a:lumMod val="95000"/>
                  </a:schemeClr>
                </a:solidFill>
                <a:latin typeface="Calibri" panose="020F0502020204030204" pitchFamily="34" charset="0"/>
              </a:defRPr>
            </a:lvl1pPr>
          </a:lstStyle>
          <a:p>
            <a:endParaRPr lang="de-DE"/>
          </a:p>
        </p:txBody>
      </p:sp>
    </p:spTree>
    <p:extLst>
      <p:ext uri="{BB962C8B-B14F-4D97-AF65-F5344CB8AC3E}">
        <p14:creationId xmlns:p14="http://schemas.microsoft.com/office/powerpoint/2010/main" val="3449698238"/>
      </p:ext>
    </p:extLst>
  </p:cSld>
  <p:clrMapOvr>
    <a:masterClrMapping/>
  </p:clrMapOvr>
  <p:extLst>
    <p:ext uri="{DCECCB84-F9BA-43D5-87BE-67443E8EF086}">
      <p15:sldGuideLst xmlns:p15="http://schemas.microsoft.com/office/powerpoint/2012/main">
        <p15:guide id="1" orient="horz" pos="754" userDrawn="1">
          <p15:clr>
            <a:srgbClr val="FBAE40"/>
          </p15:clr>
        </p15:guide>
        <p15:guide id="2" orient="horz" pos="187" userDrawn="1">
          <p15:clr>
            <a:srgbClr val="FBAE40"/>
          </p15:clr>
        </p15:guide>
        <p15:guide id="3" orient="horz" pos="3770"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MMT_Präsentation // 1 Bild">
    <p:spTree>
      <p:nvGrpSpPr>
        <p:cNvPr id="1" name=""/>
        <p:cNvGrpSpPr/>
        <p:nvPr/>
      </p:nvGrpSpPr>
      <p:grpSpPr>
        <a:xfrm>
          <a:off x="0" y="0"/>
          <a:ext cx="0" cy="0"/>
          <a:chOff x="0" y="0"/>
          <a:chExt cx="0" cy="0"/>
        </a:xfrm>
      </p:grpSpPr>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6" name="Bildplatzhalter 5">
            <a:extLst>
              <a:ext uri="{FF2B5EF4-FFF2-40B4-BE49-F238E27FC236}">
                <a16:creationId xmlns:a16="http://schemas.microsoft.com/office/drawing/2014/main" id="{CA76EEEE-53F6-9642-B1ED-C868DA1F3452}"/>
              </a:ext>
            </a:extLst>
          </p:cNvPr>
          <p:cNvSpPr>
            <a:spLocks noGrp="1"/>
          </p:cNvSpPr>
          <p:nvPr>
            <p:ph type="pic" sz="quarter" idx="12"/>
          </p:nvPr>
        </p:nvSpPr>
        <p:spPr>
          <a:xfrm>
            <a:off x="334800" y="1206001"/>
            <a:ext cx="11520000" cy="4599488"/>
          </a:xfrm>
          <a:prstGeom prst="rect">
            <a:avLst/>
          </a:prstGeom>
          <a:solidFill>
            <a:schemeClr val="bg1">
              <a:lumMod val="95000"/>
            </a:schemeClr>
          </a:solidFill>
        </p:spPr>
        <p:txBody>
          <a:bodyPr lIns="0" tIns="0" rIns="0" bIns="0"/>
          <a:lstStyle>
            <a:lvl1pPr marL="0" indent="0">
              <a:buFontTx/>
              <a:buNone/>
              <a:defRPr sz="2000" b="0" i="0" baseline="0">
                <a:latin typeface="Calibri" panose="020F0502020204030204" pitchFamily="34" charset="0"/>
                <a:cs typeface="Calibri" panose="020F0502020204030204" pitchFamily="34" charset="0"/>
              </a:defRPr>
            </a:lvl1pPr>
          </a:lstStyle>
          <a:p>
            <a:endParaRPr lang="de-DE"/>
          </a:p>
        </p:txBody>
      </p:sp>
      <p:sp>
        <p:nvSpPr>
          <p:cNvPr id="3" name="Foliennummernplatzhalter 2">
            <a:extLst>
              <a:ext uri="{FF2B5EF4-FFF2-40B4-BE49-F238E27FC236}">
                <a16:creationId xmlns:a16="http://schemas.microsoft.com/office/drawing/2014/main" id="{C50F89A5-3C39-F749-B805-46E3C20CDDDB}"/>
              </a:ext>
            </a:extLst>
          </p:cNvPr>
          <p:cNvSpPr>
            <a:spLocks noGrp="1"/>
          </p:cNvSpPr>
          <p:nvPr>
            <p:ph type="sldNum" sz="quarter" idx="17"/>
          </p:nvPr>
        </p:nvSpPr>
        <p:spPr>
          <a:xfrm>
            <a:off x="334962" y="6429600"/>
            <a:ext cx="2742936" cy="97976"/>
          </a:xfrm>
          <a:prstGeom prst="rect">
            <a:avLst/>
          </a:prstGeom>
        </p:spPr>
        <p:txBody>
          <a:bodyPr/>
          <a:lstStyle/>
          <a:p>
            <a:fld id="{13005BA2-ABF8-0A46-8B15-84F2660EFA6C}" type="slidenum">
              <a:rPr lang="de-DE" smtClean="0"/>
              <a:pPr/>
              <a:t>‹Nr.›</a:t>
            </a:fld>
            <a:endParaRPr lang="de-DE"/>
          </a:p>
        </p:txBody>
      </p:sp>
      <p:sp>
        <p:nvSpPr>
          <p:cNvPr id="10" name="Textfeld 9">
            <a:extLst>
              <a:ext uri="{FF2B5EF4-FFF2-40B4-BE49-F238E27FC236}">
                <a16:creationId xmlns:a16="http://schemas.microsoft.com/office/drawing/2014/main" id="{0885C8D8-7D67-274F-AD1B-6EB7E2AD03FE}"/>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1" name="Textfeld 10">
            <a:extLst>
              <a:ext uri="{FF2B5EF4-FFF2-40B4-BE49-F238E27FC236}">
                <a16:creationId xmlns:a16="http://schemas.microsoft.com/office/drawing/2014/main" id="{2FD4C86A-1273-9243-B646-482137D81FC4}"/>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sp>
        <p:nvSpPr>
          <p:cNvPr id="14" name="Textplatzhalter 4">
            <a:extLst>
              <a:ext uri="{FF2B5EF4-FFF2-40B4-BE49-F238E27FC236}">
                <a16:creationId xmlns:a16="http://schemas.microsoft.com/office/drawing/2014/main" id="{F54E956C-C25B-424C-A798-CFAB5A0744CE}"/>
              </a:ext>
            </a:extLst>
          </p:cNvPr>
          <p:cNvSpPr>
            <a:spLocks noGrp="1"/>
          </p:cNvSpPr>
          <p:nvPr>
            <p:ph type="body" sz="quarter" idx="29" hasCustomPrompt="1"/>
          </p:nvPr>
        </p:nvSpPr>
        <p:spPr>
          <a:xfrm>
            <a:off x="334800" y="5886899"/>
            <a:ext cx="10608733" cy="97200"/>
          </a:xfrm>
          <a:prstGeom prst="rect">
            <a:avLst/>
          </a:prstGeom>
        </p:spPr>
        <p:txBody>
          <a:bodyPr lIns="0" tIns="0" rIns="0" bIns="0"/>
          <a:lstStyle>
            <a:lvl1pPr marL="0" indent="0" algn="l">
              <a:buFontTx/>
              <a:buNone/>
              <a:defRPr sz="770" baseline="0">
                <a:solidFill>
                  <a:schemeClr val="tx1">
                    <a:lumMod val="65000"/>
                    <a:lumOff val="35000"/>
                  </a:schemeClr>
                </a:solidFill>
                <a:latin typeface="Calibri" panose="020F0502020204030204" pitchFamily="34" charset="0"/>
                <a:cs typeface="Calibri" panose="020F0502020204030204" pitchFamily="34" charset="0"/>
              </a:defRPr>
            </a:lvl1pPr>
          </a:lstStyle>
          <a:p>
            <a:pPr lvl="0"/>
            <a:r>
              <a:rPr lang="de-DE"/>
              <a:t>Hier kommt die Quelle/Legende</a:t>
            </a:r>
          </a:p>
        </p:txBody>
      </p:sp>
      <p:sp>
        <p:nvSpPr>
          <p:cNvPr id="2" name="Fußzeilenplatzhalter 1">
            <a:extLst>
              <a:ext uri="{FF2B5EF4-FFF2-40B4-BE49-F238E27FC236}">
                <a16:creationId xmlns:a16="http://schemas.microsoft.com/office/drawing/2014/main" id="{5CC11AC0-5E95-6446-A63C-B54CF66E1A7D}"/>
              </a:ext>
            </a:extLst>
          </p:cNvPr>
          <p:cNvSpPr>
            <a:spLocks noGrp="1"/>
          </p:cNvSpPr>
          <p:nvPr>
            <p:ph type="ftr" sz="quarter" idx="30"/>
          </p:nvPr>
        </p:nvSpPr>
        <p:spPr/>
        <p:txBody>
          <a:bodyPr/>
          <a:lstStyle/>
          <a:p>
            <a:r>
              <a:rPr lang="de-DE"/>
              <a:t>Hochschule Karlsruhe</a:t>
            </a:r>
          </a:p>
        </p:txBody>
      </p:sp>
      <p:pic>
        <p:nvPicPr>
          <p:cNvPr id="15" name="Grafik 14">
            <a:extLst>
              <a:ext uri="{FF2B5EF4-FFF2-40B4-BE49-F238E27FC236}">
                <a16:creationId xmlns:a16="http://schemas.microsoft.com/office/drawing/2014/main" id="{C964A4A2-ACC1-3A4D-B3DF-04B8BE3230FD}"/>
              </a:ext>
            </a:extLst>
          </p:cNvPr>
          <p:cNvPicPr>
            <a:picLocks noChangeAspect="1"/>
          </p:cNvPicPr>
          <p:nvPr userDrawn="1"/>
        </p:nvPicPr>
        <p:blipFill>
          <a:blip r:embed="rId2">
            <a:alphaModFix amt="49000"/>
          </a:blip>
          <a:srcRect/>
          <a:stretch/>
        </p:blipFill>
        <p:spPr>
          <a:xfrm>
            <a:off x="12521184" y="7129"/>
            <a:ext cx="12191999" cy="6843741"/>
          </a:xfrm>
          <a:prstGeom prst="rect">
            <a:avLst/>
          </a:prstGeom>
        </p:spPr>
      </p:pic>
      <p:sp>
        <p:nvSpPr>
          <p:cNvPr id="4" name="Datumsplatzhalter 3">
            <a:extLst>
              <a:ext uri="{FF2B5EF4-FFF2-40B4-BE49-F238E27FC236}">
                <a16:creationId xmlns:a16="http://schemas.microsoft.com/office/drawing/2014/main" id="{73B06E7E-E9A1-9840-A9E1-79686DE197B3}"/>
              </a:ext>
            </a:extLst>
          </p:cNvPr>
          <p:cNvSpPr>
            <a:spLocks noGrp="1"/>
          </p:cNvSpPr>
          <p:nvPr>
            <p:ph type="dt" sz="half" idx="31"/>
          </p:nvPr>
        </p:nvSpPr>
        <p:spPr/>
        <p:txBody>
          <a:bodyPr/>
          <a:lstStyle/>
          <a:p>
            <a:r>
              <a:rPr lang="de-DE" dirty="0"/>
              <a:t>FuE-Projekt Sommersemester 2026 | 30.09.2026</a:t>
            </a:r>
          </a:p>
        </p:txBody>
      </p:sp>
      <p:sp>
        <p:nvSpPr>
          <p:cNvPr id="16" name="Textplatzhalter 2">
            <a:extLst>
              <a:ext uri="{FF2B5EF4-FFF2-40B4-BE49-F238E27FC236}">
                <a16:creationId xmlns:a16="http://schemas.microsoft.com/office/drawing/2014/main" id="{5CEB99C0-EF74-E74F-B415-AC2BCEF5C1D1}"/>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pic>
        <p:nvPicPr>
          <p:cNvPr id="17" name="Grafik 16">
            <a:extLst>
              <a:ext uri="{FF2B5EF4-FFF2-40B4-BE49-F238E27FC236}">
                <a16:creationId xmlns:a16="http://schemas.microsoft.com/office/drawing/2014/main" id="{C1C382A7-D6AD-AB42-8366-09637EA67B7C}"/>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244769" y="299812"/>
            <a:ext cx="665997" cy="448986"/>
          </a:xfrm>
          <a:prstGeom prst="rect">
            <a:avLst/>
          </a:prstGeom>
        </p:spPr>
      </p:pic>
      <p:sp>
        <p:nvSpPr>
          <p:cNvPr id="19" name="Bildplatzhalter 4">
            <a:extLst>
              <a:ext uri="{FF2B5EF4-FFF2-40B4-BE49-F238E27FC236}">
                <a16:creationId xmlns:a16="http://schemas.microsoft.com/office/drawing/2014/main" id="{2CB2A227-4716-6A4A-8272-F88DB2FFFBEE}"/>
              </a:ext>
            </a:extLst>
          </p:cNvPr>
          <p:cNvSpPr>
            <a:spLocks noGrp="1"/>
          </p:cNvSpPr>
          <p:nvPr>
            <p:ph type="pic" sz="quarter" idx="26"/>
          </p:nvPr>
        </p:nvSpPr>
        <p:spPr>
          <a:xfrm>
            <a:off x="11244768" y="5470338"/>
            <a:ext cx="666000" cy="1090800"/>
          </a:xfrm>
          <a:prstGeom prst="rect">
            <a:avLst/>
          </a:prstGeom>
          <a:blipFill>
            <a:blip>
              <a:extLst>
                <a:ext uri="{96DAC541-7B7A-43D3-8B79-37D633B846F1}">
                  <asvg:svgBlip xmlns:asvg="http://schemas.microsoft.com/office/drawing/2016/SVG/main" r:embed="rId4"/>
                </a:ext>
              </a:extLst>
            </a:blip>
            <a:stretch>
              <a:fillRect l="47" r="47"/>
            </a:stretch>
          </a:blipFill>
        </p:spPr>
        <p:txBody>
          <a:bodyPr/>
          <a:lstStyle>
            <a:lvl1pPr marL="0" indent="0">
              <a:buNone/>
              <a:defRPr sz="100" b="0" i="0">
                <a:solidFill>
                  <a:schemeClr val="bg1">
                    <a:lumMod val="95000"/>
                  </a:schemeClr>
                </a:solidFill>
                <a:latin typeface="Calibri" panose="020F0502020204030204" pitchFamily="34" charset="0"/>
              </a:defRPr>
            </a:lvl1pPr>
          </a:lstStyle>
          <a:p>
            <a:endParaRPr lang="de-DE"/>
          </a:p>
        </p:txBody>
      </p:sp>
    </p:spTree>
    <p:extLst>
      <p:ext uri="{BB962C8B-B14F-4D97-AF65-F5344CB8AC3E}">
        <p14:creationId xmlns:p14="http://schemas.microsoft.com/office/powerpoint/2010/main" val="1087756823"/>
      </p:ext>
    </p:extLst>
  </p:cSld>
  <p:clrMapOvr>
    <a:masterClrMapping/>
  </p:clrMapOvr>
  <p:extLst>
    <p:ext uri="{DCECCB84-F9BA-43D5-87BE-67443E8EF086}">
      <p15:sldGuideLst xmlns:p15="http://schemas.microsoft.com/office/powerpoint/2012/main">
        <p15:guide id="1" orient="horz" pos="754" userDrawn="1">
          <p15:clr>
            <a:srgbClr val="FBAE40"/>
          </p15:clr>
        </p15:guide>
        <p15:guide id="2" orient="horz" pos="187" userDrawn="1">
          <p15:clr>
            <a:srgbClr val="FBAE40"/>
          </p15:clr>
        </p15:guide>
        <p15:guide id="3" orient="horz" pos="3770"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MMT_Präsentation // 2 Bilder">
    <p:spTree>
      <p:nvGrpSpPr>
        <p:cNvPr id="1" name=""/>
        <p:cNvGrpSpPr/>
        <p:nvPr/>
      </p:nvGrpSpPr>
      <p:grpSpPr>
        <a:xfrm>
          <a:off x="0" y="0"/>
          <a:ext cx="0" cy="0"/>
          <a:chOff x="0" y="0"/>
          <a:chExt cx="0" cy="0"/>
        </a:xfrm>
      </p:grpSpPr>
      <p:sp>
        <p:nvSpPr>
          <p:cNvPr id="14" name="Bildplatzhalter 5">
            <a:extLst>
              <a:ext uri="{FF2B5EF4-FFF2-40B4-BE49-F238E27FC236}">
                <a16:creationId xmlns:a16="http://schemas.microsoft.com/office/drawing/2014/main" id="{35C83EAB-0D4D-FF4D-BD7D-83582A1D3C01}"/>
              </a:ext>
            </a:extLst>
          </p:cNvPr>
          <p:cNvSpPr>
            <a:spLocks noGrp="1"/>
          </p:cNvSpPr>
          <p:nvPr>
            <p:ph type="pic" sz="quarter" idx="12"/>
          </p:nvPr>
        </p:nvSpPr>
        <p:spPr>
          <a:xfrm>
            <a:off x="334962" y="864000"/>
            <a:ext cx="5617105" cy="4608000"/>
          </a:xfrm>
          <a:prstGeom prst="rect">
            <a:avLst/>
          </a:prstGeom>
          <a:solidFill>
            <a:schemeClr val="bg1">
              <a:lumMod val="95000"/>
            </a:schemeClr>
          </a:solidFill>
        </p:spPr>
        <p:txBody>
          <a:bodyPr lIns="0" tIns="0" rIns="0" bIns="0"/>
          <a:lstStyle>
            <a:lvl1pPr marL="0" indent="0">
              <a:buFontTx/>
              <a:buNone/>
              <a:defRPr sz="2000" b="0" i="0" baseline="0">
                <a:latin typeface="Calibri" panose="020F0502020204030204" pitchFamily="34" charset="0"/>
                <a:cs typeface="Calibri" panose="020F0502020204030204" pitchFamily="34" charset="0"/>
              </a:defRPr>
            </a:lvl1pPr>
          </a:lstStyle>
          <a:p>
            <a:endParaRPr lang="de-DE"/>
          </a:p>
        </p:txBody>
      </p:sp>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11" name="Bildplatzhalter 5">
            <a:extLst>
              <a:ext uri="{FF2B5EF4-FFF2-40B4-BE49-F238E27FC236}">
                <a16:creationId xmlns:a16="http://schemas.microsoft.com/office/drawing/2014/main" id="{562226A8-783C-944D-805D-729AE9D7328B}"/>
              </a:ext>
            </a:extLst>
          </p:cNvPr>
          <p:cNvSpPr>
            <a:spLocks noGrp="1"/>
          </p:cNvSpPr>
          <p:nvPr>
            <p:ph type="pic" sz="quarter" idx="17"/>
          </p:nvPr>
        </p:nvSpPr>
        <p:spPr>
          <a:xfrm>
            <a:off x="6239933" y="864000"/>
            <a:ext cx="5617105" cy="4608000"/>
          </a:xfrm>
          <a:prstGeom prst="rect">
            <a:avLst/>
          </a:prstGeom>
          <a:solidFill>
            <a:schemeClr val="bg1">
              <a:lumMod val="95000"/>
            </a:schemeClr>
          </a:solidFill>
        </p:spPr>
        <p:txBody>
          <a:bodyPr lIns="0" tIns="0" rIns="0" bIns="0"/>
          <a:lstStyle>
            <a:lvl1pPr marL="0" indent="0">
              <a:buFontTx/>
              <a:buNone/>
              <a:defRPr sz="2000" b="0" i="0" baseline="0">
                <a:latin typeface="Calibri" panose="020F0502020204030204" pitchFamily="34" charset="0"/>
                <a:cs typeface="Calibri" panose="020F0502020204030204" pitchFamily="34" charset="0"/>
              </a:defRPr>
            </a:lvl1pPr>
          </a:lstStyle>
          <a:p>
            <a:r>
              <a:rPr lang="de-DE"/>
              <a:t>Bild</a:t>
            </a:r>
          </a:p>
        </p:txBody>
      </p:sp>
      <p:sp>
        <p:nvSpPr>
          <p:cNvPr id="5" name="Foliennummernplatzhalter 4">
            <a:extLst>
              <a:ext uri="{FF2B5EF4-FFF2-40B4-BE49-F238E27FC236}">
                <a16:creationId xmlns:a16="http://schemas.microsoft.com/office/drawing/2014/main" id="{1895EFD5-E76A-D946-BC26-AD901858F228}"/>
              </a:ext>
            </a:extLst>
          </p:cNvPr>
          <p:cNvSpPr>
            <a:spLocks noGrp="1"/>
          </p:cNvSpPr>
          <p:nvPr>
            <p:ph type="sldNum" sz="quarter" idx="19"/>
          </p:nvPr>
        </p:nvSpPr>
        <p:spPr>
          <a:xfrm>
            <a:off x="334962" y="6429600"/>
            <a:ext cx="2742936" cy="97976"/>
          </a:xfrm>
          <a:prstGeom prst="rect">
            <a:avLst/>
          </a:prstGeom>
        </p:spPr>
        <p:txBody>
          <a:bodyPr/>
          <a:lstStyle/>
          <a:p>
            <a:fld id="{13005BA2-ABF8-0A46-8B15-84F2660EFA6C}" type="slidenum">
              <a:rPr lang="de-DE" smtClean="0"/>
              <a:pPr/>
              <a:t>‹Nr.›</a:t>
            </a:fld>
            <a:endParaRPr lang="de-DE"/>
          </a:p>
        </p:txBody>
      </p:sp>
      <p:sp>
        <p:nvSpPr>
          <p:cNvPr id="10" name="Textfeld 9">
            <a:extLst>
              <a:ext uri="{FF2B5EF4-FFF2-40B4-BE49-F238E27FC236}">
                <a16:creationId xmlns:a16="http://schemas.microsoft.com/office/drawing/2014/main" id="{0C0CF17D-51BF-164A-AC97-07E21B06BA05}"/>
              </a:ext>
            </a:extLst>
          </p:cNvPr>
          <p:cNvSpPr txBox="1"/>
          <p:nvPr userDrawn="1"/>
        </p:nvSpPr>
        <p:spPr>
          <a:xfrm>
            <a:off x="6227051" y="-26396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Linker Bildrand</a:t>
            </a:r>
          </a:p>
        </p:txBody>
      </p:sp>
      <p:sp>
        <p:nvSpPr>
          <p:cNvPr id="12" name="Textfeld 11">
            <a:extLst>
              <a:ext uri="{FF2B5EF4-FFF2-40B4-BE49-F238E27FC236}">
                <a16:creationId xmlns:a16="http://schemas.microsoft.com/office/drawing/2014/main" id="{31F91C5D-F634-9644-87D6-699DB093E3DE}"/>
              </a:ext>
            </a:extLst>
          </p:cNvPr>
          <p:cNvSpPr txBox="1"/>
          <p:nvPr userDrawn="1"/>
        </p:nvSpPr>
        <p:spPr>
          <a:xfrm>
            <a:off x="4148529" y="-263968"/>
            <a:ext cx="1815553" cy="148380"/>
          </a:xfrm>
          <a:prstGeom prst="rect">
            <a:avLst/>
          </a:prstGeom>
          <a:ln>
            <a:noFill/>
          </a:ln>
        </p:spPr>
        <p:txBody>
          <a:bodyPr wrap="square" lIns="0" tIns="0" rIns="0" bIns="0" rtlCol="0" anchor="b">
            <a:noAutofit/>
          </a:bodyPr>
          <a:lstStyle/>
          <a:p>
            <a:pPr algn="r"/>
            <a:r>
              <a:rPr lang="de-DE" sz="726" b="0" i="0" baseline="0">
                <a:solidFill>
                  <a:schemeClr val="tx2">
                    <a:lumMod val="50000"/>
                  </a:schemeClr>
                </a:solidFill>
                <a:latin typeface="Calibri" panose="020F0502020204030204" pitchFamily="34" charset="0"/>
              </a:rPr>
              <a:t>Rechter Bildrand</a:t>
            </a:r>
          </a:p>
        </p:txBody>
      </p:sp>
      <p:sp>
        <p:nvSpPr>
          <p:cNvPr id="15" name="Textfeld 14">
            <a:extLst>
              <a:ext uri="{FF2B5EF4-FFF2-40B4-BE49-F238E27FC236}">
                <a16:creationId xmlns:a16="http://schemas.microsoft.com/office/drawing/2014/main" id="{3B5C2419-4BDD-B44C-B359-47312BEFFA19}"/>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8" name="Textfeld 17">
            <a:extLst>
              <a:ext uri="{FF2B5EF4-FFF2-40B4-BE49-F238E27FC236}">
                <a16:creationId xmlns:a16="http://schemas.microsoft.com/office/drawing/2014/main" id="{BCDA3237-D4E2-544E-B93D-836F94639626}"/>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sp>
        <p:nvSpPr>
          <p:cNvPr id="23" name="Textplatzhalter 4">
            <a:extLst>
              <a:ext uri="{FF2B5EF4-FFF2-40B4-BE49-F238E27FC236}">
                <a16:creationId xmlns:a16="http://schemas.microsoft.com/office/drawing/2014/main" id="{54E92864-A0E0-314A-8C49-29B1171014A4}"/>
              </a:ext>
            </a:extLst>
          </p:cNvPr>
          <p:cNvSpPr>
            <a:spLocks noGrp="1"/>
          </p:cNvSpPr>
          <p:nvPr>
            <p:ph type="body" sz="quarter" idx="22" hasCustomPrompt="1"/>
          </p:nvPr>
        </p:nvSpPr>
        <p:spPr>
          <a:xfrm>
            <a:off x="6239934" y="5886899"/>
            <a:ext cx="4751917" cy="97200"/>
          </a:xfrm>
          <a:prstGeom prst="rect">
            <a:avLst/>
          </a:prstGeom>
        </p:spPr>
        <p:txBody>
          <a:bodyPr lIns="0" tIns="0" rIns="0" bIns="0"/>
          <a:lstStyle>
            <a:lvl1pPr marL="0" indent="0" algn="l">
              <a:buFontTx/>
              <a:buNone/>
              <a:defRPr sz="770" baseline="0">
                <a:solidFill>
                  <a:schemeClr val="tx1">
                    <a:lumMod val="65000"/>
                    <a:lumOff val="35000"/>
                  </a:schemeClr>
                </a:solidFill>
                <a:latin typeface="Calibri" panose="020F0502020204030204" pitchFamily="34" charset="0"/>
                <a:cs typeface="Calibri" panose="020F0502020204030204" pitchFamily="34" charset="0"/>
              </a:defRPr>
            </a:lvl1pPr>
          </a:lstStyle>
          <a:p>
            <a:pPr lvl="0"/>
            <a:r>
              <a:rPr lang="de-DE"/>
              <a:t>Hier kommt die Quelle/Legende</a:t>
            </a:r>
          </a:p>
        </p:txBody>
      </p:sp>
      <p:sp>
        <p:nvSpPr>
          <p:cNvPr id="24" name="Textplatzhalter 4">
            <a:extLst>
              <a:ext uri="{FF2B5EF4-FFF2-40B4-BE49-F238E27FC236}">
                <a16:creationId xmlns:a16="http://schemas.microsoft.com/office/drawing/2014/main" id="{88AA7485-A9F3-004C-AE34-E8AC9C45BF7A}"/>
              </a:ext>
            </a:extLst>
          </p:cNvPr>
          <p:cNvSpPr>
            <a:spLocks noGrp="1"/>
          </p:cNvSpPr>
          <p:nvPr>
            <p:ph type="body" sz="quarter" idx="29" hasCustomPrompt="1"/>
          </p:nvPr>
        </p:nvSpPr>
        <p:spPr>
          <a:xfrm>
            <a:off x="334800" y="5886899"/>
            <a:ext cx="5580964" cy="97976"/>
          </a:xfrm>
          <a:prstGeom prst="rect">
            <a:avLst/>
          </a:prstGeom>
        </p:spPr>
        <p:txBody>
          <a:bodyPr lIns="0" tIns="0" rIns="0" bIns="0"/>
          <a:lstStyle>
            <a:lvl1pPr marL="0" indent="0" algn="l">
              <a:buFontTx/>
              <a:buNone/>
              <a:defRPr sz="770" baseline="0">
                <a:solidFill>
                  <a:schemeClr val="tx1">
                    <a:lumMod val="65000"/>
                    <a:lumOff val="35000"/>
                  </a:schemeClr>
                </a:solidFill>
                <a:latin typeface="Calibri" panose="020F0502020204030204" pitchFamily="34" charset="0"/>
                <a:cs typeface="Calibri" panose="020F0502020204030204" pitchFamily="34" charset="0"/>
              </a:defRPr>
            </a:lvl1pPr>
          </a:lstStyle>
          <a:p>
            <a:pPr lvl="0"/>
            <a:r>
              <a:rPr lang="de-DE"/>
              <a:t>Hier kommt die Quelle/Legende</a:t>
            </a:r>
          </a:p>
        </p:txBody>
      </p:sp>
      <p:sp>
        <p:nvSpPr>
          <p:cNvPr id="2" name="Fußzeilenplatzhalter 1">
            <a:extLst>
              <a:ext uri="{FF2B5EF4-FFF2-40B4-BE49-F238E27FC236}">
                <a16:creationId xmlns:a16="http://schemas.microsoft.com/office/drawing/2014/main" id="{4013B5A4-26D9-8740-ACBB-09F01B228133}"/>
              </a:ext>
            </a:extLst>
          </p:cNvPr>
          <p:cNvSpPr>
            <a:spLocks noGrp="1"/>
          </p:cNvSpPr>
          <p:nvPr>
            <p:ph type="ftr" sz="quarter" idx="30"/>
          </p:nvPr>
        </p:nvSpPr>
        <p:spPr/>
        <p:txBody>
          <a:bodyPr/>
          <a:lstStyle/>
          <a:p>
            <a:r>
              <a:rPr lang="de-DE"/>
              <a:t>Hochschule Karlsruhe</a:t>
            </a:r>
          </a:p>
        </p:txBody>
      </p:sp>
      <p:pic>
        <p:nvPicPr>
          <p:cNvPr id="17" name="Grafik 16">
            <a:extLst>
              <a:ext uri="{FF2B5EF4-FFF2-40B4-BE49-F238E27FC236}">
                <a16:creationId xmlns:a16="http://schemas.microsoft.com/office/drawing/2014/main" id="{37AB9DCE-9E10-3E4C-857C-B8C27D76AED5}"/>
              </a:ext>
            </a:extLst>
          </p:cNvPr>
          <p:cNvPicPr>
            <a:picLocks noChangeAspect="1"/>
          </p:cNvPicPr>
          <p:nvPr userDrawn="1"/>
        </p:nvPicPr>
        <p:blipFill>
          <a:blip r:embed="rId2">
            <a:alphaModFix amt="50000"/>
          </a:blip>
          <a:srcRect/>
          <a:stretch/>
        </p:blipFill>
        <p:spPr>
          <a:xfrm>
            <a:off x="12521184" y="7129"/>
            <a:ext cx="12191999" cy="6843741"/>
          </a:xfrm>
          <a:prstGeom prst="rect">
            <a:avLst/>
          </a:prstGeom>
        </p:spPr>
      </p:pic>
      <p:sp>
        <p:nvSpPr>
          <p:cNvPr id="3" name="Datumsplatzhalter 2">
            <a:extLst>
              <a:ext uri="{FF2B5EF4-FFF2-40B4-BE49-F238E27FC236}">
                <a16:creationId xmlns:a16="http://schemas.microsoft.com/office/drawing/2014/main" id="{439B1BBC-665F-AF4B-8F72-7AB1B40FEBE5}"/>
              </a:ext>
            </a:extLst>
          </p:cNvPr>
          <p:cNvSpPr>
            <a:spLocks noGrp="1"/>
          </p:cNvSpPr>
          <p:nvPr>
            <p:ph type="dt" sz="half" idx="31"/>
          </p:nvPr>
        </p:nvSpPr>
        <p:spPr/>
        <p:txBody>
          <a:bodyPr/>
          <a:lstStyle/>
          <a:p>
            <a:r>
              <a:rPr lang="de-DE" dirty="0"/>
              <a:t>FuE-Projekt Sommersemester 2026 | 30.09.2026</a:t>
            </a:r>
          </a:p>
        </p:txBody>
      </p:sp>
      <p:sp>
        <p:nvSpPr>
          <p:cNvPr id="19" name="Textplatzhalter 2">
            <a:extLst>
              <a:ext uri="{FF2B5EF4-FFF2-40B4-BE49-F238E27FC236}">
                <a16:creationId xmlns:a16="http://schemas.microsoft.com/office/drawing/2014/main" id="{110A617E-8FCC-244D-8AD5-BF151B15A758}"/>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pic>
        <p:nvPicPr>
          <p:cNvPr id="20" name="Grafik 19">
            <a:extLst>
              <a:ext uri="{FF2B5EF4-FFF2-40B4-BE49-F238E27FC236}">
                <a16:creationId xmlns:a16="http://schemas.microsoft.com/office/drawing/2014/main" id="{AB143B38-D55C-EA4D-B6F2-C2894CCA347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244769" y="299812"/>
            <a:ext cx="665997" cy="448986"/>
          </a:xfrm>
          <a:prstGeom prst="rect">
            <a:avLst/>
          </a:prstGeom>
        </p:spPr>
      </p:pic>
      <p:pic>
        <p:nvPicPr>
          <p:cNvPr id="4" name="Grafik 3">
            <a:extLst>
              <a:ext uri="{FF2B5EF4-FFF2-40B4-BE49-F238E27FC236}">
                <a16:creationId xmlns:a16="http://schemas.microsoft.com/office/drawing/2014/main" id="{97C1D262-E95A-0065-C749-40B46F05450E}"/>
              </a:ext>
            </a:extLst>
          </p:cNvPr>
          <p:cNvPicPr>
            <a:picLocks noChangeAspect="1"/>
          </p:cNvPicPr>
          <p:nvPr userDrawn="1"/>
        </p:nvPicPr>
        <p:blipFill>
          <a:blip r:embed="rId4"/>
          <a:stretch>
            <a:fillRect/>
          </a:stretch>
        </p:blipFill>
        <p:spPr>
          <a:xfrm>
            <a:off x="11246244" y="5389045"/>
            <a:ext cx="664522" cy="1091279"/>
          </a:xfrm>
          <a:prstGeom prst="rect">
            <a:avLst/>
          </a:prstGeom>
        </p:spPr>
      </p:pic>
    </p:spTree>
    <p:extLst>
      <p:ext uri="{BB962C8B-B14F-4D97-AF65-F5344CB8AC3E}">
        <p14:creationId xmlns:p14="http://schemas.microsoft.com/office/powerpoint/2010/main" val="1421266352"/>
      </p:ext>
    </p:extLst>
  </p:cSld>
  <p:clrMapOvr>
    <a:masterClrMapping/>
  </p:clrMapOvr>
  <p:extLst>
    <p:ext uri="{DCECCB84-F9BA-43D5-87BE-67443E8EF086}">
      <p15:sldGuideLst xmlns:p15="http://schemas.microsoft.com/office/powerpoint/2012/main">
        <p15:guide id="5" pos="3931" userDrawn="1">
          <p15:clr>
            <a:srgbClr val="FBAE40"/>
          </p15:clr>
        </p15:guide>
        <p15:guide id="6" pos="3749" userDrawn="1">
          <p15:clr>
            <a:srgbClr val="FBAE40"/>
          </p15:clr>
        </p15:guide>
        <p15:guide id="7" orient="horz" pos="754" userDrawn="1">
          <p15:clr>
            <a:srgbClr val="FBAE40"/>
          </p15:clr>
        </p15:guide>
        <p15:guide id="8" orient="horz" pos="187" userDrawn="1">
          <p15:clr>
            <a:srgbClr val="FBAE40"/>
          </p15:clr>
        </p15:guide>
        <p15:guide id="9" orient="horz" pos="3770" userDrawn="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MMT_Präsentation // Text + Bild">
    <p:spTree>
      <p:nvGrpSpPr>
        <p:cNvPr id="1" name=""/>
        <p:cNvGrpSpPr/>
        <p:nvPr/>
      </p:nvGrpSpPr>
      <p:grpSpPr>
        <a:xfrm>
          <a:off x="0" y="0"/>
          <a:ext cx="0" cy="0"/>
          <a:chOff x="0" y="0"/>
          <a:chExt cx="0" cy="0"/>
        </a:xfrm>
      </p:grpSpPr>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12" name="Bildplatzhalter 5">
            <a:extLst>
              <a:ext uri="{FF2B5EF4-FFF2-40B4-BE49-F238E27FC236}">
                <a16:creationId xmlns:a16="http://schemas.microsoft.com/office/drawing/2014/main" id="{17EFA53D-6FD1-6F45-B98B-1BBDAA8A36B0}"/>
              </a:ext>
            </a:extLst>
          </p:cNvPr>
          <p:cNvSpPr>
            <a:spLocks noGrp="1"/>
          </p:cNvSpPr>
          <p:nvPr>
            <p:ph type="pic" sz="quarter" idx="19"/>
          </p:nvPr>
        </p:nvSpPr>
        <p:spPr>
          <a:xfrm>
            <a:off x="6239934" y="1205999"/>
            <a:ext cx="5617104" cy="4600800"/>
          </a:xfrm>
          <a:prstGeom prst="rect">
            <a:avLst/>
          </a:prstGeom>
          <a:solidFill>
            <a:schemeClr val="bg1">
              <a:lumMod val="95000"/>
            </a:schemeClr>
          </a:solidFill>
        </p:spPr>
        <p:txBody>
          <a:bodyPr lIns="0" tIns="0" rIns="0" bIns="0"/>
          <a:lstStyle>
            <a:lvl1pPr marL="0" indent="0">
              <a:buFontTx/>
              <a:buNone/>
              <a:defRPr sz="2000" b="0" i="0" baseline="0">
                <a:latin typeface="Calibri" panose="020F0502020204030204" pitchFamily="34" charset="0"/>
                <a:cs typeface="Calibri" panose="020F0502020204030204" pitchFamily="34" charset="0"/>
              </a:defRPr>
            </a:lvl1pPr>
          </a:lstStyle>
          <a:p>
            <a:endParaRPr lang="de-DE"/>
          </a:p>
        </p:txBody>
      </p:sp>
      <p:sp>
        <p:nvSpPr>
          <p:cNvPr id="5" name="Foliennummernplatzhalter 4">
            <a:extLst>
              <a:ext uri="{FF2B5EF4-FFF2-40B4-BE49-F238E27FC236}">
                <a16:creationId xmlns:a16="http://schemas.microsoft.com/office/drawing/2014/main" id="{C1F7B6FB-B0F6-3341-BCCD-5EA90FA33301}"/>
              </a:ext>
            </a:extLst>
          </p:cNvPr>
          <p:cNvSpPr>
            <a:spLocks noGrp="1"/>
          </p:cNvSpPr>
          <p:nvPr>
            <p:ph type="sldNum" sz="quarter" idx="21"/>
          </p:nvPr>
        </p:nvSpPr>
        <p:spPr>
          <a:xfrm>
            <a:off x="334962" y="6429600"/>
            <a:ext cx="2742936" cy="97976"/>
          </a:xfrm>
          <a:prstGeom prst="rect">
            <a:avLst/>
          </a:prstGeom>
        </p:spPr>
        <p:txBody>
          <a:bodyPr/>
          <a:lstStyle/>
          <a:p>
            <a:fld id="{13005BA2-ABF8-0A46-8B15-84F2660EFA6C}" type="slidenum">
              <a:rPr lang="de-DE" smtClean="0"/>
              <a:pPr/>
              <a:t>‹Nr.›</a:t>
            </a:fld>
            <a:endParaRPr lang="de-DE"/>
          </a:p>
        </p:txBody>
      </p:sp>
      <p:sp>
        <p:nvSpPr>
          <p:cNvPr id="11" name="Textfeld 10">
            <a:extLst>
              <a:ext uri="{FF2B5EF4-FFF2-40B4-BE49-F238E27FC236}">
                <a16:creationId xmlns:a16="http://schemas.microsoft.com/office/drawing/2014/main" id="{5CC2644F-FCE1-1048-B810-F35855B30C08}"/>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5" name="Textfeld 14">
            <a:extLst>
              <a:ext uri="{FF2B5EF4-FFF2-40B4-BE49-F238E27FC236}">
                <a16:creationId xmlns:a16="http://schemas.microsoft.com/office/drawing/2014/main" id="{09A680A6-80A5-3A40-89EC-AFFBA5113207}"/>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sp>
        <p:nvSpPr>
          <p:cNvPr id="20" name="Textfeld 19">
            <a:extLst>
              <a:ext uri="{FF2B5EF4-FFF2-40B4-BE49-F238E27FC236}">
                <a16:creationId xmlns:a16="http://schemas.microsoft.com/office/drawing/2014/main" id="{5FEA65F3-E022-8A40-99FF-39D64B823CCE}"/>
              </a:ext>
            </a:extLst>
          </p:cNvPr>
          <p:cNvSpPr txBox="1"/>
          <p:nvPr userDrawn="1"/>
        </p:nvSpPr>
        <p:spPr>
          <a:xfrm>
            <a:off x="6227051" y="-26396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Linker Bildrand</a:t>
            </a:r>
          </a:p>
        </p:txBody>
      </p:sp>
      <p:sp>
        <p:nvSpPr>
          <p:cNvPr id="19" name="Textplatzhalter 4">
            <a:extLst>
              <a:ext uri="{FF2B5EF4-FFF2-40B4-BE49-F238E27FC236}">
                <a16:creationId xmlns:a16="http://schemas.microsoft.com/office/drawing/2014/main" id="{47C19FD3-313A-D64E-9440-4A82499E3D53}"/>
              </a:ext>
            </a:extLst>
          </p:cNvPr>
          <p:cNvSpPr>
            <a:spLocks noGrp="1"/>
          </p:cNvSpPr>
          <p:nvPr>
            <p:ph type="body" sz="quarter" idx="22" hasCustomPrompt="1"/>
          </p:nvPr>
        </p:nvSpPr>
        <p:spPr>
          <a:xfrm>
            <a:off x="6239934" y="5886000"/>
            <a:ext cx="4796724" cy="97200"/>
          </a:xfrm>
          <a:prstGeom prst="rect">
            <a:avLst/>
          </a:prstGeom>
        </p:spPr>
        <p:txBody>
          <a:bodyPr lIns="0" tIns="0" rIns="0" bIns="0"/>
          <a:lstStyle>
            <a:lvl1pPr marL="0" indent="0" algn="l">
              <a:buFontTx/>
              <a:buNone/>
              <a:defRPr sz="770" baseline="0">
                <a:solidFill>
                  <a:schemeClr val="tx1">
                    <a:lumMod val="65000"/>
                    <a:lumOff val="35000"/>
                  </a:schemeClr>
                </a:solidFill>
                <a:latin typeface="Calibri" panose="020F0502020204030204" pitchFamily="34" charset="0"/>
                <a:cs typeface="Calibri" panose="020F0502020204030204" pitchFamily="34" charset="0"/>
              </a:defRPr>
            </a:lvl1pPr>
          </a:lstStyle>
          <a:p>
            <a:pPr lvl="0"/>
            <a:r>
              <a:rPr lang="de-DE"/>
              <a:t>Hier kommt die Quelle/Legende</a:t>
            </a:r>
          </a:p>
        </p:txBody>
      </p:sp>
      <p:sp>
        <p:nvSpPr>
          <p:cNvPr id="18" name="Textplatzhalter 2">
            <a:extLst>
              <a:ext uri="{FF2B5EF4-FFF2-40B4-BE49-F238E27FC236}">
                <a16:creationId xmlns:a16="http://schemas.microsoft.com/office/drawing/2014/main" id="{EB2B3229-4766-F845-8CCB-5DC95F2708B6}"/>
              </a:ext>
            </a:extLst>
          </p:cNvPr>
          <p:cNvSpPr>
            <a:spLocks noGrp="1"/>
          </p:cNvSpPr>
          <p:nvPr>
            <p:ph type="body" sz="quarter" idx="18" hasCustomPrompt="1"/>
          </p:nvPr>
        </p:nvSpPr>
        <p:spPr>
          <a:xfrm>
            <a:off x="334963" y="1206000"/>
            <a:ext cx="5617106" cy="4608513"/>
          </a:xfrm>
          <a:prstGeom prst="rect">
            <a:avLst/>
          </a:prstGeom>
        </p:spPr>
        <p:txBody>
          <a:bodyPr lIns="0" tIns="0" rIns="0" bIns="0" numCol="1" spcCol="720000"/>
          <a:lstStyle>
            <a:lvl1pPr marL="0" indent="0">
              <a:lnSpc>
                <a:spcPts val="2100"/>
              </a:lnSpc>
              <a:spcBef>
                <a:spcPts val="1350"/>
              </a:spcBef>
              <a:spcAft>
                <a:spcPts val="0"/>
              </a:spcAft>
              <a:buSzPct val="90000"/>
              <a:buFontTx/>
              <a:buNone/>
              <a:defRPr sz="1800" b="0" i="0" baseline="0">
                <a:latin typeface="Calibri" panose="020F0502020204030204" pitchFamily="34" charset="0"/>
                <a:cs typeface="Calibri" panose="020F0502020204030204" pitchFamily="34" charset="0"/>
              </a:defRPr>
            </a:lvl1pPr>
            <a:lvl2pPr marL="252000" indent="-252000">
              <a:lnSpc>
                <a:spcPts val="2250"/>
              </a:lnSpc>
              <a:spcBef>
                <a:spcPts val="350"/>
              </a:spcBef>
              <a:spcAft>
                <a:spcPts val="200"/>
              </a:spcAft>
              <a:buFontTx/>
              <a:buBlip>
                <a:blip r:embed="rId2"/>
              </a:buBlip>
              <a:defRPr sz="1800" b="0" i="0" baseline="0">
                <a:latin typeface="Calibri" panose="020F0502020204030204" pitchFamily="34" charset="0"/>
                <a:cs typeface="Calibri" panose="020F0502020204030204" pitchFamily="34" charset="0"/>
              </a:defRPr>
            </a:lvl2pPr>
            <a:lvl3pPr marL="504000" indent="-252000">
              <a:lnSpc>
                <a:spcPts val="2250"/>
              </a:lnSpc>
              <a:spcBef>
                <a:spcPts val="350"/>
              </a:spcBef>
              <a:spcAft>
                <a:spcPts val="0"/>
              </a:spcAft>
              <a:buSzPct val="100000"/>
              <a:buFontTx/>
              <a:buBlip>
                <a:blip r:embed="rId2"/>
              </a:buBlip>
              <a:defRPr sz="1800" b="0" i="0" baseline="0">
                <a:latin typeface="Calibri" panose="020F0502020204030204" pitchFamily="34" charset="0"/>
                <a:cs typeface="Calibri" panose="020F0502020204030204" pitchFamily="34" charset="0"/>
              </a:defRPr>
            </a:lvl3pPr>
            <a:lvl4pPr marL="504000" indent="-234000">
              <a:lnSpc>
                <a:spcPts val="2250"/>
              </a:lnSpc>
              <a:spcBef>
                <a:spcPts val="350"/>
              </a:spcBef>
              <a:spcAft>
                <a:spcPts val="0"/>
              </a:spcAft>
              <a:buSzPct val="90000"/>
              <a:buFont typeface="Arial" pitchFamily="2" charset="2"/>
              <a:buChar char="-"/>
              <a:defRPr sz="1800" b="0" i="0" baseline="0">
                <a:latin typeface="Calibri" panose="020F0502020204030204" pitchFamily="34" charset="0"/>
                <a:cs typeface="Calibri" panose="020F0502020204030204" pitchFamily="34" charset="0"/>
              </a:defRPr>
            </a:lvl4pPr>
            <a:lvl5pPr marL="504000" indent="0">
              <a:lnSpc>
                <a:spcPts val="1800"/>
              </a:lnSpc>
              <a:spcBef>
                <a:spcPts val="350"/>
              </a:spcBef>
              <a:spcAft>
                <a:spcPts val="0"/>
              </a:spcAft>
              <a:buNone/>
              <a:defRPr sz="1452" b="0" i="0">
                <a:latin typeface="Calibri" panose="020F0502020204030204" pitchFamily="34" charset="0"/>
                <a:cs typeface="Calibri" panose="020F0502020204030204" pitchFamily="34" charset="0"/>
              </a:defRPr>
            </a:lvl5pPr>
          </a:lstStyle>
          <a:p>
            <a:pPr lvl="0"/>
            <a:r>
              <a:rPr lang="de-DE"/>
              <a:t>Mastertextformat bearbeiten 18pt</a:t>
            </a:r>
          </a:p>
          <a:p>
            <a:pPr lvl="1"/>
            <a:r>
              <a:rPr lang="de-DE"/>
              <a:t>Zweite Ebene 18pt</a:t>
            </a:r>
          </a:p>
          <a:p>
            <a:pPr lvl="2"/>
            <a:r>
              <a:rPr lang="de-DE"/>
              <a:t>Dritte Ebene 18pt</a:t>
            </a:r>
          </a:p>
          <a:p>
            <a:pPr lvl="3"/>
            <a:r>
              <a:rPr lang="de-DE"/>
              <a:t>Vierte Ebene 18pt</a:t>
            </a:r>
          </a:p>
          <a:p>
            <a:pPr lvl="4"/>
            <a:r>
              <a:rPr lang="de-DE"/>
              <a:t>Fünfte Ebene 14,5pt</a:t>
            </a:r>
          </a:p>
        </p:txBody>
      </p:sp>
      <p:sp>
        <p:nvSpPr>
          <p:cNvPr id="2" name="Fußzeilenplatzhalter 1">
            <a:extLst>
              <a:ext uri="{FF2B5EF4-FFF2-40B4-BE49-F238E27FC236}">
                <a16:creationId xmlns:a16="http://schemas.microsoft.com/office/drawing/2014/main" id="{7CB36594-3440-4A40-8496-8A327EE58A6B}"/>
              </a:ext>
            </a:extLst>
          </p:cNvPr>
          <p:cNvSpPr>
            <a:spLocks noGrp="1"/>
          </p:cNvSpPr>
          <p:nvPr>
            <p:ph type="ftr" sz="quarter" idx="27"/>
          </p:nvPr>
        </p:nvSpPr>
        <p:spPr/>
        <p:txBody>
          <a:bodyPr/>
          <a:lstStyle/>
          <a:p>
            <a:r>
              <a:rPr lang="de-DE"/>
              <a:t>Hochschule Karlsruhe</a:t>
            </a:r>
          </a:p>
        </p:txBody>
      </p:sp>
      <p:pic>
        <p:nvPicPr>
          <p:cNvPr id="14" name="Grafik 13">
            <a:extLst>
              <a:ext uri="{FF2B5EF4-FFF2-40B4-BE49-F238E27FC236}">
                <a16:creationId xmlns:a16="http://schemas.microsoft.com/office/drawing/2014/main" id="{3E86A0B5-4B53-424B-84C2-14958884B15B}"/>
              </a:ext>
            </a:extLst>
          </p:cNvPr>
          <p:cNvPicPr>
            <a:picLocks noChangeAspect="1"/>
          </p:cNvPicPr>
          <p:nvPr userDrawn="1"/>
        </p:nvPicPr>
        <p:blipFill>
          <a:blip r:embed="rId3">
            <a:alphaModFix amt="50000"/>
          </a:blip>
          <a:srcRect/>
          <a:stretch/>
        </p:blipFill>
        <p:spPr>
          <a:xfrm>
            <a:off x="12521184" y="7129"/>
            <a:ext cx="12191999" cy="6843741"/>
          </a:xfrm>
          <a:prstGeom prst="rect">
            <a:avLst/>
          </a:prstGeom>
        </p:spPr>
      </p:pic>
      <p:sp>
        <p:nvSpPr>
          <p:cNvPr id="3" name="Datumsplatzhalter 2">
            <a:extLst>
              <a:ext uri="{FF2B5EF4-FFF2-40B4-BE49-F238E27FC236}">
                <a16:creationId xmlns:a16="http://schemas.microsoft.com/office/drawing/2014/main" id="{33D1ADDF-8F4C-BC48-B65C-59B0BEC4AA8D}"/>
              </a:ext>
            </a:extLst>
          </p:cNvPr>
          <p:cNvSpPr>
            <a:spLocks noGrp="1"/>
          </p:cNvSpPr>
          <p:nvPr>
            <p:ph type="dt" sz="half" idx="28"/>
          </p:nvPr>
        </p:nvSpPr>
        <p:spPr/>
        <p:txBody>
          <a:bodyPr/>
          <a:lstStyle/>
          <a:p>
            <a:r>
              <a:rPr lang="de-DE" dirty="0"/>
              <a:t>FuE-Projekt Sommersemester 2026 | 30.09.2026</a:t>
            </a:r>
          </a:p>
        </p:txBody>
      </p:sp>
      <p:sp>
        <p:nvSpPr>
          <p:cNvPr id="16" name="Textplatzhalter 2">
            <a:extLst>
              <a:ext uri="{FF2B5EF4-FFF2-40B4-BE49-F238E27FC236}">
                <a16:creationId xmlns:a16="http://schemas.microsoft.com/office/drawing/2014/main" id="{2E6B334F-49E0-7249-9A77-6189C78F5C94}"/>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pic>
        <p:nvPicPr>
          <p:cNvPr id="17" name="Grafik 16">
            <a:extLst>
              <a:ext uri="{FF2B5EF4-FFF2-40B4-BE49-F238E27FC236}">
                <a16:creationId xmlns:a16="http://schemas.microsoft.com/office/drawing/2014/main" id="{03A27012-D968-1444-9A3B-CE3015362944}"/>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11244769" y="299812"/>
            <a:ext cx="665997" cy="448986"/>
          </a:xfrm>
          <a:prstGeom prst="rect">
            <a:avLst/>
          </a:prstGeom>
        </p:spPr>
      </p:pic>
      <p:pic>
        <p:nvPicPr>
          <p:cNvPr id="4" name="Grafik 3">
            <a:extLst>
              <a:ext uri="{FF2B5EF4-FFF2-40B4-BE49-F238E27FC236}">
                <a16:creationId xmlns:a16="http://schemas.microsoft.com/office/drawing/2014/main" id="{19331F61-C3A5-8FDF-5395-CA528D43D612}"/>
              </a:ext>
            </a:extLst>
          </p:cNvPr>
          <p:cNvPicPr>
            <a:picLocks noChangeAspect="1"/>
          </p:cNvPicPr>
          <p:nvPr userDrawn="1"/>
        </p:nvPicPr>
        <p:blipFill>
          <a:blip r:embed="rId5"/>
          <a:stretch>
            <a:fillRect/>
          </a:stretch>
        </p:blipFill>
        <p:spPr>
          <a:xfrm>
            <a:off x="11246244" y="5389045"/>
            <a:ext cx="664522" cy="1091279"/>
          </a:xfrm>
          <a:prstGeom prst="rect">
            <a:avLst/>
          </a:prstGeom>
        </p:spPr>
      </p:pic>
    </p:spTree>
    <p:extLst>
      <p:ext uri="{BB962C8B-B14F-4D97-AF65-F5344CB8AC3E}">
        <p14:creationId xmlns:p14="http://schemas.microsoft.com/office/powerpoint/2010/main" val="3505848889"/>
      </p:ext>
    </p:extLst>
  </p:cSld>
  <p:clrMapOvr>
    <a:masterClrMapping/>
  </p:clrMapOvr>
  <p:extLst>
    <p:ext uri="{DCECCB84-F9BA-43D5-87BE-67443E8EF086}">
      <p15:sldGuideLst xmlns:p15="http://schemas.microsoft.com/office/powerpoint/2012/main">
        <p15:guide id="5" pos="3931" userDrawn="1">
          <p15:clr>
            <a:srgbClr val="FBAE40"/>
          </p15:clr>
        </p15:guide>
        <p15:guide id="6" pos="3749" userDrawn="1">
          <p15:clr>
            <a:srgbClr val="FBAE40"/>
          </p15:clr>
        </p15:guide>
        <p15:guide id="7" orient="horz" pos="754" userDrawn="1">
          <p15:clr>
            <a:srgbClr val="FBAE40"/>
          </p15:clr>
        </p15:guide>
        <p15:guide id="8" orient="horz" pos="187" userDrawn="1">
          <p15:clr>
            <a:srgbClr val="FBAE40"/>
          </p15:clr>
        </p15:guide>
        <p15:guide id="10" orient="horz" pos="3770" userDrawn="1">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MMT_Präsentation // Text klein + Bild">
    <p:spTree>
      <p:nvGrpSpPr>
        <p:cNvPr id="1" name=""/>
        <p:cNvGrpSpPr/>
        <p:nvPr/>
      </p:nvGrpSpPr>
      <p:grpSpPr>
        <a:xfrm>
          <a:off x="0" y="0"/>
          <a:ext cx="0" cy="0"/>
          <a:chOff x="0" y="0"/>
          <a:chExt cx="0" cy="0"/>
        </a:xfrm>
      </p:grpSpPr>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12" name="Bildplatzhalter 5">
            <a:extLst>
              <a:ext uri="{FF2B5EF4-FFF2-40B4-BE49-F238E27FC236}">
                <a16:creationId xmlns:a16="http://schemas.microsoft.com/office/drawing/2014/main" id="{17EFA53D-6FD1-6F45-B98B-1BBDAA8A36B0}"/>
              </a:ext>
            </a:extLst>
          </p:cNvPr>
          <p:cNvSpPr>
            <a:spLocks noGrp="1"/>
          </p:cNvSpPr>
          <p:nvPr>
            <p:ph type="pic" sz="quarter" idx="19"/>
          </p:nvPr>
        </p:nvSpPr>
        <p:spPr>
          <a:xfrm>
            <a:off x="6239934" y="1206000"/>
            <a:ext cx="5617104" cy="4599488"/>
          </a:xfrm>
          <a:prstGeom prst="rect">
            <a:avLst/>
          </a:prstGeom>
          <a:solidFill>
            <a:schemeClr val="bg1">
              <a:lumMod val="95000"/>
            </a:schemeClr>
          </a:solidFill>
        </p:spPr>
        <p:txBody>
          <a:bodyPr lIns="0" tIns="0" rIns="0" bIns="0"/>
          <a:lstStyle>
            <a:lvl1pPr marL="0" indent="0">
              <a:buFontTx/>
              <a:buNone/>
              <a:defRPr sz="2000" b="0" i="0" baseline="0">
                <a:latin typeface="Calibri" panose="020F0502020204030204" pitchFamily="34" charset="0"/>
                <a:cs typeface="Calibri" panose="020F0502020204030204" pitchFamily="34" charset="0"/>
              </a:defRPr>
            </a:lvl1pPr>
          </a:lstStyle>
          <a:p>
            <a:endParaRPr lang="de-DE"/>
          </a:p>
        </p:txBody>
      </p:sp>
      <p:sp>
        <p:nvSpPr>
          <p:cNvPr id="5" name="Foliennummernplatzhalter 4">
            <a:extLst>
              <a:ext uri="{FF2B5EF4-FFF2-40B4-BE49-F238E27FC236}">
                <a16:creationId xmlns:a16="http://schemas.microsoft.com/office/drawing/2014/main" id="{52130442-AFCC-A34B-846F-B4148DBD901E}"/>
              </a:ext>
            </a:extLst>
          </p:cNvPr>
          <p:cNvSpPr>
            <a:spLocks noGrp="1"/>
          </p:cNvSpPr>
          <p:nvPr>
            <p:ph type="sldNum" sz="quarter" idx="21"/>
          </p:nvPr>
        </p:nvSpPr>
        <p:spPr>
          <a:xfrm>
            <a:off x="334962" y="6429600"/>
            <a:ext cx="2742936" cy="97976"/>
          </a:xfrm>
          <a:prstGeom prst="rect">
            <a:avLst/>
          </a:prstGeom>
        </p:spPr>
        <p:txBody>
          <a:bodyPr/>
          <a:lstStyle/>
          <a:p>
            <a:fld id="{13005BA2-ABF8-0A46-8B15-84F2660EFA6C}" type="slidenum">
              <a:rPr lang="de-DE" smtClean="0"/>
              <a:pPr/>
              <a:t>‹Nr.›</a:t>
            </a:fld>
            <a:endParaRPr lang="de-DE"/>
          </a:p>
        </p:txBody>
      </p:sp>
      <p:sp>
        <p:nvSpPr>
          <p:cNvPr id="15" name="Textfeld 14">
            <a:extLst>
              <a:ext uri="{FF2B5EF4-FFF2-40B4-BE49-F238E27FC236}">
                <a16:creationId xmlns:a16="http://schemas.microsoft.com/office/drawing/2014/main" id="{A5A3B40C-54E9-AB4D-8AC7-E38CD18B5B70}"/>
              </a:ext>
            </a:extLst>
          </p:cNvPr>
          <p:cNvSpPr txBox="1"/>
          <p:nvPr userDrawn="1"/>
        </p:nvSpPr>
        <p:spPr>
          <a:xfrm>
            <a:off x="6227051" y="-26396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Linker Bildrand</a:t>
            </a:r>
          </a:p>
        </p:txBody>
      </p:sp>
      <p:sp>
        <p:nvSpPr>
          <p:cNvPr id="16" name="Textfeld 15">
            <a:extLst>
              <a:ext uri="{FF2B5EF4-FFF2-40B4-BE49-F238E27FC236}">
                <a16:creationId xmlns:a16="http://schemas.microsoft.com/office/drawing/2014/main" id="{B671DC39-E545-5E4C-B503-4F1AA64CC520}"/>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7" name="Textfeld 16">
            <a:extLst>
              <a:ext uri="{FF2B5EF4-FFF2-40B4-BE49-F238E27FC236}">
                <a16:creationId xmlns:a16="http://schemas.microsoft.com/office/drawing/2014/main" id="{370F38C7-64DE-D04A-B7C6-B8A2D35BC9D5}"/>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sp>
        <p:nvSpPr>
          <p:cNvPr id="22" name="Textplatzhalter 4">
            <a:extLst>
              <a:ext uri="{FF2B5EF4-FFF2-40B4-BE49-F238E27FC236}">
                <a16:creationId xmlns:a16="http://schemas.microsoft.com/office/drawing/2014/main" id="{E7E246A2-CC15-8343-93B1-CFDABB587BDA}"/>
              </a:ext>
            </a:extLst>
          </p:cNvPr>
          <p:cNvSpPr>
            <a:spLocks noGrp="1"/>
          </p:cNvSpPr>
          <p:nvPr>
            <p:ph type="body" sz="quarter" idx="22" hasCustomPrompt="1"/>
          </p:nvPr>
        </p:nvSpPr>
        <p:spPr>
          <a:xfrm>
            <a:off x="6239934" y="5885299"/>
            <a:ext cx="4751917" cy="97200"/>
          </a:xfrm>
          <a:prstGeom prst="rect">
            <a:avLst/>
          </a:prstGeom>
        </p:spPr>
        <p:txBody>
          <a:bodyPr lIns="0" tIns="0" rIns="0" bIns="0"/>
          <a:lstStyle>
            <a:lvl1pPr marL="0" indent="0" algn="l">
              <a:buFontTx/>
              <a:buNone/>
              <a:defRPr sz="770" baseline="0">
                <a:solidFill>
                  <a:schemeClr val="tx1">
                    <a:lumMod val="65000"/>
                    <a:lumOff val="35000"/>
                  </a:schemeClr>
                </a:solidFill>
                <a:latin typeface="Calibri" panose="020F0502020204030204" pitchFamily="34" charset="0"/>
                <a:cs typeface="Calibri" panose="020F0502020204030204" pitchFamily="34" charset="0"/>
              </a:defRPr>
            </a:lvl1pPr>
          </a:lstStyle>
          <a:p>
            <a:pPr lvl="0"/>
            <a:r>
              <a:rPr lang="de-DE"/>
              <a:t>Hier kommt die Quelle/Legende</a:t>
            </a:r>
          </a:p>
        </p:txBody>
      </p:sp>
      <p:sp>
        <p:nvSpPr>
          <p:cNvPr id="21" name="Textplatzhalter 2" descr="te " title="text">
            <a:extLst>
              <a:ext uri="{FF2B5EF4-FFF2-40B4-BE49-F238E27FC236}">
                <a16:creationId xmlns:a16="http://schemas.microsoft.com/office/drawing/2014/main" id="{CAAED048-28A8-8940-B7A5-3D4D92B767D6}"/>
              </a:ext>
            </a:extLst>
          </p:cNvPr>
          <p:cNvSpPr>
            <a:spLocks noGrp="1"/>
          </p:cNvSpPr>
          <p:nvPr>
            <p:ph type="body" sz="quarter" idx="18" hasCustomPrompt="1"/>
          </p:nvPr>
        </p:nvSpPr>
        <p:spPr>
          <a:xfrm>
            <a:off x="334963" y="1206001"/>
            <a:ext cx="5617106" cy="4599488"/>
          </a:xfrm>
          <a:prstGeom prst="rect">
            <a:avLst/>
          </a:prstGeom>
        </p:spPr>
        <p:txBody>
          <a:bodyPr lIns="0" tIns="0" rIns="0" bIns="0" numCol="1" spcCol="360000"/>
          <a:lstStyle>
            <a:lvl1pPr marL="0" indent="0">
              <a:lnSpc>
                <a:spcPts val="1700"/>
              </a:lnSpc>
              <a:spcBef>
                <a:spcPts val="1200"/>
              </a:spcBef>
              <a:spcAft>
                <a:spcPts val="0"/>
              </a:spcAft>
              <a:buSzPct val="90000"/>
              <a:buFontTx/>
              <a:buNone/>
              <a:defRPr sz="1452" b="0" i="0" baseline="0">
                <a:latin typeface="Calibri" panose="020F0502020204030204" pitchFamily="34" charset="0"/>
                <a:cs typeface="Calibri" panose="020F0502020204030204" pitchFamily="34" charset="0"/>
              </a:defRPr>
            </a:lvl1pPr>
            <a:lvl2pPr marL="252000" indent="-252000">
              <a:lnSpc>
                <a:spcPts val="1800"/>
              </a:lnSpc>
              <a:spcBef>
                <a:spcPts val="350"/>
              </a:spcBef>
              <a:spcAft>
                <a:spcPts val="200"/>
              </a:spcAft>
              <a:buFontTx/>
              <a:buBlip>
                <a:blip r:embed="rId2"/>
              </a:buBlip>
              <a:defRPr sz="1452" b="0" i="0" baseline="0">
                <a:latin typeface="Calibri" panose="020F0502020204030204" pitchFamily="34" charset="0"/>
                <a:cs typeface="Calibri" panose="020F0502020204030204" pitchFamily="34" charset="0"/>
              </a:defRPr>
            </a:lvl2pPr>
            <a:lvl3pPr marL="504000" indent="-252000">
              <a:lnSpc>
                <a:spcPts val="1800"/>
              </a:lnSpc>
              <a:spcBef>
                <a:spcPts val="350"/>
              </a:spcBef>
              <a:spcAft>
                <a:spcPts val="0"/>
              </a:spcAft>
              <a:buFontTx/>
              <a:buBlip>
                <a:blip r:embed="rId2"/>
              </a:buBlip>
              <a:defRPr sz="1452" b="0" i="0" baseline="0">
                <a:latin typeface="Calibri" panose="020F0502020204030204" pitchFamily="34" charset="0"/>
                <a:cs typeface="Calibri" panose="020F0502020204030204" pitchFamily="34" charset="0"/>
              </a:defRPr>
            </a:lvl3pPr>
            <a:lvl4pPr marL="504000" indent="-234000">
              <a:lnSpc>
                <a:spcPts val="1800"/>
              </a:lnSpc>
              <a:spcBef>
                <a:spcPts val="350"/>
              </a:spcBef>
              <a:spcAft>
                <a:spcPts val="0"/>
              </a:spcAft>
              <a:buSzPct val="90000"/>
              <a:buFont typeface="Arial" pitchFamily="2" charset="2"/>
              <a:buChar char="-"/>
              <a:defRPr sz="1452" b="0" i="0" baseline="0">
                <a:latin typeface="Calibri" panose="020F0502020204030204" pitchFamily="34" charset="0"/>
                <a:cs typeface="Calibri" panose="020F0502020204030204" pitchFamily="34" charset="0"/>
              </a:defRPr>
            </a:lvl4pPr>
            <a:lvl5pPr marL="504000" indent="0">
              <a:lnSpc>
                <a:spcPts val="1800"/>
              </a:lnSpc>
              <a:spcBef>
                <a:spcPts val="500"/>
              </a:spcBef>
              <a:spcAft>
                <a:spcPts val="0"/>
              </a:spcAft>
              <a:buNone/>
              <a:defRPr sz="1450" b="0" i="0">
                <a:latin typeface="Calibri" panose="020F0502020204030204" pitchFamily="34" charset="0"/>
                <a:cs typeface="Calibri" panose="020F0502020204030204" pitchFamily="34" charset="0"/>
              </a:defRPr>
            </a:lvl5pPr>
          </a:lstStyle>
          <a:p>
            <a:pPr lvl="0"/>
            <a:r>
              <a:rPr lang="de-DE"/>
              <a:t>Mastertextformat bearbeiten 14,5pt</a:t>
            </a:r>
          </a:p>
          <a:p>
            <a:pPr lvl="1"/>
            <a:r>
              <a:rPr lang="de-DE"/>
              <a:t>Zweite Ebene 14,5pt</a:t>
            </a:r>
          </a:p>
          <a:p>
            <a:pPr lvl="2"/>
            <a:r>
              <a:rPr lang="de-DE"/>
              <a:t>Dritte Ebene 14,5pt</a:t>
            </a:r>
          </a:p>
          <a:p>
            <a:pPr lvl="3"/>
            <a:r>
              <a:rPr lang="de-DE"/>
              <a:t>Vierte Ebene 14,5pt</a:t>
            </a:r>
          </a:p>
          <a:p>
            <a:pPr lvl="4"/>
            <a:r>
              <a:rPr lang="de-DE"/>
              <a:t>Fünfte Ebene 14,5pt</a:t>
            </a:r>
          </a:p>
        </p:txBody>
      </p:sp>
      <p:sp>
        <p:nvSpPr>
          <p:cNvPr id="3" name="Fußzeilenplatzhalter 2">
            <a:extLst>
              <a:ext uri="{FF2B5EF4-FFF2-40B4-BE49-F238E27FC236}">
                <a16:creationId xmlns:a16="http://schemas.microsoft.com/office/drawing/2014/main" id="{4431D2AF-8FEB-7841-B7CE-8E7D120E0BD5}"/>
              </a:ext>
            </a:extLst>
          </p:cNvPr>
          <p:cNvSpPr>
            <a:spLocks noGrp="1"/>
          </p:cNvSpPr>
          <p:nvPr>
            <p:ph type="ftr" sz="quarter" idx="27"/>
          </p:nvPr>
        </p:nvSpPr>
        <p:spPr/>
        <p:txBody>
          <a:bodyPr/>
          <a:lstStyle/>
          <a:p>
            <a:r>
              <a:rPr lang="de-DE"/>
              <a:t>Hochschule Karlsruhe</a:t>
            </a:r>
          </a:p>
        </p:txBody>
      </p:sp>
      <p:pic>
        <p:nvPicPr>
          <p:cNvPr id="14" name="Grafik 13">
            <a:extLst>
              <a:ext uri="{FF2B5EF4-FFF2-40B4-BE49-F238E27FC236}">
                <a16:creationId xmlns:a16="http://schemas.microsoft.com/office/drawing/2014/main" id="{47B87EDE-89CA-8D42-9DC8-E7B7769EDC6F}"/>
              </a:ext>
            </a:extLst>
          </p:cNvPr>
          <p:cNvPicPr>
            <a:picLocks noChangeAspect="1"/>
          </p:cNvPicPr>
          <p:nvPr userDrawn="1"/>
        </p:nvPicPr>
        <p:blipFill>
          <a:blip r:embed="rId3">
            <a:alphaModFix amt="50000"/>
          </a:blip>
          <a:srcRect/>
          <a:stretch/>
        </p:blipFill>
        <p:spPr>
          <a:xfrm>
            <a:off x="12521185" y="7129"/>
            <a:ext cx="12191997" cy="6843741"/>
          </a:xfrm>
          <a:prstGeom prst="rect">
            <a:avLst/>
          </a:prstGeom>
        </p:spPr>
      </p:pic>
      <p:sp>
        <p:nvSpPr>
          <p:cNvPr id="2" name="Datumsplatzhalter 1">
            <a:extLst>
              <a:ext uri="{FF2B5EF4-FFF2-40B4-BE49-F238E27FC236}">
                <a16:creationId xmlns:a16="http://schemas.microsoft.com/office/drawing/2014/main" id="{5F268177-AE4A-684B-8FE0-98F4DB068ECA}"/>
              </a:ext>
            </a:extLst>
          </p:cNvPr>
          <p:cNvSpPr>
            <a:spLocks noGrp="1"/>
          </p:cNvSpPr>
          <p:nvPr>
            <p:ph type="dt" sz="half" idx="28"/>
          </p:nvPr>
        </p:nvSpPr>
        <p:spPr/>
        <p:txBody>
          <a:bodyPr/>
          <a:lstStyle/>
          <a:p>
            <a:r>
              <a:rPr lang="de-DE"/>
              <a:t>20. Januar 2021</a:t>
            </a:r>
            <a:endParaRPr lang="de-DE" sz="1000"/>
          </a:p>
        </p:txBody>
      </p:sp>
      <p:sp>
        <p:nvSpPr>
          <p:cNvPr id="18" name="Textplatzhalter 2">
            <a:extLst>
              <a:ext uri="{FF2B5EF4-FFF2-40B4-BE49-F238E27FC236}">
                <a16:creationId xmlns:a16="http://schemas.microsoft.com/office/drawing/2014/main" id="{70E987E8-E4E5-1C47-B903-44A3B86ED491}"/>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pic>
        <p:nvPicPr>
          <p:cNvPr id="19" name="Grafik 18">
            <a:extLst>
              <a:ext uri="{FF2B5EF4-FFF2-40B4-BE49-F238E27FC236}">
                <a16:creationId xmlns:a16="http://schemas.microsoft.com/office/drawing/2014/main" id="{486D69A4-9E2A-FB4E-8DF6-21FBA6291503}"/>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11244769" y="299812"/>
            <a:ext cx="665997" cy="448986"/>
          </a:xfrm>
          <a:prstGeom prst="rect">
            <a:avLst/>
          </a:prstGeom>
        </p:spPr>
      </p:pic>
      <p:pic>
        <p:nvPicPr>
          <p:cNvPr id="4" name="Grafik 3">
            <a:extLst>
              <a:ext uri="{FF2B5EF4-FFF2-40B4-BE49-F238E27FC236}">
                <a16:creationId xmlns:a16="http://schemas.microsoft.com/office/drawing/2014/main" id="{F18CA808-2419-8B08-FCF6-E5D4AC5D4902}"/>
              </a:ext>
            </a:extLst>
          </p:cNvPr>
          <p:cNvPicPr>
            <a:picLocks noChangeAspect="1"/>
          </p:cNvPicPr>
          <p:nvPr userDrawn="1"/>
        </p:nvPicPr>
        <p:blipFill>
          <a:blip r:embed="rId5"/>
          <a:stretch>
            <a:fillRect/>
          </a:stretch>
        </p:blipFill>
        <p:spPr>
          <a:xfrm>
            <a:off x="11246244" y="5389045"/>
            <a:ext cx="664522" cy="1091279"/>
          </a:xfrm>
          <a:prstGeom prst="rect">
            <a:avLst/>
          </a:prstGeom>
        </p:spPr>
      </p:pic>
    </p:spTree>
    <p:extLst>
      <p:ext uri="{BB962C8B-B14F-4D97-AF65-F5344CB8AC3E}">
        <p14:creationId xmlns:p14="http://schemas.microsoft.com/office/powerpoint/2010/main" val="3710503795"/>
      </p:ext>
    </p:extLst>
  </p:cSld>
  <p:clrMapOvr>
    <a:masterClrMapping/>
  </p:clrMapOvr>
  <p:extLst>
    <p:ext uri="{DCECCB84-F9BA-43D5-87BE-67443E8EF086}">
      <p15:sldGuideLst xmlns:p15="http://schemas.microsoft.com/office/powerpoint/2012/main">
        <p15:guide id="5" pos="3931" userDrawn="1">
          <p15:clr>
            <a:srgbClr val="FBAE40"/>
          </p15:clr>
        </p15:guide>
        <p15:guide id="6" pos="3749" userDrawn="1">
          <p15:clr>
            <a:srgbClr val="FBAE40"/>
          </p15:clr>
        </p15:guide>
        <p15:guide id="7" orient="horz" pos="754" userDrawn="1">
          <p15:clr>
            <a:srgbClr val="FBAE40"/>
          </p15:clr>
        </p15:guide>
        <p15:guide id="8" orient="horz" pos="187" userDrawn="1">
          <p15:clr>
            <a:srgbClr val="FBAE40"/>
          </p15:clr>
        </p15:guide>
        <p15:guide id="9" orient="horz" pos="3770"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MMT_Präsentation // 1 Bild Vollformat">
    <p:spTree>
      <p:nvGrpSpPr>
        <p:cNvPr id="1" name=""/>
        <p:cNvGrpSpPr/>
        <p:nvPr/>
      </p:nvGrpSpPr>
      <p:grpSpPr>
        <a:xfrm>
          <a:off x="0" y="0"/>
          <a:ext cx="0" cy="0"/>
          <a:chOff x="0" y="0"/>
          <a:chExt cx="0" cy="0"/>
        </a:xfrm>
      </p:grpSpPr>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7" name="Bildplatzhalter 5">
            <a:extLst>
              <a:ext uri="{FF2B5EF4-FFF2-40B4-BE49-F238E27FC236}">
                <a16:creationId xmlns:a16="http://schemas.microsoft.com/office/drawing/2014/main" id="{CC0E7EA5-5642-534B-A54D-23A7A42F6655}"/>
              </a:ext>
            </a:extLst>
          </p:cNvPr>
          <p:cNvSpPr>
            <a:spLocks noGrp="1"/>
          </p:cNvSpPr>
          <p:nvPr>
            <p:ph type="pic" sz="quarter" idx="13" hasCustomPrompt="1"/>
          </p:nvPr>
        </p:nvSpPr>
        <p:spPr>
          <a:xfrm>
            <a:off x="0" y="0"/>
            <a:ext cx="12192000" cy="5805488"/>
          </a:xfrm>
          <a:prstGeom prst="rect">
            <a:avLst/>
          </a:prstGeom>
          <a:solidFill>
            <a:schemeClr val="bg1">
              <a:lumMod val="95000"/>
            </a:schemeClr>
          </a:solidFill>
        </p:spPr>
        <p:txBody>
          <a:bodyPr/>
          <a:lstStyle>
            <a:lvl1pPr marL="0" indent="0">
              <a:buFontTx/>
              <a:buNone/>
              <a:defRPr sz="2000" b="0" i="0" baseline="0">
                <a:latin typeface="Calibri" panose="020F0502020204030204" pitchFamily="34" charset="0"/>
                <a:cs typeface="Calibri" panose="020F0502020204030204" pitchFamily="34" charset="0"/>
              </a:defRPr>
            </a:lvl1pPr>
          </a:lstStyle>
          <a:p>
            <a:r>
              <a:rPr lang="de-DE"/>
              <a:t>Bild Vollformat</a:t>
            </a:r>
          </a:p>
        </p:txBody>
      </p:sp>
      <p:sp>
        <p:nvSpPr>
          <p:cNvPr id="8" name="Textplatzhalter 4">
            <a:extLst>
              <a:ext uri="{FF2B5EF4-FFF2-40B4-BE49-F238E27FC236}">
                <a16:creationId xmlns:a16="http://schemas.microsoft.com/office/drawing/2014/main" id="{9ED79333-D2FE-4149-A558-6ACD9C9F3994}"/>
              </a:ext>
            </a:extLst>
          </p:cNvPr>
          <p:cNvSpPr>
            <a:spLocks noGrp="1"/>
          </p:cNvSpPr>
          <p:nvPr>
            <p:ph type="body" sz="quarter" idx="22" hasCustomPrompt="1"/>
          </p:nvPr>
        </p:nvSpPr>
        <p:spPr>
          <a:xfrm>
            <a:off x="334800" y="5886899"/>
            <a:ext cx="10608733" cy="97976"/>
          </a:xfrm>
          <a:prstGeom prst="rect">
            <a:avLst/>
          </a:prstGeom>
        </p:spPr>
        <p:txBody>
          <a:bodyPr lIns="0" tIns="0" rIns="0" bIns="0"/>
          <a:lstStyle>
            <a:lvl1pPr marL="0" indent="0" algn="l">
              <a:buFontTx/>
              <a:buNone/>
              <a:defRPr sz="770" baseline="0">
                <a:solidFill>
                  <a:schemeClr val="tx1">
                    <a:lumMod val="65000"/>
                    <a:lumOff val="35000"/>
                  </a:schemeClr>
                </a:solidFill>
                <a:latin typeface="Calibri" panose="020F0502020204030204" pitchFamily="34" charset="0"/>
                <a:cs typeface="Calibri" panose="020F0502020204030204" pitchFamily="34" charset="0"/>
              </a:defRPr>
            </a:lvl1pPr>
          </a:lstStyle>
          <a:p>
            <a:pPr lvl="0"/>
            <a:r>
              <a:rPr lang="de-DE"/>
              <a:t>Hier kommt die Quelle/Legende</a:t>
            </a:r>
          </a:p>
        </p:txBody>
      </p:sp>
      <p:sp>
        <p:nvSpPr>
          <p:cNvPr id="4" name="Datumsplatzhalter 3">
            <a:extLst>
              <a:ext uri="{FF2B5EF4-FFF2-40B4-BE49-F238E27FC236}">
                <a16:creationId xmlns:a16="http://schemas.microsoft.com/office/drawing/2014/main" id="{48B3E935-DC8B-EE4A-A835-A6B75AB07EE4}"/>
              </a:ext>
            </a:extLst>
          </p:cNvPr>
          <p:cNvSpPr>
            <a:spLocks noGrp="1"/>
          </p:cNvSpPr>
          <p:nvPr>
            <p:ph type="dt" sz="half" idx="29"/>
          </p:nvPr>
        </p:nvSpPr>
        <p:spPr/>
        <p:txBody>
          <a:bodyPr/>
          <a:lstStyle/>
          <a:p>
            <a:r>
              <a:rPr lang="de-DE" dirty="0"/>
              <a:t>FuE-Projekt Sommersemester 2026 | 30.09.2026</a:t>
            </a:r>
          </a:p>
        </p:txBody>
      </p:sp>
      <p:sp>
        <p:nvSpPr>
          <p:cNvPr id="6" name="Fußzeilenplatzhalter 5">
            <a:extLst>
              <a:ext uri="{FF2B5EF4-FFF2-40B4-BE49-F238E27FC236}">
                <a16:creationId xmlns:a16="http://schemas.microsoft.com/office/drawing/2014/main" id="{84284B28-82C0-7D4A-B3DD-7BF6E2000D6C}"/>
              </a:ext>
            </a:extLst>
          </p:cNvPr>
          <p:cNvSpPr>
            <a:spLocks noGrp="1"/>
          </p:cNvSpPr>
          <p:nvPr>
            <p:ph type="ftr" sz="quarter" idx="30"/>
          </p:nvPr>
        </p:nvSpPr>
        <p:spPr/>
        <p:txBody>
          <a:bodyPr/>
          <a:lstStyle/>
          <a:p>
            <a:r>
              <a:rPr lang="de-DE"/>
              <a:t>Hochschule Karlsruhe</a:t>
            </a:r>
          </a:p>
        </p:txBody>
      </p:sp>
      <p:sp>
        <p:nvSpPr>
          <p:cNvPr id="10" name="Foliennummernplatzhalter 9">
            <a:extLst>
              <a:ext uri="{FF2B5EF4-FFF2-40B4-BE49-F238E27FC236}">
                <a16:creationId xmlns:a16="http://schemas.microsoft.com/office/drawing/2014/main" id="{A291B1AC-EAF4-764A-B143-A5E022AB5170}"/>
              </a:ext>
            </a:extLst>
          </p:cNvPr>
          <p:cNvSpPr>
            <a:spLocks noGrp="1"/>
          </p:cNvSpPr>
          <p:nvPr>
            <p:ph type="sldNum" sz="quarter" idx="31"/>
          </p:nvPr>
        </p:nvSpPr>
        <p:spPr/>
        <p:txBody>
          <a:bodyPr/>
          <a:lstStyle/>
          <a:p>
            <a:fld id="{13005BA2-ABF8-0A46-8B15-84F2660EFA6C}" type="slidenum">
              <a:rPr lang="de-DE" smtClean="0"/>
              <a:pPr/>
              <a:t>‹Nr.›</a:t>
            </a:fld>
            <a:endParaRPr lang="de-DE"/>
          </a:p>
        </p:txBody>
      </p:sp>
      <p:pic>
        <p:nvPicPr>
          <p:cNvPr id="12" name="Grafik 11">
            <a:extLst>
              <a:ext uri="{FF2B5EF4-FFF2-40B4-BE49-F238E27FC236}">
                <a16:creationId xmlns:a16="http://schemas.microsoft.com/office/drawing/2014/main" id="{A0E61C0F-3B73-384B-8065-6D982FD45D4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11244769" y="299812"/>
            <a:ext cx="665997" cy="448986"/>
          </a:xfrm>
          <a:prstGeom prst="rect">
            <a:avLst/>
          </a:prstGeom>
        </p:spPr>
      </p:pic>
      <p:sp>
        <p:nvSpPr>
          <p:cNvPr id="13" name="Bildplatzhalter 4">
            <a:extLst>
              <a:ext uri="{FF2B5EF4-FFF2-40B4-BE49-F238E27FC236}">
                <a16:creationId xmlns:a16="http://schemas.microsoft.com/office/drawing/2014/main" id="{48C0BA75-FEC2-B143-96A7-7F0A36612E73}"/>
              </a:ext>
            </a:extLst>
          </p:cNvPr>
          <p:cNvSpPr>
            <a:spLocks noGrp="1"/>
          </p:cNvSpPr>
          <p:nvPr>
            <p:ph type="pic" sz="quarter" idx="26"/>
          </p:nvPr>
        </p:nvSpPr>
        <p:spPr>
          <a:xfrm>
            <a:off x="11244768" y="5470338"/>
            <a:ext cx="666000" cy="1090800"/>
          </a:xfrm>
          <a:prstGeom prst="rect">
            <a:avLst/>
          </a:prstGeom>
          <a:blipFill>
            <a:blip>
              <a:extLst>
                <a:ext uri="{96DAC541-7B7A-43D3-8B79-37D633B846F1}">
                  <asvg:svgBlip xmlns:asvg="http://schemas.microsoft.com/office/drawing/2016/SVG/main" r:embed="rId3"/>
                </a:ext>
              </a:extLst>
            </a:blip>
            <a:stretch>
              <a:fillRect l="47" r="47"/>
            </a:stretch>
          </a:blipFill>
        </p:spPr>
        <p:txBody>
          <a:bodyPr/>
          <a:lstStyle>
            <a:lvl1pPr marL="0" indent="0">
              <a:buNone/>
              <a:defRPr sz="100" b="0" i="0">
                <a:solidFill>
                  <a:schemeClr val="bg1">
                    <a:lumMod val="95000"/>
                  </a:schemeClr>
                </a:solidFill>
                <a:latin typeface="Calibri" panose="020F0502020204030204" pitchFamily="34" charset="0"/>
              </a:defRPr>
            </a:lvl1pPr>
          </a:lstStyle>
          <a:p>
            <a:endParaRPr lang="de-DE"/>
          </a:p>
        </p:txBody>
      </p:sp>
      <p:pic>
        <p:nvPicPr>
          <p:cNvPr id="11" name="Grafik 10">
            <a:extLst>
              <a:ext uri="{FF2B5EF4-FFF2-40B4-BE49-F238E27FC236}">
                <a16:creationId xmlns:a16="http://schemas.microsoft.com/office/drawing/2014/main" id="{208CB54A-796D-8146-ADB4-80A2698D9328}"/>
              </a:ext>
            </a:extLst>
          </p:cNvPr>
          <p:cNvPicPr>
            <a:picLocks noChangeAspect="1"/>
          </p:cNvPicPr>
          <p:nvPr userDrawn="1"/>
        </p:nvPicPr>
        <p:blipFill>
          <a:blip r:embed="rId4">
            <a:alphaModFix amt="50000"/>
          </a:blip>
          <a:stretch>
            <a:fillRect/>
          </a:stretch>
        </p:blipFill>
        <p:spPr>
          <a:xfrm>
            <a:off x="12533858" y="7129"/>
            <a:ext cx="12166650" cy="6843741"/>
          </a:xfrm>
          <a:prstGeom prst="rect">
            <a:avLst/>
          </a:prstGeom>
        </p:spPr>
      </p:pic>
    </p:spTree>
    <p:extLst>
      <p:ext uri="{BB962C8B-B14F-4D97-AF65-F5344CB8AC3E}">
        <p14:creationId xmlns:p14="http://schemas.microsoft.com/office/powerpoint/2010/main" val="2306951066"/>
      </p:ext>
    </p:extLst>
  </p:cSld>
  <p:clrMapOvr>
    <a:masterClrMapping/>
  </p:clrMapOvr>
  <p:extLst>
    <p:ext uri="{DCECCB84-F9BA-43D5-87BE-67443E8EF086}">
      <p15:sldGuideLst xmlns:p15="http://schemas.microsoft.com/office/powerpoint/2012/main">
        <p15:guide id="1" orient="horz" pos="3770"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MMT_Präsentation // Video vollformat">
    <p:spTree>
      <p:nvGrpSpPr>
        <p:cNvPr id="1" name=""/>
        <p:cNvGrpSpPr/>
        <p:nvPr/>
      </p:nvGrpSpPr>
      <p:grpSpPr>
        <a:xfrm>
          <a:off x="0" y="0"/>
          <a:ext cx="0" cy="0"/>
          <a:chOff x="0" y="0"/>
          <a:chExt cx="0" cy="0"/>
        </a:xfrm>
      </p:grpSpPr>
      <p:sp>
        <p:nvSpPr>
          <p:cNvPr id="10" name="Textfeld 9">
            <a:extLst>
              <a:ext uri="{FF2B5EF4-FFF2-40B4-BE49-F238E27FC236}">
                <a16:creationId xmlns:a16="http://schemas.microsoft.com/office/drawing/2014/main" id="{B7D610AA-3D36-484D-8F57-7B53FF0FF4D4}"/>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2" name="Textfeld 1">
            <a:extLst>
              <a:ext uri="{FF2B5EF4-FFF2-40B4-BE49-F238E27FC236}">
                <a16:creationId xmlns:a16="http://schemas.microsoft.com/office/drawing/2014/main" id="{B45547AE-9F51-BC4D-A0C3-AB4FB54A3F3B}"/>
              </a:ext>
            </a:extLst>
          </p:cNvPr>
          <p:cNvSpPr txBox="1"/>
          <p:nvPr userDrawn="1"/>
        </p:nvSpPr>
        <p:spPr>
          <a:xfrm>
            <a:off x="1226976" y="972102"/>
            <a:ext cx="0" cy="0"/>
          </a:xfrm>
          <a:prstGeom prst="rect">
            <a:avLst/>
          </a:prstGeom>
          <a:ln>
            <a:solidFill>
              <a:schemeClr val="accent1"/>
            </a:solidFill>
          </a:ln>
        </p:spPr>
        <p:txBody>
          <a:bodyPr wrap="none" rtlCol="0" anchor="b">
            <a:noAutofit/>
          </a:bodyPr>
          <a:lstStyle/>
          <a:p>
            <a:pPr algn="l"/>
            <a:endParaRPr lang="de-DE" sz="370" err="1"/>
          </a:p>
        </p:txBody>
      </p:sp>
      <p:sp>
        <p:nvSpPr>
          <p:cNvPr id="12" name="Textfeld 11">
            <a:extLst>
              <a:ext uri="{FF2B5EF4-FFF2-40B4-BE49-F238E27FC236}">
                <a16:creationId xmlns:a16="http://schemas.microsoft.com/office/drawing/2014/main" id="{5442C040-18F3-0C47-AAF2-E2091A982E69}"/>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3" name="Textfeld 12">
            <a:extLst>
              <a:ext uri="{FF2B5EF4-FFF2-40B4-BE49-F238E27FC236}">
                <a16:creationId xmlns:a16="http://schemas.microsoft.com/office/drawing/2014/main" id="{AD001DC8-3FA9-D845-9FBD-B5FBD14A6F2F}"/>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sp>
        <p:nvSpPr>
          <p:cNvPr id="7" name="Medienplatzhalter 6">
            <a:extLst>
              <a:ext uri="{FF2B5EF4-FFF2-40B4-BE49-F238E27FC236}">
                <a16:creationId xmlns:a16="http://schemas.microsoft.com/office/drawing/2014/main" id="{33974690-2F6E-0244-AD72-14E5E6162FC5}"/>
              </a:ext>
            </a:extLst>
          </p:cNvPr>
          <p:cNvSpPr>
            <a:spLocks noGrp="1"/>
          </p:cNvSpPr>
          <p:nvPr>
            <p:ph type="media" sz="quarter" idx="29"/>
          </p:nvPr>
        </p:nvSpPr>
        <p:spPr>
          <a:xfrm>
            <a:off x="0" y="7129"/>
            <a:ext cx="12192000" cy="6843741"/>
          </a:xfrm>
          <a:prstGeom prst="rect">
            <a:avLst/>
          </a:prstGeom>
        </p:spPr>
        <p:txBody>
          <a:bodyPr/>
          <a:lstStyle>
            <a:lvl1pPr>
              <a:buNone/>
              <a:defRPr sz="2000"/>
            </a:lvl1pPr>
          </a:lstStyle>
          <a:p>
            <a:endParaRPr lang="de-DE"/>
          </a:p>
        </p:txBody>
      </p:sp>
      <p:pic>
        <p:nvPicPr>
          <p:cNvPr id="15" name="Grafik 14">
            <a:extLst>
              <a:ext uri="{FF2B5EF4-FFF2-40B4-BE49-F238E27FC236}">
                <a16:creationId xmlns:a16="http://schemas.microsoft.com/office/drawing/2014/main" id="{C143E493-6FF6-CA40-BAA4-1659EEE48D74}"/>
              </a:ext>
            </a:extLst>
          </p:cNvPr>
          <p:cNvPicPr>
            <a:picLocks noChangeAspect="1"/>
          </p:cNvPicPr>
          <p:nvPr userDrawn="1"/>
        </p:nvPicPr>
        <p:blipFill>
          <a:blip r:embed="rId2">
            <a:alphaModFix amt="50000"/>
          </a:blip>
          <a:srcRect/>
          <a:stretch/>
        </p:blipFill>
        <p:spPr>
          <a:xfrm>
            <a:off x="12521185" y="7129"/>
            <a:ext cx="12191997" cy="6843741"/>
          </a:xfrm>
          <a:prstGeom prst="rect">
            <a:avLst/>
          </a:prstGeom>
        </p:spPr>
      </p:pic>
      <p:pic>
        <p:nvPicPr>
          <p:cNvPr id="16" name="Grafik 15">
            <a:extLst>
              <a:ext uri="{FF2B5EF4-FFF2-40B4-BE49-F238E27FC236}">
                <a16:creationId xmlns:a16="http://schemas.microsoft.com/office/drawing/2014/main" id="{3CD7396E-618B-1D42-9491-D3E42AB8C86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244769" y="299812"/>
            <a:ext cx="665997" cy="448986"/>
          </a:xfrm>
          <a:prstGeom prst="rect">
            <a:avLst/>
          </a:prstGeom>
        </p:spPr>
      </p:pic>
      <p:sp>
        <p:nvSpPr>
          <p:cNvPr id="17" name="Bildplatzhalter 4">
            <a:extLst>
              <a:ext uri="{FF2B5EF4-FFF2-40B4-BE49-F238E27FC236}">
                <a16:creationId xmlns:a16="http://schemas.microsoft.com/office/drawing/2014/main" id="{21F34162-D4E3-FD41-8C92-098D0E9599D4}"/>
              </a:ext>
            </a:extLst>
          </p:cNvPr>
          <p:cNvSpPr>
            <a:spLocks noGrp="1"/>
          </p:cNvSpPr>
          <p:nvPr>
            <p:ph type="pic" sz="quarter" idx="26"/>
          </p:nvPr>
        </p:nvSpPr>
        <p:spPr>
          <a:xfrm>
            <a:off x="11244768" y="5470338"/>
            <a:ext cx="666000" cy="1090800"/>
          </a:xfrm>
          <a:prstGeom prst="rect">
            <a:avLst/>
          </a:prstGeom>
          <a:blipFill>
            <a:blip>
              <a:extLst>
                <a:ext uri="{96DAC541-7B7A-43D3-8B79-37D633B846F1}">
                  <asvg:svgBlip xmlns:asvg="http://schemas.microsoft.com/office/drawing/2016/SVG/main" r:embed="rId4"/>
                </a:ext>
              </a:extLst>
            </a:blip>
            <a:stretch>
              <a:fillRect l="47" r="47"/>
            </a:stretch>
          </a:blipFill>
        </p:spPr>
        <p:txBody>
          <a:bodyPr/>
          <a:lstStyle>
            <a:lvl1pPr marL="0" indent="0">
              <a:buNone/>
              <a:defRPr sz="100" b="0" i="0">
                <a:solidFill>
                  <a:schemeClr val="bg1">
                    <a:lumMod val="95000"/>
                  </a:schemeClr>
                </a:solidFill>
                <a:latin typeface="Calibri" panose="020F0502020204030204" pitchFamily="34" charset="0"/>
              </a:defRPr>
            </a:lvl1pPr>
          </a:lstStyle>
          <a:p>
            <a:endParaRPr lang="de-DE"/>
          </a:p>
        </p:txBody>
      </p:sp>
    </p:spTree>
    <p:extLst>
      <p:ext uri="{BB962C8B-B14F-4D97-AF65-F5344CB8AC3E}">
        <p14:creationId xmlns:p14="http://schemas.microsoft.com/office/powerpoint/2010/main" val="3503823666"/>
      </p:ext>
    </p:extLst>
  </p:cSld>
  <p:clrMapOvr>
    <a:masterClrMapping/>
  </p:clrMapOvr>
  <p:extLst>
    <p:ext uri="{DCECCB84-F9BA-43D5-87BE-67443E8EF086}">
      <p15:sldGuideLst xmlns:p15="http://schemas.microsoft.com/office/powerpoint/2012/main">
        <p15:guide id="1" pos="3727">
          <p15:clr>
            <a:srgbClr val="FBAE40"/>
          </p15:clr>
        </p15:guide>
        <p15:guide id="2" pos="3545">
          <p15:clr>
            <a:srgbClr val="FBAE40"/>
          </p15:clr>
        </p15:guide>
        <p15:guide id="3" orient="horz" pos="754">
          <p15:clr>
            <a:srgbClr val="FBAE40"/>
          </p15:clr>
        </p15:guide>
        <p15:guide id="4" orient="horz" pos="187">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MMT_Präsentation // Video klein">
    <p:spTree>
      <p:nvGrpSpPr>
        <p:cNvPr id="1" name=""/>
        <p:cNvGrpSpPr/>
        <p:nvPr/>
      </p:nvGrpSpPr>
      <p:grpSpPr>
        <a:xfrm>
          <a:off x="0" y="0"/>
          <a:ext cx="0" cy="0"/>
          <a:chOff x="0" y="0"/>
          <a:chExt cx="0" cy="0"/>
        </a:xfrm>
      </p:grpSpPr>
      <p:sp>
        <p:nvSpPr>
          <p:cNvPr id="10" name="Textfeld 9">
            <a:extLst>
              <a:ext uri="{FF2B5EF4-FFF2-40B4-BE49-F238E27FC236}">
                <a16:creationId xmlns:a16="http://schemas.microsoft.com/office/drawing/2014/main" id="{B7D610AA-3D36-484D-8F57-7B53FF0FF4D4}"/>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2" name="Textfeld 1">
            <a:extLst>
              <a:ext uri="{FF2B5EF4-FFF2-40B4-BE49-F238E27FC236}">
                <a16:creationId xmlns:a16="http://schemas.microsoft.com/office/drawing/2014/main" id="{B45547AE-9F51-BC4D-A0C3-AB4FB54A3F3B}"/>
              </a:ext>
            </a:extLst>
          </p:cNvPr>
          <p:cNvSpPr txBox="1"/>
          <p:nvPr userDrawn="1"/>
        </p:nvSpPr>
        <p:spPr>
          <a:xfrm>
            <a:off x="1226976" y="972102"/>
            <a:ext cx="0" cy="0"/>
          </a:xfrm>
          <a:prstGeom prst="rect">
            <a:avLst/>
          </a:prstGeom>
          <a:ln>
            <a:solidFill>
              <a:schemeClr val="accent1"/>
            </a:solidFill>
          </a:ln>
        </p:spPr>
        <p:txBody>
          <a:bodyPr wrap="none" rtlCol="0" anchor="b">
            <a:noAutofit/>
          </a:bodyPr>
          <a:lstStyle/>
          <a:p>
            <a:pPr algn="l"/>
            <a:endParaRPr lang="de-DE" sz="370" err="1"/>
          </a:p>
        </p:txBody>
      </p:sp>
      <p:sp>
        <p:nvSpPr>
          <p:cNvPr id="12" name="Textfeld 11">
            <a:extLst>
              <a:ext uri="{FF2B5EF4-FFF2-40B4-BE49-F238E27FC236}">
                <a16:creationId xmlns:a16="http://schemas.microsoft.com/office/drawing/2014/main" id="{5442C040-18F3-0C47-AAF2-E2091A982E69}"/>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3" name="Textfeld 12">
            <a:extLst>
              <a:ext uri="{FF2B5EF4-FFF2-40B4-BE49-F238E27FC236}">
                <a16:creationId xmlns:a16="http://schemas.microsoft.com/office/drawing/2014/main" id="{AD001DC8-3FA9-D845-9FBD-B5FBD14A6F2F}"/>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sp>
        <p:nvSpPr>
          <p:cNvPr id="7" name="Medienplatzhalter 6">
            <a:extLst>
              <a:ext uri="{FF2B5EF4-FFF2-40B4-BE49-F238E27FC236}">
                <a16:creationId xmlns:a16="http://schemas.microsoft.com/office/drawing/2014/main" id="{33974690-2F6E-0244-AD72-14E5E6162FC5}"/>
              </a:ext>
            </a:extLst>
          </p:cNvPr>
          <p:cNvSpPr>
            <a:spLocks noGrp="1"/>
          </p:cNvSpPr>
          <p:nvPr>
            <p:ph type="media" sz="quarter" idx="29"/>
          </p:nvPr>
        </p:nvSpPr>
        <p:spPr>
          <a:xfrm>
            <a:off x="334963" y="1196975"/>
            <a:ext cx="10909300" cy="4608513"/>
          </a:xfrm>
          <a:prstGeom prst="rect">
            <a:avLst/>
          </a:prstGeom>
        </p:spPr>
        <p:txBody>
          <a:bodyPr/>
          <a:lstStyle>
            <a:lvl1pPr>
              <a:buNone/>
              <a:defRPr sz="2000"/>
            </a:lvl1pPr>
          </a:lstStyle>
          <a:p>
            <a:endParaRPr lang="de-DE"/>
          </a:p>
        </p:txBody>
      </p:sp>
      <p:sp>
        <p:nvSpPr>
          <p:cNvPr id="3" name="Datumsplatzhalter 2">
            <a:extLst>
              <a:ext uri="{FF2B5EF4-FFF2-40B4-BE49-F238E27FC236}">
                <a16:creationId xmlns:a16="http://schemas.microsoft.com/office/drawing/2014/main" id="{0FADD80C-69BF-394C-8E09-B1E69D9AF17E}"/>
              </a:ext>
            </a:extLst>
          </p:cNvPr>
          <p:cNvSpPr>
            <a:spLocks noGrp="1"/>
          </p:cNvSpPr>
          <p:nvPr>
            <p:ph type="dt" sz="half" idx="30"/>
          </p:nvPr>
        </p:nvSpPr>
        <p:spPr/>
        <p:txBody>
          <a:bodyPr/>
          <a:lstStyle/>
          <a:p>
            <a:r>
              <a:rPr lang="de-DE" dirty="0"/>
              <a:t>FuE-Projekt Sommersemester 2026 | 30.09.2026</a:t>
            </a:r>
          </a:p>
        </p:txBody>
      </p:sp>
      <p:sp>
        <p:nvSpPr>
          <p:cNvPr id="4" name="Fußzeilenplatzhalter 3">
            <a:extLst>
              <a:ext uri="{FF2B5EF4-FFF2-40B4-BE49-F238E27FC236}">
                <a16:creationId xmlns:a16="http://schemas.microsoft.com/office/drawing/2014/main" id="{1EE67E46-D097-D54C-821F-7C2BC5595539}"/>
              </a:ext>
            </a:extLst>
          </p:cNvPr>
          <p:cNvSpPr>
            <a:spLocks noGrp="1"/>
          </p:cNvSpPr>
          <p:nvPr>
            <p:ph type="ftr" sz="quarter" idx="31"/>
          </p:nvPr>
        </p:nvSpPr>
        <p:spPr/>
        <p:txBody>
          <a:bodyPr/>
          <a:lstStyle/>
          <a:p>
            <a:r>
              <a:rPr lang="de-DE"/>
              <a:t>Hochschule Karlsruhe</a:t>
            </a:r>
          </a:p>
        </p:txBody>
      </p:sp>
      <p:sp>
        <p:nvSpPr>
          <p:cNvPr id="5" name="Foliennummernplatzhalter 4">
            <a:extLst>
              <a:ext uri="{FF2B5EF4-FFF2-40B4-BE49-F238E27FC236}">
                <a16:creationId xmlns:a16="http://schemas.microsoft.com/office/drawing/2014/main" id="{58DFF2F0-219B-604D-8A04-4A0A5184148D}"/>
              </a:ext>
            </a:extLst>
          </p:cNvPr>
          <p:cNvSpPr>
            <a:spLocks noGrp="1"/>
          </p:cNvSpPr>
          <p:nvPr>
            <p:ph type="sldNum" sz="quarter" idx="32"/>
          </p:nvPr>
        </p:nvSpPr>
        <p:spPr/>
        <p:txBody>
          <a:bodyPr/>
          <a:lstStyle/>
          <a:p>
            <a:fld id="{13005BA2-ABF8-0A46-8B15-84F2660EFA6C}" type="slidenum">
              <a:rPr lang="de-DE" smtClean="0"/>
              <a:pPr/>
              <a:t>‹Nr.›</a:t>
            </a:fld>
            <a:endParaRPr lang="de-DE"/>
          </a:p>
        </p:txBody>
      </p:sp>
      <p:sp>
        <p:nvSpPr>
          <p:cNvPr id="14" name="Textplatzhalter 2">
            <a:extLst>
              <a:ext uri="{FF2B5EF4-FFF2-40B4-BE49-F238E27FC236}">
                <a16:creationId xmlns:a16="http://schemas.microsoft.com/office/drawing/2014/main" id="{E4E504BD-D8EC-5C4C-B753-4E75542C93AA}"/>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pic>
        <p:nvPicPr>
          <p:cNvPr id="16" name="Grafik 15">
            <a:extLst>
              <a:ext uri="{FF2B5EF4-FFF2-40B4-BE49-F238E27FC236}">
                <a16:creationId xmlns:a16="http://schemas.microsoft.com/office/drawing/2014/main" id="{91032B5D-DEF2-5F42-8B82-27D1F1CF1FF9}"/>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11244769" y="299812"/>
            <a:ext cx="665997" cy="448986"/>
          </a:xfrm>
          <a:prstGeom prst="rect">
            <a:avLst/>
          </a:prstGeom>
        </p:spPr>
      </p:pic>
      <p:sp>
        <p:nvSpPr>
          <p:cNvPr id="17" name="Bildplatzhalter 4">
            <a:extLst>
              <a:ext uri="{FF2B5EF4-FFF2-40B4-BE49-F238E27FC236}">
                <a16:creationId xmlns:a16="http://schemas.microsoft.com/office/drawing/2014/main" id="{CB6F7CC5-BB04-744D-AC90-D1C2F3CD6617}"/>
              </a:ext>
            </a:extLst>
          </p:cNvPr>
          <p:cNvSpPr>
            <a:spLocks noGrp="1"/>
          </p:cNvSpPr>
          <p:nvPr>
            <p:ph type="pic" sz="quarter" idx="26"/>
          </p:nvPr>
        </p:nvSpPr>
        <p:spPr>
          <a:xfrm>
            <a:off x="11244768" y="5470338"/>
            <a:ext cx="666000" cy="1090800"/>
          </a:xfrm>
          <a:prstGeom prst="rect">
            <a:avLst/>
          </a:prstGeom>
          <a:blipFill>
            <a:blip>
              <a:extLst>
                <a:ext uri="{96DAC541-7B7A-43D3-8B79-37D633B846F1}">
                  <asvg:svgBlip xmlns:asvg="http://schemas.microsoft.com/office/drawing/2016/SVG/main" r:embed="rId3"/>
                </a:ext>
              </a:extLst>
            </a:blip>
            <a:stretch>
              <a:fillRect l="47" r="47"/>
            </a:stretch>
          </a:blipFill>
        </p:spPr>
        <p:txBody>
          <a:bodyPr/>
          <a:lstStyle>
            <a:lvl1pPr marL="0" indent="0">
              <a:buNone/>
              <a:defRPr sz="100" b="0" i="0">
                <a:solidFill>
                  <a:schemeClr val="bg1">
                    <a:lumMod val="95000"/>
                  </a:schemeClr>
                </a:solidFill>
                <a:latin typeface="Calibri" panose="020F0502020204030204" pitchFamily="34" charset="0"/>
              </a:defRPr>
            </a:lvl1pPr>
          </a:lstStyle>
          <a:p>
            <a:endParaRPr lang="de-DE"/>
          </a:p>
        </p:txBody>
      </p:sp>
      <p:pic>
        <p:nvPicPr>
          <p:cNvPr id="21" name="Grafik 20">
            <a:extLst>
              <a:ext uri="{FF2B5EF4-FFF2-40B4-BE49-F238E27FC236}">
                <a16:creationId xmlns:a16="http://schemas.microsoft.com/office/drawing/2014/main" id="{D3370869-6FB1-0545-9436-445EB7325BF9}"/>
              </a:ext>
            </a:extLst>
          </p:cNvPr>
          <p:cNvPicPr>
            <a:picLocks noChangeAspect="1"/>
          </p:cNvPicPr>
          <p:nvPr userDrawn="1"/>
        </p:nvPicPr>
        <p:blipFill>
          <a:blip r:embed="rId4">
            <a:alphaModFix amt="50000"/>
          </a:blip>
          <a:srcRect/>
          <a:stretch/>
        </p:blipFill>
        <p:spPr>
          <a:xfrm>
            <a:off x="12521185" y="7129"/>
            <a:ext cx="12191997" cy="6843740"/>
          </a:xfrm>
          <a:prstGeom prst="rect">
            <a:avLst/>
          </a:prstGeom>
        </p:spPr>
      </p:pic>
    </p:spTree>
    <p:extLst>
      <p:ext uri="{BB962C8B-B14F-4D97-AF65-F5344CB8AC3E}">
        <p14:creationId xmlns:p14="http://schemas.microsoft.com/office/powerpoint/2010/main" val="2574526683"/>
      </p:ext>
    </p:extLst>
  </p:cSld>
  <p:clrMapOvr>
    <a:masterClrMapping/>
  </p:clrMapOvr>
  <p:extLst>
    <p:ext uri="{DCECCB84-F9BA-43D5-87BE-67443E8EF086}">
      <p15:sldGuideLst xmlns:p15="http://schemas.microsoft.com/office/powerpoint/2012/main">
        <p15:guide id="1" pos="3727">
          <p15:clr>
            <a:srgbClr val="FBAE40"/>
          </p15:clr>
        </p15:guide>
        <p15:guide id="2" pos="3545">
          <p15:clr>
            <a:srgbClr val="FBAE40"/>
          </p15:clr>
        </p15:guide>
        <p15:guide id="3" orient="horz" pos="754">
          <p15:clr>
            <a:srgbClr val="FBAE40"/>
          </p15:clr>
        </p15:guide>
        <p15:guide id="4" orient="horz" pos="187">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86675372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W_Präsentation // ENDE_V1">
    <p:spTree>
      <p:nvGrpSpPr>
        <p:cNvPr id="1" name=""/>
        <p:cNvGrpSpPr/>
        <p:nvPr/>
      </p:nvGrpSpPr>
      <p:grpSpPr>
        <a:xfrm>
          <a:off x="0" y="0"/>
          <a:ext cx="0" cy="0"/>
          <a:chOff x="0" y="0"/>
          <a:chExt cx="0" cy="0"/>
        </a:xfrm>
      </p:grpSpPr>
      <p:sp>
        <p:nvSpPr>
          <p:cNvPr id="18" name="Bildplatzhalter 8">
            <a:extLst>
              <a:ext uri="{FF2B5EF4-FFF2-40B4-BE49-F238E27FC236}">
                <a16:creationId xmlns:a16="http://schemas.microsoft.com/office/drawing/2014/main" id="{151CC415-D610-164F-8212-19D930A4FE18}"/>
              </a:ext>
            </a:extLst>
          </p:cNvPr>
          <p:cNvSpPr>
            <a:spLocks noGrp="1"/>
          </p:cNvSpPr>
          <p:nvPr>
            <p:ph type="pic" sz="quarter" idx="12"/>
          </p:nvPr>
        </p:nvSpPr>
        <p:spPr>
          <a:xfrm>
            <a:off x="0" y="1878014"/>
            <a:ext cx="12192000" cy="4979987"/>
          </a:xfrm>
          <a:prstGeom prst="rect">
            <a:avLst/>
          </a:prstGeom>
          <a:solidFill>
            <a:schemeClr val="bg1">
              <a:lumMod val="95000"/>
            </a:schemeClr>
          </a:solidFill>
        </p:spPr>
        <p:txBody>
          <a:bodyPr lIns="0" tIns="0" rIns="0" bIns="0"/>
          <a:lstStyle>
            <a:lvl1pPr marL="0" indent="0">
              <a:buFontTx/>
              <a:buNone/>
              <a:defRPr sz="2000" b="0" i="0">
                <a:latin typeface="Calibri" panose="020F0502020204030204" pitchFamily="34" charset="0"/>
                <a:cs typeface="Calibri" panose="020F0502020204030204" pitchFamily="34" charset="0"/>
              </a:defRPr>
            </a:lvl1pPr>
          </a:lstStyle>
          <a:p>
            <a:endParaRPr lang="de-DE"/>
          </a:p>
        </p:txBody>
      </p:sp>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pic>
        <p:nvPicPr>
          <p:cNvPr id="11" name="Grafik 10">
            <a:extLst>
              <a:ext uri="{FF2B5EF4-FFF2-40B4-BE49-F238E27FC236}">
                <a16:creationId xmlns:a16="http://schemas.microsoft.com/office/drawing/2014/main" id="{F3E5D8AC-DBDD-8042-8A9E-253E12704B2C}"/>
              </a:ext>
            </a:extLst>
          </p:cNvPr>
          <p:cNvPicPr>
            <a:picLocks noChangeAspect="1"/>
          </p:cNvPicPr>
          <p:nvPr userDrawn="1"/>
        </p:nvPicPr>
        <p:blipFill>
          <a:blip r:embed="rId2"/>
          <a:srcRect/>
          <a:stretch/>
        </p:blipFill>
        <p:spPr>
          <a:xfrm>
            <a:off x="10085222" y="399917"/>
            <a:ext cx="1734897" cy="880228"/>
          </a:xfrm>
          <a:prstGeom prst="rect">
            <a:avLst/>
          </a:prstGeom>
        </p:spPr>
      </p:pic>
      <p:sp>
        <p:nvSpPr>
          <p:cNvPr id="15" name="Textfeld 14">
            <a:extLst>
              <a:ext uri="{FF2B5EF4-FFF2-40B4-BE49-F238E27FC236}">
                <a16:creationId xmlns:a16="http://schemas.microsoft.com/office/drawing/2014/main" id="{A9BEB07F-910E-0E46-BDFE-125F07CADA4E}"/>
              </a:ext>
            </a:extLst>
          </p:cNvPr>
          <p:cNvSpPr txBox="1"/>
          <p:nvPr userDrawn="1"/>
        </p:nvSpPr>
        <p:spPr>
          <a:xfrm>
            <a:off x="13390384" y="3850088"/>
            <a:ext cx="0" cy="0"/>
          </a:xfrm>
          <a:prstGeom prst="rect">
            <a:avLst/>
          </a:prstGeom>
          <a:ln>
            <a:solidFill>
              <a:schemeClr val="accent1"/>
            </a:solidFill>
          </a:ln>
        </p:spPr>
        <p:txBody>
          <a:bodyPr wrap="none" rtlCol="0" anchor="b">
            <a:noAutofit/>
          </a:bodyPr>
          <a:lstStyle/>
          <a:p>
            <a:pPr algn="l"/>
            <a:endParaRPr lang="de-DE" sz="1540" err="1"/>
          </a:p>
        </p:txBody>
      </p:sp>
      <p:sp>
        <p:nvSpPr>
          <p:cNvPr id="19" name="Textplatzhalter 5">
            <a:extLst>
              <a:ext uri="{FF2B5EF4-FFF2-40B4-BE49-F238E27FC236}">
                <a16:creationId xmlns:a16="http://schemas.microsoft.com/office/drawing/2014/main" id="{A73AD921-16F2-3B46-9FDD-5415DE1C05DA}"/>
              </a:ext>
            </a:extLst>
          </p:cNvPr>
          <p:cNvSpPr>
            <a:spLocks noGrp="1"/>
          </p:cNvSpPr>
          <p:nvPr>
            <p:ph type="body" sz="quarter" idx="10" hasCustomPrompt="1"/>
          </p:nvPr>
        </p:nvSpPr>
        <p:spPr>
          <a:xfrm>
            <a:off x="334800" y="6385020"/>
            <a:ext cx="9013364" cy="284888"/>
          </a:xfrm>
          <a:prstGeom prst="rect">
            <a:avLst/>
          </a:prstGeom>
        </p:spPr>
        <p:txBody>
          <a:bodyPr lIns="0" tIns="0" rIns="0" bIns="0" anchor="b"/>
          <a:lstStyle>
            <a:lvl1pPr marL="0" indent="0">
              <a:buNone/>
              <a:defRPr sz="3200" baseline="0">
                <a:solidFill>
                  <a:schemeClr val="accent5"/>
                </a:solidFill>
                <a:latin typeface="Calibri" panose="020F0502020204030204" pitchFamily="34" charset="0"/>
                <a:cs typeface="Calibri" panose="020F0502020204030204" pitchFamily="34" charset="0"/>
              </a:defRPr>
            </a:lvl1pPr>
          </a:lstStyle>
          <a:p>
            <a:pPr lvl="0"/>
            <a:r>
              <a:rPr lang="de-DE" err="1"/>
              <a:t>www.h-ka.de</a:t>
            </a:r>
            <a:endParaRPr lang="de-DE"/>
          </a:p>
        </p:txBody>
      </p:sp>
      <p:sp>
        <p:nvSpPr>
          <p:cNvPr id="13" name="Textfeld 12">
            <a:extLst>
              <a:ext uri="{FF2B5EF4-FFF2-40B4-BE49-F238E27FC236}">
                <a16:creationId xmlns:a16="http://schemas.microsoft.com/office/drawing/2014/main" id="{CAF26BDA-907D-2E47-B1CD-6C22CA6027FD}"/>
              </a:ext>
            </a:extLst>
          </p:cNvPr>
          <p:cNvSpPr txBox="1"/>
          <p:nvPr userDrawn="1"/>
        </p:nvSpPr>
        <p:spPr>
          <a:xfrm>
            <a:off x="-2356645" y="1822490"/>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Bild</a:t>
            </a:r>
          </a:p>
        </p:txBody>
      </p:sp>
      <p:sp>
        <p:nvSpPr>
          <p:cNvPr id="20" name="Textfeld 19">
            <a:extLst>
              <a:ext uri="{FF2B5EF4-FFF2-40B4-BE49-F238E27FC236}">
                <a16:creationId xmlns:a16="http://schemas.microsoft.com/office/drawing/2014/main" id="{08575FA1-3AA5-F649-816C-2E0662725254}"/>
              </a:ext>
            </a:extLst>
          </p:cNvPr>
          <p:cNvSpPr txBox="1"/>
          <p:nvPr userDrawn="1"/>
        </p:nvSpPr>
        <p:spPr>
          <a:xfrm>
            <a:off x="-2356646" y="6527464"/>
            <a:ext cx="1915971"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Unterkante Domain/sonstige Info</a:t>
            </a:r>
          </a:p>
        </p:txBody>
      </p:sp>
      <p:sp>
        <p:nvSpPr>
          <p:cNvPr id="21" name="Bildplatzhalter 3">
            <a:extLst>
              <a:ext uri="{FF2B5EF4-FFF2-40B4-BE49-F238E27FC236}">
                <a16:creationId xmlns:a16="http://schemas.microsoft.com/office/drawing/2014/main" id="{A0983EF8-6907-9B4B-9370-19CC69B038EB}"/>
              </a:ext>
            </a:extLst>
          </p:cNvPr>
          <p:cNvSpPr>
            <a:spLocks noGrp="1"/>
          </p:cNvSpPr>
          <p:nvPr>
            <p:ph type="pic" sz="quarter" idx="14"/>
          </p:nvPr>
        </p:nvSpPr>
        <p:spPr>
          <a:xfrm>
            <a:off x="10663200" y="1198800"/>
            <a:ext cx="1319153" cy="2225680"/>
          </a:xfrm>
          <a:prstGeom prst="rect">
            <a:avLst/>
          </a:prstGeom>
          <a:blipFill>
            <a:blip>
              <a:extLst>
                <a:ext uri="{96DAC541-7B7A-43D3-8B79-37D633B846F1}">
                  <asvg:svgBlip xmlns:asvg="http://schemas.microsoft.com/office/drawing/2016/SVG/main" r:embed="rId3"/>
                </a:ext>
              </a:extLst>
            </a:blip>
            <a:stretch>
              <a:fillRect l="47" r="47"/>
            </a:stretch>
          </a:blipFill>
        </p:spPr>
        <p:txBody>
          <a:bodyPr/>
          <a:lstStyle>
            <a:lvl1pPr marL="0" indent="0">
              <a:buNone/>
              <a:defRPr sz="100" baseline="0">
                <a:solidFill>
                  <a:schemeClr val="bg1"/>
                </a:solidFill>
              </a:defRPr>
            </a:lvl1pPr>
          </a:lstStyle>
          <a:p>
            <a:endParaRPr lang="de-DE"/>
          </a:p>
        </p:txBody>
      </p:sp>
      <p:pic>
        <p:nvPicPr>
          <p:cNvPr id="14" name="Grafik 13">
            <a:extLst>
              <a:ext uri="{FF2B5EF4-FFF2-40B4-BE49-F238E27FC236}">
                <a16:creationId xmlns:a16="http://schemas.microsoft.com/office/drawing/2014/main" id="{2873CCAF-E7C6-2047-9734-90C61A6AEC89}"/>
              </a:ext>
            </a:extLst>
          </p:cNvPr>
          <p:cNvPicPr>
            <a:picLocks noChangeAspect="1"/>
          </p:cNvPicPr>
          <p:nvPr userDrawn="1"/>
        </p:nvPicPr>
        <p:blipFill>
          <a:blip r:embed="rId4">
            <a:alphaModFix amt="50000"/>
          </a:blip>
          <a:srcRect/>
          <a:stretch/>
        </p:blipFill>
        <p:spPr>
          <a:xfrm>
            <a:off x="12521185" y="7129"/>
            <a:ext cx="12191997" cy="6843741"/>
          </a:xfrm>
          <a:prstGeom prst="rect">
            <a:avLst/>
          </a:prstGeom>
        </p:spPr>
      </p:pic>
      <p:pic>
        <p:nvPicPr>
          <p:cNvPr id="17" name="Grafik 16">
            <a:extLst>
              <a:ext uri="{FF2B5EF4-FFF2-40B4-BE49-F238E27FC236}">
                <a16:creationId xmlns:a16="http://schemas.microsoft.com/office/drawing/2014/main" id="{07941B59-A3C9-3D41-BCD5-6E217D5D9468}"/>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10663200" y="295200"/>
            <a:ext cx="1356360" cy="914400"/>
          </a:xfrm>
          <a:prstGeom prst="rect">
            <a:avLst/>
          </a:prstGeom>
        </p:spPr>
      </p:pic>
      <p:pic>
        <p:nvPicPr>
          <p:cNvPr id="16" name="Grafik 15">
            <a:extLst>
              <a:ext uri="{FF2B5EF4-FFF2-40B4-BE49-F238E27FC236}">
                <a16:creationId xmlns:a16="http://schemas.microsoft.com/office/drawing/2014/main" id="{360A417A-6251-5F4A-B9DF-8CD21F0B17EC}"/>
              </a:ext>
            </a:extLst>
          </p:cNvPr>
          <p:cNvPicPr>
            <a:picLocks noChangeAspect="1"/>
          </p:cNvPicPr>
          <p:nvPr userDrawn="1"/>
        </p:nvPicPr>
        <p:blipFill>
          <a:blip>
            <a:extLst>
              <a:ext uri="{96DAC541-7B7A-43D3-8B79-37D633B846F1}">
                <asvg:svgBlip xmlns:asvg="http://schemas.microsoft.com/office/drawing/2016/SVG/main" r:embed="rId6"/>
              </a:ext>
            </a:extLst>
          </a:blip>
          <a:srcRect/>
          <a:stretch/>
        </p:blipFill>
        <p:spPr>
          <a:xfrm>
            <a:off x="334965" y="296864"/>
            <a:ext cx="1737356" cy="967737"/>
          </a:xfrm>
          <a:prstGeom prst="rect">
            <a:avLst/>
          </a:prstGeom>
        </p:spPr>
      </p:pic>
    </p:spTree>
    <p:extLst>
      <p:ext uri="{BB962C8B-B14F-4D97-AF65-F5344CB8AC3E}">
        <p14:creationId xmlns:p14="http://schemas.microsoft.com/office/powerpoint/2010/main" val="2790810357"/>
      </p:ext>
    </p:extLst>
  </p:cSld>
  <p:clrMapOvr>
    <a:masterClrMapping/>
  </p:clrMapOvr>
  <p:extLst>
    <p:ext uri="{DCECCB84-F9BA-43D5-87BE-67443E8EF086}">
      <p15:sldGuideLst xmlns:p15="http://schemas.microsoft.com/office/powerpoint/2012/main"/>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MMT_Präsentation // ENDE_V2">
    <p:bg>
      <p:bgPr>
        <a:solidFill>
          <a:schemeClr val="accent5"/>
        </a:solidFill>
        <a:effectLst/>
      </p:bgPr>
    </p:bg>
    <p:spTree>
      <p:nvGrpSpPr>
        <p:cNvPr id="1" name=""/>
        <p:cNvGrpSpPr/>
        <p:nvPr/>
      </p:nvGrpSpPr>
      <p:grpSpPr>
        <a:xfrm>
          <a:off x="0" y="0"/>
          <a:ext cx="0" cy="0"/>
          <a:chOff x="0" y="0"/>
          <a:chExt cx="0" cy="0"/>
        </a:xfrm>
      </p:grpSpPr>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6" name="Textplatzhalter 5">
            <a:extLst>
              <a:ext uri="{FF2B5EF4-FFF2-40B4-BE49-F238E27FC236}">
                <a16:creationId xmlns:a16="http://schemas.microsoft.com/office/drawing/2014/main" id="{2E7EBA15-E6DE-9944-99E0-ABDB4E5D71B7}"/>
              </a:ext>
            </a:extLst>
          </p:cNvPr>
          <p:cNvSpPr>
            <a:spLocks noGrp="1"/>
          </p:cNvSpPr>
          <p:nvPr>
            <p:ph type="body" sz="quarter" idx="10" hasCustomPrompt="1"/>
          </p:nvPr>
        </p:nvSpPr>
        <p:spPr>
          <a:xfrm>
            <a:off x="334963" y="6372000"/>
            <a:ext cx="9013364" cy="284888"/>
          </a:xfrm>
          <a:prstGeom prst="rect">
            <a:avLst/>
          </a:prstGeom>
        </p:spPr>
        <p:txBody>
          <a:bodyPr lIns="0" tIns="0" rIns="0" bIns="0" anchor="b"/>
          <a:lstStyle>
            <a:lvl1pPr marL="0" indent="0">
              <a:buNone/>
              <a:defRPr sz="3200" baseline="0">
                <a:solidFill>
                  <a:schemeClr val="bg1"/>
                </a:solidFill>
                <a:latin typeface="Calibri" panose="020F0502020204030204" pitchFamily="34" charset="0"/>
                <a:cs typeface="Calibri" panose="020F0502020204030204" pitchFamily="34" charset="0"/>
              </a:defRPr>
            </a:lvl1pPr>
          </a:lstStyle>
          <a:p>
            <a:pPr lvl="0"/>
            <a:r>
              <a:rPr lang="de-DE" err="1"/>
              <a:t>www.h-ka.de</a:t>
            </a:r>
            <a:endParaRPr lang="de-DE"/>
          </a:p>
        </p:txBody>
      </p:sp>
      <p:sp>
        <p:nvSpPr>
          <p:cNvPr id="15" name="Textfeld 14">
            <a:extLst>
              <a:ext uri="{FF2B5EF4-FFF2-40B4-BE49-F238E27FC236}">
                <a16:creationId xmlns:a16="http://schemas.microsoft.com/office/drawing/2014/main" id="{A9BEB07F-910E-0E46-BDFE-125F07CADA4E}"/>
              </a:ext>
            </a:extLst>
          </p:cNvPr>
          <p:cNvSpPr txBox="1"/>
          <p:nvPr userDrawn="1"/>
        </p:nvSpPr>
        <p:spPr>
          <a:xfrm>
            <a:off x="13390384" y="3850088"/>
            <a:ext cx="0" cy="0"/>
          </a:xfrm>
          <a:prstGeom prst="rect">
            <a:avLst/>
          </a:prstGeom>
          <a:ln>
            <a:solidFill>
              <a:schemeClr val="accent1"/>
            </a:solidFill>
          </a:ln>
        </p:spPr>
        <p:txBody>
          <a:bodyPr wrap="none" rtlCol="0" anchor="b">
            <a:noAutofit/>
          </a:bodyPr>
          <a:lstStyle/>
          <a:p>
            <a:pPr algn="l"/>
            <a:endParaRPr lang="de-DE" sz="1540" err="1"/>
          </a:p>
        </p:txBody>
      </p:sp>
      <p:sp>
        <p:nvSpPr>
          <p:cNvPr id="10" name="Bildplatzhalter 3">
            <a:extLst>
              <a:ext uri="{FF2B5EF4-FFF2-40B4-BE49-F238E27FC236}">
                <a16:creationId xmlns:a16="http://schemas.microsoft.com/office/drawing/2014/main" id="{AB5ACA4C-4F39-604A-9FE7-667DCEBC134A}"/>
              </a:ext>
            </a:extLst>
          </p:cNvPr>
          <p:cNvSpPr>
            <a:spLocks noGrp="1"/>
          </p:cNvSpPr>
          <p:nvPr>
            <p:ph type="pic" sz="quarter" idx="12"/>
          </p:nvPr>
        </p:nvSpPr>
        <p:spPr>
          <a:xfrm>
            <a:off x="10663200" y="1206000"/>
            <a:ext cx="1355294" cy="2225680"/>
          </a:xfrm>
          <a:prstGeom prst="rect">
            <a:avLst/>
          </a:prstGeom>
          <a:blipFill>
            <a:blip>
              <a:extLst>
                <a:ext uri="{96DAC541-7B7A-43D3-8B79-37D633B846F1}">
                  <asvg:svgBlip xmlns:asvg="http://schemas.microsoft.com/office/drawing/2016/SVG/main" r:embed="rId2"/>
                </a:ext>
              </a:extLst>
            </a:blip>
            <a:stretch>
              <a:fillRect l="47" r="47"/>
            </a:stretch>
          </a:blipFill>
        </p:spPr>
        <p:txBody>
          <a:bodyPr/>
          <a:lstStyle>
            <a:lvl1pPr marL="0" indent="0">
              <a:buNone/>
              <a:defRPr sz="100" baseline="0">
                <a:solidFill>
                  <a:srgbClr val="D72305"/>
                </a:solidFill>
              </a:defRPr>
            </a:lvl1pPr>
          </a:lstStyle>
          <a:p>
            <a:endParaRPr lang="de-DE"/>
          </a:p>
        </p:txBody>
      </p:sp>
      <p:pic>
        <p:nvPicPr>
          <p:cNvPr id="11" name="Grafik 10">
            <a:extLst>
              <a:ext uri="{FF2B5EF4-FFF2-40B4-BE49-F238E27FC236}">
                <a16:creationId xmlns:a16="http://schemas.microsoft.com/office/drawing/2014/main" id="{5D27FEBF-F841-9845-B6A8-6D30973528B4}"/>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0663200" y="302305"/>
            <a:ext cx="1356360" cy="914400"/>
          </a:xfrm>
          <a:prstGeom prst="rect">
            <a:avLst/>
          </a:prstGeom>
        </p:spPr>
      </p:pic>
      <p:pic>
        <p:nvPicPr>
          <p:cNvPr id="9" name="Grafik 8">
            <a:extLst>
              <a:ext uri="{FF2B5EF4-FFF2-40B4-BE49-F238E27FC236}">
                <a16:creationId xmlns:a16="http://schemas.microsoft.com/office/drawing/2014/main" id="{2231604B-8620-CA4A-AC7F-053FE140E4C4}"/>
              </a:ext>
            </a:extLst>
          </p:cNvPr>
          <p:cNvPicPr>
            <a:picLocks noChangeAspect="1"/>
          </p:cNvPicPr>
          <p:nvPr userDrawn="1"/>
        </p:nvPicPr>
        <p:blipFill>
          <a:blip r:embed="rId4">
            <a:alphaModFix amt="50000"/>
          </a:blip>
          <a:srcRect/>
          <a:stretch/>
        </p:blipFill>
        <p:spPr>
          <a:xfrm>
            <a:off x="12521185" y="7129"/>
            <a:ext cx="12191997" cy="6843741"/>
          </a:xfrm>
          <a:prstGeom prst="rect">
            <a:avLst/>
          </a:prstGeom>
        </p:spPr>
      </p:pic>
      <p:pic>
        <p:nvPicPr>
          <p:cNvPr id="14" name="Grafik 13">
            <a:extLst>
              <a:ext uri="{FF2B5EF4-FFF2-40B4-BE49-F238E27FC236}">
                <a16:creationId xmlns:a16="http://schemas.microsoft.com/office/drawing/2014/main" id="{090F77C6-D65A-F143-9A41-DAF0395F2A69}"/>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334965" y="296863"/>
            <a:ext cx="1737356" cy="967737"/>
          </a:xfrm>
          <a:prstGeom prst="rect">
            <a:avLst/>
          </a:prstGeom>
        </p:spPr>
      </p:pic>
    </p:spTree>
    <p:extLst>
      <p:ext uri="{BB962C8B-B14F-4D97-AF65-F5344CB8AC3E}">
        <p14:creationId xmlns:p14="http://schemas.microsoft.com/office/powerpoint/2010/main" val="3637167419"/>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2.svg"/><Relationship Id="rId5" Type="http://schemas.openxmlformats.org/officeDocument/2006/relationships/image" Target="../media/image1.svg"/><Relationship Id="rId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1.xml"/><Relationship Id="rId13" Type="http://schemas.openxmlformats.org/officeDocument/2006/relationships/slideLayout" Target="../slideLayouts/slideLayout16.xml"/><Relationship Id="rId3" Type="http://schemas.openxmlformats.org/officeDocument/2006/relationships/slideLayout" Target="../slideLayouts/slideLayout6.xml"/><Relationship Id="rId7" Type="http://schemas.openxmlformats.org/officeDocument/2006/relationships/slideLayout" Target="../slideLayouts/slideLayout10.xml"/><Relationship Id="rId12" Type="http://schemas.openxmlformats.org/officeDocument/2006/relationships/slideLayout" Target="../slideLayouts/slideLayout15.xml"/><Relationship Id="rId2" Type="http://schemas.openxmlformats.org/officeDocument/2006/relationships/slideLayout" Target="../slideLayouts/slideLayout5.xml"/><Relationship Id="rId16" Type="http://schemas.openxmlformats.org/officeDocument/2006/relationships/theme" Target="../theme/theme2.xml"/><Relationship Id="rId1" Type="http://schemas.openxmlformats.org/officeDocument/2006/relationships/slideLayout" Target="../slideLayouts/slideLayout4.xml"/><Relationship Id="rId6" Type="http://schemas.openxmlformats.org/officeDocument/2006/relationships/slideLayout" Target="../slideLayouts/slideLayout9.xml"/><Relationship Id="rId11" Type="http://schemas.openxmlformats.org/officeDocument/2006/relationships/slideLayout" Target="../slideLayouts/slideLayout14.xml"/><Relationship Id="rId5" Type="http://schemas.openxmlformats.org/officeDocument/2006/relationships/slideLayout" Target="../slideLayouts/slideLayout8.xml"/><Relationship Id="rId15" Type="http://schemas.openxmlformats.org/officeDocument/2006/relationships/slideLayout" Target="../slideLayouts/slideLayout18.xml"/><Relationship Id="rId10" Type="http://schemas.openxmlformats.org/officeDocument/2006/relationships/slideLayout" Target="../slideLayouts/slideLayout13.xml"/><Relationship Id="rId4" Type="http://schemas.openxmlformats.org/officeDocument/2006/relationships/slideLayout" Target="../slideLayouts/slideLayout7.xml"/><Relationship Id="rId9" Type="http://schemas.openxmlformats.org/officeDocument/2006/relationships/slideLayout" Target="../slideLayouts/slideLayout12.xml"/><Relationship Id="rId14" Type="http://schemas.openxmlformats.org/officeDocument/2006/relationships/slideLayout" Target="../slideLayouts/slideLayout17.xml"/></Relationships>
</file>

<file path=ppt/slideMasters/_rels/slideMaster3.xml.rels><?xml version="1.0" encoding="UTF-8" standalone="yes"?>
<Relationships xmlns="http://schemas.openxmlformats.org/package/2006/relationships"><Relationship Id="rId3" Type="http://schemas.openxmlformats.org/officeDocument/2006/relationships/theme" Target="../theme/theme3.xml"/><Relationship Id="rId2" Type="http://schemas.openxmlformats.org/officeDocument/2006/relationships/slideLayout" Target="../slideLayouts/slideLayout20.xml"/><Relationship Id="rId1"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4" name="Grafik 3">
            <a:extLst>
              <a:ext uri="{FF2B5EF4-FFF2-40B4-BE49-F238E27FC236}">
                <a16:creationId xmlns:a16="http://schemas.microsoft.com/office/drawing/2014/main" id="{8286D881-C191-674F-A26E-410BBB8FC623}"/>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334965" y="296864"/>
            <a:ext cx="1737356" cy="967737"/>
          </a:xfrm>
          <a:prstGeom prst="rect">
            <a:avLst/>
          </a:prstGeom>
        </p:spPr>
      </p:pic>
      <p:pic>
        <p:nvPicPr>
          <p:cNvPr id="5" name="Grafik 4">
            <a:extLst>
              <a:ext uri="{FF2B5EF4-FFF2-40B4-BE49-F238E27FC236}">
                <a16:creationId xmlns:a16="http://schemas.microsoft.com/office/drawing/2014/main" id="{C2A008FA-65D3-0E47-AEB5-37D11E17DB0B}"/>
              </a:ext>
            </a:extLst>
          </p:cNvPr>
          <p:cNvPicPr>
            <a:picLocks noChangeAspect="1"/>
          </p:cNvPicPr>
          <p:nvPr userDrawn="1"/>
        </p:nvPicPr>
        <p:blipFill>
          <a:blip>
            <a:extLst>
              <a:ext uri="{96DAC541-7B7A-43D3-8B79-37D633B846F1}">
                <asvg:svgBlip xmlns:asvg="http://schemas.microsoft.com/office/drawing/2016/SVG/main" r:embed="rId6"/>
              </a:ext>
            </a:extLst>
          </a:blip>
          <a:srcRect/>
          <a:stretch/>
        </p:blipFill>
        <p:spPr>
          <a:xfrm>
            <a:off x="10663200" y="295200"/>
            <a:ext cx="1356360" cy="914400"/>
          </a:xfrm>
          <a:prstGeom prst="rect">
            <a:avLst/>
          </a:prstGeom>
        </p:spPr>
      </p:pic>
    </p:spTree>
    <p:extLst>
      <p:ext uri="{BB962C8B-B14F-4D97-AF65-F5344CB8AC3E}">
        <p14:creationId xmlns:p14="http://schemas.microsoft.com/office/powerpoint/2010/main" val="921850606"/>
      </p:ext>
    </p:extLst>
  </p:cSld>
  <p:clrMap bg1="lt1" tx1="dk1" bg2="lt2" tx2="dk2" accent1="accent1" accent2="accent2" accent3="accent3" accent4="accent4" accent5="accent5" accent6="accent6" hlink="hlink" folHlink="folHlink"/>
  <p:sldLayoutIdLst>
    <p:sldLayoutId id="2147483824" r:id="rId1"/>
    <p:sldLayoutId id="2147483870" r:id="rId2"/>
    <p:sldLayoutId id="2147483825" r:id="rId3"/>
  </p:sldLayoutIdLst>
  <p:hf hdr="0"/>
  <p:txStyles>
    <p:titleStyle>
      <a:lvl1pPr algn="l" defTabSz="914454"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13" indent="-228613" algn="l" defTabSz="914454"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40" indent="-228613" algn="l" defTabSz="914454"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67" indent="-228613" algn="l" defTabSz="914454"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94"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521"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748"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975"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202"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429"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54" rtl="0" eaLnBrk="1" latinLnBrk="0" hangingPunct="1">
        <a:defRPr sz="1800" kern="1200">
          <a:solidFill>
            <a:schemeClr val="tx1"/>
          </a:solidFill>
          <a:latin typeface="+mn-lt"/>
          <a:ea typeface="+mn-ea"/>
          <a:cs typeface="+mn-cs"/>
        </a:defRPr>
      </a:lvl1pPr>
      <a:lvl2pPr marL="457227" algn="l" defTabSz="914454" rtl="0" eaLnBrk="1" latinLnBrk="0" hangingPunct="1">
        <a:defRPr sz="1800" kern="1200">
          <a:solidFill>
            <a:schemeClr val="tx1"/>
          </a:solidFill>
          <a:latin typeface="+mn-lt"/>
          <a:ea typeface="+mn-ea"/>
          <a:cs typeface="+mn-cs"/>
        </a:defRPr>
      </a:lvl2pPr>
      <a:lvl3pPr marL="914454" algn="l" defTabSz="914454" rtl="0" eaLnBrk="1" latinLnBrk="0" hangingPunct="1">
        <a:defRPr sz="1800" kern="1200">
          <a:solidFill>
            <a:schemeClr val="tx1"/>
          </a:solidFill>
          <a:latin typeface="+mn-lt"/>
          <a:ea typeface="+mn-ea"/>
          <a:cs typeface="+mn-cs"/>
        </a:defRPr>
      </a:lvl3pPr>
      <a:lvl4pPr marL="1371681" algn="l" defTabSz="914454" rtl="0" eaLnBrk="1" latinLnBrk="0" hangingPunct="1">
        <a:defRPr sz="1800" kern="1200">
          <a:solidFill>
            <a:schemeClr val="tx1"/>
          </a:solidFill>
          <a:latin typeface="+mn-lt"/>
          <a:ea typeface="+mn-ea"/>
          <a:cs typeface="+mn-cs"/>
        </a:defRPr>
      </a:lvl4pPr>
      <a:lvl5pPr marL="1828907" algn="l" defTabSz="914454" rtl="0" eaLnBrk="1" latinLnBrk="0" hangingPunct="1">
        <a:defRPr sz="1800" kern="1200">
          <a:solidFill>
            <a:schemeClr val="tx1"/>
          </a:solidFill>
          <a:latin typeface="+mn-lt"/>
          <a:ea typeface="+mn-ea"/>
          <a:cs typeface="+mn-cs"/>
        </a:defRPr>
      </a:lvl5pPr>
      <a:lvl6pPr marL="2286134" algn="l" defTabSz="914454" rtl="0" eaLnBrk="1" latinLnBrk="0" hangingPunct="1">
        <a:defRPr sz="1800" kern="1200">
          <a:solidFill>
            <a:schemeClr val="tx1"/>
          </a:solidFill>
          <a:latin typeface="+mn-lt"/>
          <a:ea typeface="+mn-ea"/>
          <a:cs typeface="+mn-cs"/>
        </a:defRPr>
      </a:lvl6pPr>
      <a:lvl7pPr marL="2743361" algn="l" defTabSz="914454" rtl="0" eaLnBrk="1" latinLnBrk="0" hangingPunct="1">
        <a:defRPr sz="1800" kern="1200">
          <a:solidFill>
            <a:schemeClr val="tx1"/>
          </a:solidFill>
          <a:latin typeface="+mn-lt"/>
          <a:ea typeface="+mn-ea"/>
          <a:cs typeface="+mn-cs"/>
        </a:defRPr>
      </a:lvl7pPr>
      <a:lvl8pPr marL="3200588" algn="l" defTabSz="914454" rtl="0" eaLnBrk="1" latinLnBrk="0" hangingPunct="1">
        <a:defRPr sz="1800" kern="1200">
          <a:solidFill>
            <a:schemeClr val="tx1"/>
          </a:solidFill>
          <a:latin typeface="+mn-lt"/>
          <a:ea typeface="+mn-ea"/>
          <a:cs typeface="+mn-cs"/>
        </a:defRPr>
      </a:lvl8pPr>
      <a:lvl9pPr marL="3657815" algn="l" defTabSz="914454"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orient="horz" pos="187" userDrawn="1">
          <p15:clr>
            <a:srgbClr val="F26B43"/>
          </p15:clr>
        </p15:guide>
        <p15:guide id="5" pos="211" userDrawn="1">
          <p15:clr>
            <a:srgbClr val="F26B43"/>
          </p15:clr>
        </p15:guide>
        <p15:guide id="6" pos="7469" userDrawn="1">
          <p15:clr>
            <a:srgbClr val="F26B43"/>
          </p15:clr>
        </p15:guide>
        <p15:guide id="7" pos="6289" userDrawn="1">
          <p15:clr>
            <a:srgbClr val="F26B43"/>
          </p15:clr>
        </p15:guide>
        <p15:guide id="10" pos="6440" userDrawn="1">
          <p15:clr>
            <a:srgbClr val="F26B43"/>
          </p15:clr>
        </p15:guide>
        <p15:guide id="11" orient="horz" pos="4042" userDrawn="1">
          <p15:clr>
            <a:srgbClr val="F26B43"/>
          </p15:clr>
        </p15:guide>
        <p15:guide id="12" orient="horz" pos="4197" userDrawn="1">
          <p15:clr>
            <a:srgbClr val="F26B43"/>
          </p15:clr>
        </p15:guide>
        <p15:guide id="14" orient="horz" pos="436"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0" name="Textfeld 19">
            <a:extLst>
              <a:ext uri="{FF2B5EF4-FFF2-40B4-BE49-F238E27FC236}">
                <a16:creationId xmlns:a16="http://schemas.microsoft.com/office/drawing/2014/main" id="{71B0FBC3-4352-044E-8291-90541ABE6965}"/>
              </a:ext>
            </a:extLst>
          </p:cNvPr>
          <p:cNvSpPr txBox="1"/>
          <p:nvPr userDrawn="1"/>
        </p:nvSpPr>
        <p:spPr>
          <a:xfrm>
            <a:off x="-2356645" y="6194089"/>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Navigation</a:t>
            </a:r>
          </a:p>
        </p:txBody>
      </p:sp>
      <p:sp>
        <p:nvSpPr>
          <p:cNvPr id="21" name="Textfeld 20">
            <a:extLst>
              <a:ext uri="{FF2B5EF4-FFF2-40B4-BE49-F238E27FC236}">
                <a16:creationId xmlns:a16="http://schemas.microsoft.com/office/drawing/2014/main" id="{E037490B-ECC9-B74B-97A2-DEB675E2D160}"/>
              </a:ext>
            </a:extLst>
          </p:cNvPr>
          <p:cNvSpPr txBox="1"/>
          <p:nvPr userDrawn="1"/>
        </p:nvSpPr>
        <p:spPr>
          <a:xfrm>
            <a:off x="-2356645" y="565710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Unterkante Inhalt</a:t>
            </a:r>
          </a:p>
        </p:txBody>
      </p:sp>
      <p:sp>
        <p:nvSpPr>
          <p:cNvPr id="24" name="Textfeld 23">
            <a:extLst>
              <a:ext uri="{FF2B5EF4-FFF2-40B4-BE49-F238E27FC236}">
                <a16:creationId xmlns:a16="http://schemas.microsoft.com/office/drawing/2014/main" id="{5AB5AF7D-3C45-1849-B0BB-6B0935832BBC}"/>
              </a:ext>
            </a:extLst>
          </p:cNvPr>
          <p:cNvSpPr txBox="1"/>
          <p:nvPr userDrawn="1"/>
        </p:nvSpPr>
        <p:spPr>
          <a:xfrm>
            <a:off x="383118" y="6996029"/>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Linke Kante Navigation</a:t>
            </a:r>
          </a:p>
        </p:txBody>
      </p:sp>
      <p:sp>
        <p:nvSpPr>
          <p:cNvPr id="8" name="Foliennummernplatzhalter 3">
            <a:extLst>
              <a:ext uri="{FF2B5EF4-FFF2-40B4-BE49-F238E27FC236}">
                <a16:creationId xmlns:a16="http://schemas.microsoft.com/office/drawing/2014/main" id="{E840325F-7756-0149-8183-117E8A6BED25}"/>
              </a:ext>
            </a:extLst>
          </p:cNvPr>
          <p:cNvSpPr>
            <a:spLocks noGrp="1"/>
          </p:cNvSpPr>
          <p:nvPr>
            <p:ph type="sldNum" sz="quarter" idx="4"/>
          </p:nvPr>
        </p:nvSpPr>
        <p:spPr>
          <a:xfrm>
            <a:off x="334963" y="6431336"/>
            <a:ext cx="2742936" cy="97976"/>
          </a:xfrm>
          <a:prstGeom prst="rect">
            <a:avLst/>
          </a:prstGeom>
        </p:spPr>
        <p:txBody>
          <a:bodyPr vert="horz" lIns="0" tIns="0" rIns="0" bIns="0" rtlCol="0" anchor="t" anchorCtr="0"/>
          <a:lstStyle>
            <a:lvl1pPr algn="l">
              <a:defRPr sz="1000" baseline="0">
                <a:solidFill>
                  <a:schemeClr val="accent5"/>
                </a:solidFill>
                <a:latin typeface="Calibri" panose="020F0502020204030204" pitchFamily="34" charset="0"/>
                <a:cs typeface="Calibri" panose="020F0502020204030204" pitchFamily="34" charset="0"/>
              </a:defRPr>
            </a:lvl1pPr>
          </a:lstStyle>
          <a:p>
            <a:fld id="{13005BA2-ABF8-0A46-8B15-84F2660EFA6C}" type="slidenum">
              <a:rPr lang="de-DE" smtClean="0"/>
              <a:pPr/>
              <a:t>‹Nr.›</a:t>
            </a:fld>
            <a:endParaRPr lang="de-DE"/>
          </a:p>
        </p:txBody>
      </p:sp>
      <p:sp>
        <p:nvSpPr>
          <p:cNvPr id="11" name="Fußzeilenplatzhalter 1">
            <a:extLst>
              <a:ext uri="{FF2B5EF4-FFF2-40B4-BE49-F238E27FC236}">
                <a16:creationId xmlns:a16="http://schemas.microsoft.com/office/drawing/2014/main" id="{30392229-6F47-7741-914D-5DBE643205A5}"/>
              </a:ext>
            </a:extLst>
          </p:cNvPr>
          <p:cNvSpPr>
            <a:spLocks noGrp="1"/>
          </p:cNvSpPr>
          <p:nvPr>
            <p:ph type="ftr" sz="quarter" idx="3"/>
          </p:nvPr>
        </p:nvSpPr>
        <p:spPr>
          <a:xfrm>
            <a:off x="334963" y="6153519"/>
            <a:ext cx="10909299" cy="138941"/>
          </a:xfrm>
          <a:prstGeom prst="rect">
            <a:avLst/>
          </a:prstGeom>
        </p:spPr>
        <p:txBody>
          <a:bodyPr vert="horz" lIns="0" tIns="0" rIns="0" bIns="0" rtlCol="0" anchor="t" anchorCtr="0"/>
          <a:lstStyle>
            <a:lvl1pPr algn="l">
              <a:lnSpc>
                <a:spcPts val="839"/>
              </a:lnSpc>
              <a:defRPr sz="1000" baseline="0">
                <a:solidFill>
                  <a:schemeClr val="accent5"/>
                </a:solidFill>
                <a:latin typeface="Calibri" panose="020F0502020204030204" pitchFamily="34" charset="0"/>
                <a:cs typeface="Calibri" panose="020F0502020204030204" pitchFamily="34" charset="0"/>
              </a:defRPr>
            </a:lvl1pPr>
          </a:lstStyle>
          <a:p>
            <a:r>
              <a:rPr lang="de-DE"/>
              <a:t>Hochschule Karlsruhe</a:t>
            </a:r>
          </a:p>
        </p:txBody>
      </p:sp>
      <p:sp>
        <p:nvSpPr>
          <p:cNvPr id="10" name="Datumsplatzhalter 3">
            <a:extLst>
              <a:ext uri="{FF2B5EF4-FFF2-40B4-BE49-F238E27FC236}">
                <a16:creationId xmlns:a16="http://schemas.microsoft.com/office/drawing/2014/main" id="{90108F2C-E92D-444D-A4AF-D5EFEA52A791}"/>
              </a:ext>
            </a:extLst>
          </p:cNvPr>
          <p:cNvSpPr>
            <a:spLocks noGrp="1"/>
          </p:cNvSpPr>
          <p:nvPr>
            <p:ph type="dt" sz="half" idx="2"/>
          </p:nvPr>
        </p:nvSpPr>
        <p:spPr>
          <a:xfrm>
            <a:off x="334699" y="6274088"/>
            <a:ext cx="2743200" cy="133575"/>
          </a:xfrm>
          <a:prstGeom prst="rect">
            <a:avLst/>
          </a:prstGeom>
        </p:spPr>
        <p:txBody>
          <a:bodyPr lIns="0" tIns="0" rIns="0" bIns="0"/>
          <a:lstStyle>
            <a:lvl1pPr>
              <a:defRPr sz="1000">
                <a:solidFill>
                  <a:schemeClr val="accent5"/>
                </a:solidFill>
              </a:defRPr>
            </a:lvl1pPr>
          </a:lstStyle>
          <a:p>
            <a:r>
              <a:rPr lang="de-DE"/>
              <a:t>20. Januar 2021</a:t>
            </a:r>
          </a:p>
        </p:txBody>
      </p:sp>
    </p:spTree>
    <p:extLst>
      <p:ext uri="{BB962C8B-B14F-4D97-AF65-F5344CB8AC3E}">
        <p14:creationId xmlns:p14="http://schemas.microsoft.com/office/powerpoint/2010/main" val="2534388412"/>
      </p:ext>
    </p:extLst>
  </p:cSld>
  <p:clrMap bg1="lt1" tx1="dk1" bg2="lt2" tx2="dk2" accent1="accent1" accent2="accent2" accent3="accent3" accent4="accent4" accent5="accent5" accent6="accent6" hlink="hlink" folHlink="folHlink"/>
  <p:sldLayoutIdLst>
    <p:sldLayoutId id="2147483827" r:id="rId1"/>
    <p:sldLayoutId id="2147483828" r:id="rId2"/>
    <p:sldLayoutId id="2147483829" r:id="rId3"/>
    <p:sldLayoutId id="2147483830" r:id="rId4"/>
    <p:sldLayoutId id="2147483831" r:id="rId5"/>
    <p:sldLayoutId id="2147483832" r:id="rId6"/>
    <p:sldLayoutId id="2147483833" r:id="rId7"/>
    <p:sldLayoutId id="2147483834" r:id="rId8"/>
    <p:sldLayoutId id="2147483835" r:id="rId9"/>
    <p:sldLayoutId id="2147483836" r:id="rId10"/>
    <p:sldLayoutId id="2147483837" r:id="rId11"/>
    <p:sldLayoutId id="2147483838" r:id="rId12"/>
    <p:sldLayoutId id="2147483839" r:id="rId13"/>
    <p:sldLayoutId id="2147483840" r:id="rId14"/>
    <p:sldLayoutId id="2147483871" r:id="rId15"/>
  </p:sldLayoutIdLst>
  <p:hf hdr="0"/>
  <p:txStyles>
    <p:titleStyle>
      <a:lvl1pPr algn="l" defTabSz="914454"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13" indent="-228613" algn="l" defTabSz="914454"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40" indent="-228613" algn="l" defTabSz="914454"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67" indent="-228613" algn="l" defTabSz="914454"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94"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521"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748"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975"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202"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429"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54" rtl="0" eaLnBrk="1" latinLnBrk="0" hangingPunct="1">
        <a:defRPr sz="1800" kern="1200">
          <a:solidFill>
            <a:schemeClr val="tx1"/>
          </a:solidFill>
          <a:latin typeface="+mn-lt"/>
          <a:ea typeface="+mn-ea"/>
          <a:cs typeface="+mn-cs"/>
        </a:defRPr>
      </a:lvl1pPr>
      <a:lvl2pPr marL="457227" algn="l" defTabSz="914454" rtl="0" eaLnBrk="1" latinLnBrk="0" hangingPunct="1">
        <a:defRPr sz="1800" kern="1200">
          <a:solidFill>
            <a:schemeClr val="tx1"/>
          </a:solidFill>
          <a:latin typeface="+mn-lt"/>
          <a:ea typeface="+mn-ea"/>
          <a:cs typeface="+mn-cs"/>
        </a:defRPr>
      </a:lvl2pPr>
      <a:lvl3pPr marL="914454" algn="l" defTabSz="914454" rtl="0" eaLnBrk="1" latinLnBrk="0" hangingPunct="1">
        <a:defRPr sz="1800" kern="1200">
          <a:solidFill>
            <a:schemeClr val="tx1"/>
          </a:solidFill>
          <a:latin typeface="+mn-lt"/>
          <a:ea typeface="+mn-ea"/>
          <a:cs typeface="+mn-cs"/>
        </a:defRPr>
      </a:lvl3pPr>
      <a:lvl4pPr marL="1371681" algn="l" defTabSz="914454" rtl="0" eaLnBrk="1" latinLnBrk="0" hangingPunct="1">
        <a:defRPr sz="1800" kern="1200">
          <a:solidFill>
            <a:schemeClr val="tx1"/>
          </a:solidFill>
          <a:latin typeface="+mn-lt"/>
          <a:ea typeface="+mn-ea"/>
          <a:cs typeface="+mn-cs"/>
        </a:defRPr>
      </a:lvl4pPr>
      <a:lvl5pPr marL="1828907" algn="l" defTabSz="914454" rtl="0" eaLnBrk="1" latinLnBrk="0" hangingPunct="1">
        <a:defRPr sz="1800" kern="1200">
          <a:solidFill>
            <a:schemeClr val="tx1"/>
          </a:solidFill>
          <a:latin typeface="+mn-lt"/>
          <a:ea typeface="+mn-ea"/>
          <a:cs typeface="+mn-cs"/>
        </a:defRPr>
      </a:lvl5pPr>
      <a:lvl6pPr marL="2286134" algn="l" defTabSz="914454" rtl="0" eaLnBrk="1" latinLnBrk="0" hangingPunct="1">
        <a:defRPr sz="1800" kern="1200">
          <a:solidFill>
            <a:schemeClr val="tx1"/>
          </a:solidFill>
          <a:latin typeface="+mn-lt"/>
          <a:ea typeface="+mn-ea"/>
          <a:cs typeface="+mn-cs"/>
        </a:defRPr>
      </a:lvl6pPr>
      <a:lvl7pPr marL="2743361" algn="l" defTabSz="914454" rtl="0" eaLnBrk="1" latinLnBrk="0" hangingPunct="1">
        <a:defRPr sz="1800" kern="1200">
          <a:solidFill>
            <a:schemeClr val="tx1"/>
          </a:solidFill>
          <a:latin typeface="+mn-lt"/>
          <a:ea typeface="+mn-ea"/>
          <a:cs typeface="+mn-cs"/>
        </a:defRPr>
      </a:lvl7pPr>
      <a:lvl8pPr marL="3200588" algn="l" defTabSz="914454" rtl="0" eaLnBrk="1" latinLnBrk="0" hangingPunct="1">
        <a:defRPr sz="1800" kern="1200">
          <a:solidFill>
            <a:schemeClr val="tx1"/>
          </a:solidFill>
          <a:latin typeface="+mn-lt"/>
          <a:ea typeface="+mn-ea"/>
          <a:cs typeface="+mn-cs"/>
        </a:defRPr>
      </a:lvl8pPr>
      <a:lvl9pPr marL="3657815" algn="l" defTabSz="914454"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orient="horz" pos="3861" userDrawn="1">
          <p15:clr>
            <a:srgbClr val="F26B43"/>
          </p15:clr>
        </p15:guide>
        <p15:guide id="5" pos="211" userDrawn="1">
          <p15:clr>
            <a:srgbClr val="F26B43"/>
          </p15:clr>
        </p15:guide>
        <p15:guide id="6" pos="7469" userDrawn="1">
          <p15:clr>
            <a:srgbClr val="F26B43"/>
          </p15:clr>
        </p15:guide>
        <p15:guide id="7" orient="horz" pos="4133" userDrawn="1">
          <p15:clr>
            <a:srgbClr val="F26B43"/>
          </p15:clr>
        </p15:guide>
        <p15:guide id="11" orient="horz" pos="4292" userDrawn="1">
          <p15:clr>
            <a:srgbClr val="F26B43"/>
          </p15:clr>
        </p15:guide>
        <p15:guide id="13" pos="7083" userDrawn="1">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283717"/>
      </p:ext>
    </p:extLst>
  </p:cSld>
  <p:clrMap bg1="lt1" tx1="dk1" bg2="lt2" tx2="dk2" accent1="accent1" accent2="accent2" accent3="accent3" accent4="accent4" accent5="accent5" accent6="accent6" hlink="hlink" folHlink="folHlink"/>
  <p:sldLayoutIdLst>
    <p:sldLayoutId id="2147483842" r:id="rId1"/>
    <p:sldLayoutId id="2147483843" r:id="rId2"/>
  </p:sldLayoutIdLst>
  <p:hf hdr="0"/>
  <p:txStyles>
    <p:titleStyle>
      <a:lvl1pPr algn="l" defTabSz="414772" rtl="0" eaLnBrk="1" latinLnBrk="0" hangingPunct="1">
        <a:lnSpc>
          <a:spcPct val="90000"/>
        </a:lnSpc>
        <a:spcBef>
          <a:spcPct val="0"/>
        </a:spcBef>
        <a:buNone/>
        <a:defRPr sz="2948" kern="1200" baseline="0">
          <a:solidFill>
            <a:schemeClr val="tx1"/>
          </a:solidFill>
          <a:latin typeface="Calibri Bold" pitchFamily="2" charset="77"/>
          <a:ea typeface="+mj-ea"/>
          <a:cs typeface="+mj-cs"/>
        </a:defRPr>
      </a:lvl1pPr>
    </p:titleStyle>
    <p:bodyStyle>
      <a:lvl1pPr marL="103693" indent="-103693" algn="l" defTabSz="414772" rtl="0" eaLnBrk="1" latinLnBrk="0" hangingPunct="1">
        <a:lnSpc>
          <a:spcPct val="90000"/>
        </a:lnSpc>
        <a:spcBef>
          <a:spcPts val="454"/>
        </a:spcBef>
        <a:buFont typeface="Arial" panose="020B0604020202020204" pitchFamily="34" charset="0"/>
        <a:buChar char="•"/>
        <a:defRPr sz="1270" kern="1200">
          <a:solidFill>
            <a:schemeClr val="tx1"/>
          </a:solidFill>
          <a:latin typeface="+mn-lt"/>
          <a:ea typeface="+mn-ea"/>
          <a:cs typeface="+mn-cs"/>
        </a:defRPr>
      </a:lvl1pPr>
      <a:lvl2pPr marL="311079" indent="-103693" algn="l" defTabSz="414772" rtl="0" eaLnBrk="1" latinLnBrk="0" hangingPunct="1">
        <a:lnSpc>
          <a:spcPct val="90000"/>
        </a:lnSpc>
        <a:spcBef>
          <a:spcPts val="227"/>
        </a:spcBef>
        <a:buFont typeface="Arial" panose="020B0604020202020204" pitchFamily="34" charset="0"/>
        <a:buChar char="•"/>
        <a:defRPr sz="1089" kern="1200">
          <a:solidFill>
            <a:schemeClr val="tx1"/>
          </a:solidFill>
          <a:latin typeface="+mn-lt"/>
          <a:ea typeface="+mn-ea"/>
          <a:cs typeface="+mn-cs"/>
        </a:defRPr>
      </a:lvl2pPr>
      <a:lvl3pPr marL="518465" indent="-103693" algn="l" defTabSz="414772" rtl="0" eaLnBrk="1" latinLnBrk="0" hangingPunct="1">
        <a:lnSpc>
          <a:spcPct val="90000"/>
        </a:lnSpc>
        <a:spcBef>
          <a:spcPts val="227"/>
        </a:spcBef>
        <a:buFont typeface="Arial" panose="020B0604020202020204" pitchFamily="34" charset="0"/>
        <a:buChar char="•"/>
        <a:defRPr sz="907" kern="1200">
          <a:solidFill>
            <a:schemeClr val="tx1"/>
          </a:solidFill>
          <a:latin typeface="+mn-lt"/>
          <a:ea typeface="+mn-ea"/>
          <a:cs typeface="+mn-cs"/>
        </a:defRPr>
      </a:lvl3pPr>
      <a:lvl4pPr marL="725851" indent="-103693" algn="l" defTabSz="414772" rtl="0" eaLnBrk="1" latinLnBrk="0" hangingPunct="1">
        <a:lnSpc>
          <a:spcPct val="90000"/>
        </a:lnSpc>
        <a:spcBef>
          <a:spcPts val="227"/>
        </a:spcBef>
        <a:buFont typeface="Arial" panose="020B0604020202020204" pitchFamily="34" charset="0"/>
        <a:buChar char="•"/>
        <a:defRPr sz="816" kern="1200">
          <a:solidFill>
            <a:schemeClr val="tx1"/>
          </a:solidFill>
          <a:latin typeface="+mn-lt"/>
          <a:ea typeface="+mn-ea"/>
          <a:cs typeface="+mn-cs"/>
        </a:defRPr>
      </a:lvl4pPr>
      <a:lvl5pPr marL="933237" indent="-103693" algn="l" defTabSz="414772" rtl="0" eaLnBrk="1" latinLnBrk="0" hangingPunct="1">
        <a:lnSpc>
          <a:spcPct val="90000"/>
        </a:lnSpc>
        <a:spcBef>
          <a:spcPts val="227"/>
        </a:spcBef>
        <a:buFont typeface="Arial" panose="020B0604020202020204" pitchFamily="34" charset="0"/>
        <a:buChar char="•"/>
        <a:defRPr sz="816" kern="1200">
          <a:solidFill>
            <a:schemeClr val="tx1"/>
          </a:solidFill>
          <a:latin typeface="+mn-lt"/>
          <a:ea typeface="+mn-ea"/>
          <a:cs typeface="+mn-cs"/>
        </a:defRPr>
      </a:lvl5pPr>
      <a:lvl6pPr marL="1140623" indent="-103693" algn="l" defTabSz="414772" rtl="0" eaLnBrk="1" latinLnBrk="0" hangingPunct="1">
        <a:lnSpc>
          <a:spcPct val="90000"/>
        </a:lnSpc>
        <a:spcBef>
          <a:spcPts val="227"/>
        </a:spcBef>
        <a:buFont typeface="Arial" panose="020B0604020202020204" pitchFamily="34" charset="0"/>
        <a:buChar char="•"/>
        <a:defRPr sz="816" kern="1200">
          <a:solidFill>
            <a:schemeClr val="tx1"/>
          </a:solidFill>
          <a:latin typeface="+mn-lt"/>
          <a:ea typeface="+mn-ea"/>
          <a:cs typeface="+mn-cs"/>
        </a:defRPr>
      </a:lvl6pPr>
      <a:lvl7pPr marL="1348008" indent="-103693" algn="l" defTabSz="414772" rtl="0" eaLnBrk="1" latinLnBrk="0" hangingPunct="1">
        <a:lnSpc>
          <a:spcPct val="90000"/>
        </a:lnSpc>
        <a:spcBef>
          <a:spcPts val="227"/>
        </a:spcBef>
        <a:buFont typeface="Arial" panose="020B0604020202020204" pitchFamily="34" charset="0"/>
        <a:buChar char="•"/>
        <a:defRPr sz="816" kern="1200">
          <a:solidFill>
            <a:schemeClr val="tx1"/>
          </a:solidFill>
          <a:latin typeface="+mn-lt"/>
          <a:ea typeface="+mn-ea"/>
          <a:cs typeface="+mn-cs"/>
        </a:defRPr>
      </a:lvl7pPr>
      <a:lvl8pPr marL="1555394" indent="-103693" algn="l" defTabSz="414772" rtl="0" eaLnBrk="1" latinLnBrk="0" hangingPunct="1">
        <a:lnSpc>
          <a:spcPct val="90000"/>
        </a:lnSpc>
        <a:spcBef>
          <a:spcPts val="227"/>
        </a:spcBef>
        <a:buFont typeface="Arial" panose="020B0604020202020204" pitchFamily="34" charset="0"/>
        <a:buChar char="•"/>
        <a:defRPr sz="816" kern="1200">
          <a:solidFill>
            <a:schemeClr val="tx1"/>
          </a:solidFill>
          <a:latin typeface="+mn-lt"/>
          <a:ea typeface="+mn-ea"/>
          <a:cs typeface="+mn-cs"/>
        </a:defRPr>
      </a:lvl8pPr>
      <a:lvl9pPr marL="1762780" indent="-103693" algn="l" defTabSz="414772" rtl="0" eaLnBrk="1" latinLnBrk="0" hangingPunct="1">
        <a:lnSpc>
          <a:spcPct val="90000"/>
        </a:lnSpc>
        <a:spcBef>
          <a:spcPts val="227"/>
        </a:spcBef>
        <a:buFont typeface="Arial" panose="020B0604020202020204" pitchFamily="34" charset="0"/>
        <a:buChar char="•"/>
        <a:defRPr sz="816" kern="1200">
          <a:solidFill>
            <a:schemeClr val="tx1"/>
          </a:solidFill>
          <a:latin typeface="+mn-lt"/>
          <a:ea typeface="+mn-ea"/>
          <a:cs typeface="+mn-cs"/>
        </a:defRPr>
      </a:lvl9pPr>
    </p:bodyStyle>
    <p:otherStyle>
      <a:defPPr>
        <a:defRPr lang="de-DE"/>
      </a:defPPr>
      <a:lvl1pPr marL="0" algn="l" defTabSz="414772" rtl="0" eaLnBrk="1" latinLnBrk="0" hangingPunct="1">
        <a:defRPr sz="816" kern="1200">
          <a:solidFill>
            <a:schemeClr val="tx1"/>
          </a:solidFill>
          <a:latin typeface="+mn-lt"/>
          <a:ea typeface="+mn-ea"/>
          <a:cs typeface="+mn-cs"/>
        </a:defRPr>
      </a:lvl1pPr>
      <a:lvl2pPr marL="207386" algn="l" defTabSz="414772" rtl="0" eaLnBrk="1" latinLnBrk="0" hangingPunct="1">
        <a:defRPr sz="816" kern="1200">
          <a:solidFill>
            <a:schemeClr val="tx1"/>
          </a:solidFill>
          <a:latin typeface="+mn-lt"/>
          <a:ea typeface="+mn-ea"/>
          <a:cs typeface="+mn-cs"/>
        </a:defRPr>
      </a:lvl2pPr>
      <a:lvl3pPr marL="414772" algn="l" defTabSz="414772" rtl="0" eaLnBrk="1" latinLnBrk="0" hangingPunct="1">
        <a:defRPr sz="816" kern="1200">
          <a:solidFill>
            <a:schemeClr val="tx1"/>
          </a:solidFill>
          <a:latin typeface="+mn-lt"/>
          <a:ea typeface="+mn-ea"/>
          <a:cs typeface="+mn-cs"/>
        </a:defRPr>
      </a:lvl3pPr>
      <a:lvl4pPr marL="622158" algn="l" defTabSz="414772" rtl="0" eaLnBrk="1" latinLnBrk="0" hangingPunct="1">
        <a:defRPr sz="816" kern="1200">
          <a:solidFill>
            <a:schemeClr val="tx1"/>
          </a:solidFill>
          <a:latin typeface="+mn-lt"/>
          <a:ea typeface="+mn-ea"/>
          <a:cs typeface="+mn-cs"/>
        </a:defRPr>
      </a:lvl4pPr>
      <a:lvl5pPr marL="829544" algn="l" defTabSz="414772" rtl="0" eaLnBrk="1" latinLnBrk="0" hangingPunct="1">
        <a:defRPr sz="816" kern="1200">
          <a:solidFill>
            <a:schemeClr val="tx1"/>
          </a:solidFill>
          <a:latin typeface="+mn-lt"/>
          <a:ea typeface="+mn-ea"/>
          <a:cs typeface="+mn-cs"/>
        </a:defRPr>
      </a:lvl5pPr>
      <a:lvl6pPr marL="1036930" algn="l" defTabSz="414772" rtl="0" eaLnBrk="1" latinLnBrk="0" hangingPunct="1">
        <a:defRPr sz="816" kern="1200">
          <a:solidFill>
            <a:schemeClr val="tx1"/>
          </a:solidFill>
          <a:latin typeface="+mn-lt"/>
          <a:ea typeface="+mn-ea"/>
          <a:cs typeface="+mn-cs"/>
        </a:defRPr>
      </a:lvl6pPr>
      <a:lvl7pPr marL="1244316" algn="l" defTabSz="414772" rtl="0" eaLnBrk="1" latinLnBrk="0" hangingPunct="1">
        <a:defRPr sz="816" kern="1200">
          <a:solidFill>
            <a:schemeClr val="tx1"/>
          </a:solidFill>
          <a:latin typeface="+mn-lt"/>
          <a:ea typeface="+mn-ea"/>
          <a:cs typeface="+mn-cs"/>
        </a:defRPr>
      </a:lvl7pPr>
      <a:lvl8pPr marL="1451701" algn="l" defTabSz="414772" rtl="0" eaLnBrk="1" latinLnBrk="0" hangingPunct="1">
        <a:defRPr sz="816" kern="1200">
          <a:solidFill>
            <a:schemeClr val="tx1"/>
          </a:solidFill>
          <a:latin typeface="+mn-lt"/>
          <a:ea typeface="+mn-ea"/>
          <a:cs typeface="+mn-cs"/>
        </a:defRPr>
      </a:lvl8pPr>
      <a:lvl9pPr marL="1659087" algn="l" defTabSz="414772" rtl="0" eaLnBrk="1" latinLnBrk="0" hangingPunct="1">
        <a:defRPr sz="816" kern="1200">
          <a:solidFill>
            <a:schemeClr val="tx1"/>
          </a:solidFill>
          <a:latin typeface="+mn-lt"/>
          <a:ea typeface="+mn-ea"/>
          <a:cs typeface="+mn-cs"/>
        </a:defRPr>
      </a:lvl9pPr>
    </p:otherStyle>
  </p:txStyles>
  <p:extLst>
    <p:ext uri="{27BBF7A9-308A-43DC-89C8-2F10F3537804}">
      <p15:sldGuideLst xmlns:p15="http://schemas.microsoft.com/office/powerpoint/2012/main">
        <p15:guide id="1" pos="211" userDrawn="1">
          <p15:clr>
            <a:srgbClr val="F26B43"/>
          </p15:clr>
        </p15:guide>
        <p15:guide id="2" orient="horz" pos="187" userDrawn="1">
          <p15:clr>
            <a:srgbClr val="F26B43"/>
          </p15:clr>
        </p15:guide>
        <p15:guide id="3" pos="7469" userDrawn="1">
          <p15:clr>
            <a:srgbClr val="F26B43"/>
          </p15:clr>
        </p15:guide>
        <p15:guide id="4" orient="horz" pos="4133" userDrawn="1">
          <p15:clr>
            <a:srgbClr val="F26B43"/>
          </p15:clr>
        </p15:guide>
        <p15:guide id="5" orient="horz" pos="1183"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8.jpeg"/><Relationship Id="rId7" Type="http://schemas.openxmlformats.org/officeDocument/2006/relationships/hyperlink" Target="mailto:bjoern.hein@h-ka.de"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hyperlink" Target="mailto:hosi1025@h-ka.de" TargetMode="External"/><Relationship Id="rId5" Type="http://schemas.openxmlformats.org/officeDocument/2006/relationships/hyperlink" Target="mailto:nolu1012@h-ka.de" TargetMode="External"/><Relationship Id="rId4" Type="http://schemas.openxmlformats.org/officeDocument/2006/relationships/hyperlink" Target="mailto:unto1011@h-ka.de" TargetMode="External"/></Relationships>
</file>

<file path=ppt/slides/_rels/slide2.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8.xml"/></Relationships>
</file>

<file path=ppt/slides/_rels/slide5.xml.rels><?xml version="1.0" encoding="UTF-8" standalone="yes"?>
<Relationships xmlns="http://schemas.openxmlformats.org/package/2006/relationships"><Relationship Id="rId3" Type="http://schemas.openxmlformats.org/officeDocument/2006/relationships/image" Target="../media/image29.jpe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3.xml"/><Relationship Id="rId1" Type="http://schemas.openxmlformats.org/officeDocument/2006/relationships/slideLayout" Target="../slideLayouts/slideLayout4.xml"/><Relationship Id="rId4" Type="http://schemas.openxmlformats.org/officeDocument/2006/relationships/image" Target="../media/image34.png"/></Relationships>
</file>

<file path=ppt/slides/_rels/slide1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23590-2731-3D69-EBD3-B725AE176D58}"/>
            </a:ext>
          </a:extLst>
        </p:cNvPr>
        <p:cNvGrpSpPr/>
        <p:nvPr/>
      </p:nvGrpSpPr>
      <p:grpSpPr>
        <a:xfrm>
          <a:off x="0" y="0"/>
          <a:ext cx="0" cy="0"/>
          <a:chOff x="0" y="0"/>
          <a:chExt cx="0" cy="0"/>
        </a:xfrm>
      </p:grpSpPr>
      <p:sp>
        <p:nvSpPr>
          <p:cNvPr id="2" name="Bildplatzhalter 1">
            <a:extLst>
              <a:ext uri="{FF2B5EF4-FFF2-40B4-BE49-F238E27FC236}">
                <a16:creationId xmlns:a16="http://schemas.microsoft.com/office/drawing/2014/main" id="{13C243C5-59C3-0C50-277A-7D93A49711B1}"/>
              </a:ext>
            </a:extLst>
          </p:cNvPr>
          <p:cNvSpPr>
            <a:spLocks noGrp="1"/>
          </p:cNvSpPr>
          <p:nvPr>
            <p:ph type="pic" sz="quarter" idx="12"/>
          </p:nvPr>
        </p:nvSpPr>
        <p:spPr>
          <a:xfrm>
            <a:off x="0" y="3108958"/>
            <a:ext cx="12192000" cy="3308356"/>
          </a:xfrm>
        </p:spPr>
        <p:txBody>
          <a:bodyPr/>
          <a:lstStyle/>
          <a:p>
            <a:r>
              <a:rPr lang="de-DE" sz="1600" dirty="0"/>
              <a:t>	</a:t>
            </a:r>
          </a:p>
          <a:p>
            <a:endParaRPr lang="de-DE" sz="1600" dirty="0"/>
          </a:p>
        </p:txBody>
      </p:sp>
      <p:sp>
        <p:nvSpPr>
          <p:cNvPr id="4" name="Bildplatzhalter 3">
            <a:extLst>
              <a:ext uri="{FF2B5EF4-FFF2-40B4-BE49-F238E27FC236}">
                <a16:creationId xmlns:a16="http://schemas.microsoft.com/office/drawing/2014/main" id="{87EC586E-E418-3EDD-0740-709B37BD9729}"/>
              </a:ext>
            </a:extLst>
          </p:cNvPr>
          <p:cNvSpPr>
            <a:spLocks noGrp="1"/>
          </p:cNvSpPr>
          <p:nvPr>
            <p:ph type="pic" sz="quarter" idx="14"/>
          </p:nvPr>
        </p:nvSpPr>
        <p:spPr/>
        <p:txBody>
          <a:bodyPr/>
          <a:lstStyle/>
          <a:p>
            <a:endParaRPr lang="de-DE"/>
          </a:p>
        </p:txBody>
      </p:sp>
      <p:sp>
        <p:nvSpPr>
          <p:cNvPr id="5" name="Textplatzhalter 4">
            <a:extLst>
              <a:ext uri="{FF2B5EF4-FFF2-40B4-BE49-F238E27FC236}">
                <a16:creationId xmlns:a16="http://schemas.microsoft.com/office/drawing/2014/main" id="{A3D23DA7-473F-2E99-6799-85294DE4E1E5}"/>
              </a:ext>
            </a:extLst>
          </p:cNvPr>
          <p:cNvSpPr>
            <a:spLocks noGrp="1"/>
          </p:cNvSpPr>
          <p:nvPr>
            <p:ph type="body" sz="quarter" idx="15"/>
          </p:nvPr>
        </p:nvSpPr>
        <p:spPr/>
        <p:txBody>
          <a:bodyPr/>
          <a:lstStyle/>
          <a:p>
            <a:r>
              <a:rPr lang="de-DE" dirty="0"/>
              <a:t>FuE-Projekt Sommersemester 2026 | 02.10.2026</a:t>
            </a:r>
          </a:p>
          <a:p>
            <a:endParaRPr lang="de-DE" dirty="0"/>
          </a:p>
          <a:p>
            <a:endParaRPr lang="de-DE" dirty="0"/>
          </a:p>
        </p:txBody>
      </p:sp>
      <p:sp>
        <p:nvSpPr>
          <p:cNvPr id="11" name="cover-title">
            <a:extLst>
              <a:ext uri="{FF2B5EF4-FFF2-40B4-BE49-F238E27FC236}">
                <a16:creationId xmlns:a16="http://schemas.microsoft.com/office/drawing/2014/main" id="{2D9FE467-C161-26CE-EF15-9FCAD5AAE477}"/>
              </a:ext>
            </a:extLst>
          </p:cNvPr>
          <p:cNvSpPr>
            <a:spLocks noGrp="1"/>
          </p:cNvSpPr>
          <p:nvPr/>
        </p:nvSpPr>
        <p:spPr>
          <a:xfrm>
            <a:off x="333375" y="1423345"/>
            <a:ext cx="9620250" cy="12763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4000" b="0">
                <a:solidFill>
                  <a:srgbClr val="2869AF"/>
                </a:solidFill>
                <a:latin typeface="Calibri"/>
                <a:ea typeface="Calibri"/>
                <a:cs typeface="Calibri"/>
              </a:defRPr>
            </a:pPr>
            <a:r>
              <a:rPr sz="4000" b="0">
                <a:solidFill>
                  <a:srgbClr val="2869AF"/>
                </a:solidFill>
                <a:latin typeface="Calibri"/>
                <a:ea typeface="Calibri"/>
                <a:cs typeface="Calibri"/>
              </a:rPr>
              <a:t>Inverses „Tetris“</a:t>
            </a:r>
          </a:p>
          <a:p>
            <a:pPr algn="l">
              <a:lnSpc>
                <a:spcPct val="105000"/>
              </a:lnSpc>
              <a:spcBef>
                <a:spcPts val="0"/>
              </a:spcBef>
              <a:spcAft>
                <a:spcPts val="0"/>
              </a:spcAft>
              <a:buNone/>
              <a:defRPr sz="4000" b="0">
                <a:solidFill>
                  <a:srgbClr val="2869AF"/>
                </a:solidFill>
                <a:latin typeface="Calibri"/>
                <a:ea typeface="Calibri"/>
                <a:cs typeface="Calibri"/>
              </a:defRPr>
            </a:pPr>
            <a:r>
              <a:rPr sz="4000" b="0">
                <a:solidFill>
                  <a:srgbClr val="2869AF"/>
                </a:solidFill>
                <a:latin typeface="Calibri"/>
                <a:ea typeface="Calibri"/>
                <a:cs typeface="Calibri"/>
              </a:rPr>
              <a:t>für Roboter</a:t>
            </a:r>
          </a:p>
        </p:txBody>
      </p:sp>
      <p:sp>
        <p:nvSpPr>
          <p:cNvPr id="13" name="cover-subtitle">
            <a:extLst>
              <a:ext uri="{FF2B5EF4-FFF2-40B4-BE49-F238E27FC236}">
                <a16:creationId xmlns:a16="http://schemas.microsoft.com/office/drawing/2014/main" id="{7A81D016-7E82-513B-D471-5C6769554CBD}"/>
              </a:ext>
            </a:extLst>
          </p:cNvPr>
          <p:cNvSpPr>
            <a:spLocks noGrp="1"/>
          </p:cNvSpPr>
          <p:nvPr/>
        </p:nvSpPr>
        <p:spPr>
          <a:xfrm>
            <a:off x="333375" y="2699695"/>
            <a:ext cx="10191750" cy="3333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200" b="0">
                <a:solidFill>
                  <a:srgbClr val="2869AF"/>
                </a:solidFill>
                <a:latin typeface="Calibri"/>
                <a:ea typeface="Calibri"/>
                <a:cs typeface="Calibri"/>
              </a:defRPr>
            </a:pPr>
            <a:r>
              <a:rPr sz="2200" b="0" dirty="0">
                <a:solidFill>
                  <a:srgbClr val="2869AF"/>
                </a:solidFill>
                <a:latin typeface="Calibri"/>
                <a:ea typeface="Calibri"/>
                <a:cs typeface="Calibri"/>
              </a:rPr>
              <a:t>„On the Fly“-Picking </a:t>
            </a:r>
            <a:r>
              <a:rPr sz="2200" b="0" dirty="0" err="1">
                <a:solidFill>
                  <a:srgbClr val="2869AF"/>
                </a:solidFill>
                <a:latin typeface="Calibri"/>
                <a:ea typeface="Calibri"/>
                <a:cs typeface="Calibri"/>
              </a:rPr>
              <a:t>bei</a:t>
            </a:r>
            <a:r>
              <a:rPr sz="2200" b="0" dirty="0">
                <a:solidFill>
                  <a:srgbClr val="2869AF"/>
                </a:solidFill>
                <a:latin typeface="Calibri"/>
                <a:ea typeface="Calibri"/>
                <a:cs typeface="Calibri"/>
              </a:rPr>
              <a:t> </a:t>
            </a:r>
            <a:r>
              <a:rPr sz="2200" b="0" dirty="0" err="1">
                <a:solidFill>
                  <a:srgbClr val="2869AF"/>
                </a:solidFill>
                <a:latin typeface="Calibri"/>
                <a:ea typeface="Calibri"/>
                <a:cs typeface="Calibri"/>
              </a:rPr>
              <a:t>verschiedenen</a:t>
            </a:r>
            <a:r>
              <a:rPr sz="2200" b="0" dirty="0">
                <a:solidFill>
                  <a:srgbClr val="2869AF"/>
                </a:solidFill>
                <a:latin typeface="Calibri"/>
                <a:ea typeface="Calibri"/>
                <a:cs typeface="Calibri"/>
              </a:rPr>
              <a:t> </a:t>
            </a:r>
            <a:r>
              <a:rPr sz="2200" b="0" dirty="0" err="1">
                <a:solidFill>
                  <a:srgbClr val="2869AF"/>
                </a:solidFill>
                <a:latin typeface="Calibri"/>
                <a:ea typeface="Calibri"/>
                <a:cs typeface="Calibri"/>
              </a:rPr>
              <a:t>Bandgeschwindigkeiten</a:t>
            </a:r>
            <a:endParaRPr sz="2200" b="0" dirty="0">
              <a:solidFill>
                <a:srgbClr val="2869AF"/>
              </a:solidFill>
              <a:latin typeface="Calibri"/>
              <a:ea typeface="Calibri"/>
              <a:cs typeface="Calibri"/>
            </a:endParaRPr>
          </a:p>
        </p:txBody>
      </p:sp>
      <p:pic>
        <p:nvPicPr>
          <p:cNvPr id="6" name="Grafik 5">
            <a:extLst>
              <a:ext uri="{FF2B5EF4-FFF2-40B4-BE49-F238E27FC236}">
                <a16:creationId xmlns:a16="http://schemas.microsoft.com/office/drawing/2014/main" id="{EAA52DF4-48FF-B3FA-448C-20CB292F4EBD}"/>
              </a:ext>
            </a:extLst>
          </p:cNvPr>
          <p:cNvPicPr>
            <a:picLocks noChangeAspect="1"/>
          </p:cNvPicPr>
          <p:nvPr/>
        </p:nvPicPr>
        <p:blipFill>
          <a:blip r:embed="rId3"/>
          <a:srcRect t="1283" b="-63"/>
          <a:stretch>
            <a:fillRect/>
          </a:stretch>
        </p:blipFill>
        <p:spPr>
          <a:xfrm>
            <a:off x="6023979" y="3108961"/>
            <a:ext cx="4465562" cy="3308356"/>
          </a:xfrm>
          <a:prstGeom prst="rect">
            <a:avLst/>
          </a:prstGeom>
        </p:spPr>
      </p:pic>
      <p:sp>
        <p:nvSpPr>
          <p:cNvPr id="3" name="Textfeld 2">
            <a:extLst>
              <a:ext uri="{FF2B5EF4-FFF2-40B4-BE49-F238E27FC236}">
                <a16:creationId xmlns:a16="http://schemas.microsoft.com/office/drawing/2014/main" id="{7A771CDB-B4DE-DAA3-20B8-E54914C6565E}"/>
              </a:ext>
            </a:extLst>
          </p:cNvPr>
          <p:cNvSpPr txBox="1"/>
          <p:nvPr/>
        </p:nvSpPr>
        <p:spPr>
          <a:xfrm>
            <a:off x="333375" y="3108958"/>
            <a:ext cx="5461944" cy="3308355"/>
          </a:xfrm>
          <a:prstGeom prst="rect">
            <a:avLst/>
          </a:prstGeom>
          <a:ln>
            <a:noFill/>
          </a:ln>
        </p:spPr>
        <p:txBody>
          <a:bodyPr wrap="square" rtlCol="0" anchor="ctr">
            <a:noAutofit/>
          </a:bodyPr>
          <a:lstStyle/>
          <a:p>
            <a:pPr marL="0" marR="0" lvl="0" indent="0" algn="l" defTabSz="914454"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sv-S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Tobias Unger; Matr.-Nr. 67328	</a:t>
            </a:r>
            <a:r>
              <a:rPr kumimoji="0" lang="sv-S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hlinkClick r:id="rId4"/>
              </a:rPr>
              <a:t>unto1011@h-ka.de</a:t>
            </a:r>
            <a:r>
              <a:rPr kumimoji="0" lang="sv-S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 </a:t>
            </a:r>
          </a:p>
          <a:p>
            <a:pPr marL="0" marR="0" lvl="0" indent="0" algn="l" defTabSz="914454"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sv-S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Lukas Norz	; Matr.-Nr. </a:t>
            </a:r>
            <a:r>
              <a:rPr kumimoji="0" lang="de-D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72779	</a:t>
            </a:r>
            <a:r>
              <a:rPr kumimoji="0" lang="de-D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hlinkClick r:id="rId5"/>
              </a:rPr>
              <a:t>nolu1012@h-ka.de</a:t>
            </a:r>
            <a:r>
              <a:rPr kumimoji="0" lang="de-D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 </a:t>
            </a:r>
            <a:endParaRPr kumimoji="0" lang="sv-S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endParaRPr>
          </a:p>
          <a:p>
            <a:pPr marL="0" marR="0" lvl="0" indent="0" algn="l" defTabSz="914454"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sv-S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Simon Hoess; Matr.-Nr. </a:t>
            </a:r>
            <a:r>
              <a:rPr kumimoji="0" lang="en-US"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79911	</a:t>
            </a:r>
            <a:r>
              <a:rPr kumimoji="0" lang="en-US"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hlinkClick r:id="rId6"/>
              </a:rPr>
              <a:t>hosi1025@h-ka.de</a:t>
            </a:r>
            <a:r>
              <a:rPr kumimoji="0" lang="en-US"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 </a:t>
            </a:r>
            <a:endParaRPr kumimoji="0" lang="sv-S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endParaRPr>
          </a:p>
          <a:p>
            <a:pPr marL="0" marR="0" lvl="0" indent="0" algn="l" defTabSz="914454" rtl="0" eaLnBrk="1" fontAlgn="auto" latinLnBrk="0" hangingPunct="1">
              <a:lnSpc>
                <a:spcPct val="90000"/>
              </a:lnSpc>
              <a:spcBef>
                <a:spcPts val="1000"/>
              </a:spcBef>
              <a:spcAft>
                <a:spcPts val="0"/>
              </a:spcAft>
              <a:buClrTx/>
              <a:buSzTx/>
              <a:buFont typeface="Arial" panose="020B0604020202020204" pitchFamily="34" charset="0"/>
              <a:buNone/>
              <a:tabLst/>
              <a:defRPr/>
            </a:pPr>
            <a:endParaRPr kumimoji="0" lang="de-D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endParaRPr>
          </a:p>
          <a:p>
            <a:pPr marL="0" marR="0" lvl="0" indent="0" algn="l" defTabSz="914454"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de-DE" sz="1600" b="1"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Betreuer: </a:t>
            </a:r>
          </a:p>
          <a:p>
            <a:pPr marL="0" marR="0" lvl="0" indent="0" algn="l" defTabSz="914454"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de-D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Prof. Björn Hein		</a:t>
            </a:r>
            <a:r>
              <a:rPr kumimoji="0" lang="de-D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hlinkClick r:id="rId7"/>
              </a:rPr>
              <a:t>bjoern.hein@h-ka.de</a:t>
            </a:r>
            <a:r>
              <a:rPr kumimoji="0" lang="de-D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 	</a:t>
            </a:r>
          </a:p>
        </p:txBody>
      </p:sp>
    </p:spTree>
    <p:extLst>
      <p:ext uri="{BB962C8B-B14F-4D97-AF65-F5344CB8AC3E}">
        <p14:creationId xmlns:p14="http://schemas.microsoft.com/office/powerpoint/2010/main" val="150476662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platzhalter 1">
            <a:extLst>
              <a:ext uri="{FF2B5EF4-FFF2-40B4-BE49-F238E27FC236}">
                <a16:creationId xmlns:a16="http://schemas.microsoft.com/office/drawing/2014/main" id="{3E1F8F8B-5F68-3654-A01F-7E77247A395A}"/>
              </a:ext>
            </a:extLst>
          </p:cNvPr>
          <p:cNvSpPr>
            <a:spLocks noGrp="1"/>
          </p:cNvSpPr>
          <p:nvPr>
            <p:ph type="body" sz="quarter" idx="18"/>
          </p:nvPr>
        </p:nvSpPr>
        <p:spPr/>
        <p:txBody>
          <a:bodyPr/>
          <a:lstStyle/>
          <a:p>
            <a:pPr marL="285750" indent="-285750">
              <a:lnSpc>
                <a:spcPct val="100000"/>
              </a:lnSpc>
              <a:buFont typeface="Arial" panose="020B0604020202020204" pitchFamily="34" charset="0"/>
              <a:buChar char="•"/>
            </a:pPr>
            <a:r>
              <a:rPr lang="de-DE" sz="2000" dirty="0">
                <a:solidFill>
                  <a:srgbClr val="2869AF"/>
                </a:solidFill>
                <a:latin typeface="Calibri"/>
                <a:ea typeface="Calibri"/>
                <a:cs typeface="Calibri"/>
              </a:rPr>
              <a:t>Aufgabenstellung</a:t>
            </a:r>
          </a:p>
          <a:p>
            <a:pPr marL="285750" indent="-285750">
              <a:lnSpc>
                <a:spcPct val="100000"/>
              </a:lnSpc>
              <a:buFont typeface="Arial" panose="020B0604020202020204" pitchFamily="34" charset="0"/>
              <a:buChar char="•"/>
            </a:pPr>
            <a:r>
              <a:rPr lang="de-DE" sz="2000" dirty="0">
                <a:solidFill>
                  <a:srgbClr val="2869AF"/>
                </a:solidFill>
                <a:latin typeface="Calibri"/>
                <a:ea typeface="Calibri"/>
                <a:cs typeface="Calibri"/>
              </a:rPr>
              <a:t>Versuchsaufbau </a:t>
            </a:r>
          </a:p>
          <a:p>
            <a:pPr marL="285750" indent="-285750">
              <a:lnSpc>
                <a:spcPct val="100000"/>
              </a:lnSpc>
              <a:buFont typeface="Arial" panose="020B0604020202020204" pitchFamily="34" charset="0"/>
              <a:buChar char="•"/>
            </a:pPr>
            <a:r>
              <a:rPr lang="de-DE" sz="2000" dirty="0">
                <a:solidFill>
                  <a:srgbClr val="2869AF"/>
                </a:solidFill>
                <a:latin typeface="Calibri"/>
                <a:ea typeface="Calibri"/>
                <a:cs typeface="Calibri"/>
              </a:rPr>
              <a:t>Kalibrierung mit der Roboterkamera</a:t>
            </a:r>
          </a:p>
          <a:p>
            <a:pPr marL="285750" indent="-285750">
              <a:lnSpc>
                <a:spcPct val="100000"/>
              </a:lnSpc>
              <a:buFont typeface="Arial" panose="020B0604020202020204" pitchFamily="34" charset="0"/>
              <a:buChar char="•"/>
            </a:pPr>
            <a:r>
              <a:rPr lang="de-DE" sz="2000" dirty="0">
                <a:solidFill>
                  <a:srgbClr val="2869AF"/>
                </a:solidFill>
                <a:latin typeface="Calibri"/>
                <a:ea typeface="Calibri"/>
                <a:cs typeface="Calibri"/>
              </a:rPr>
              <a:t>Kalibrierung mit der Basiskamera</a:t>
            </a:r>
          </a:p>
          <a:p>
            <a:pPr marL="285750" indent="-285750">
              <a:lnSpc>
                <a:spcPct val="100000"/>
              </a:lnSpc>
              <a:buFont typeface="Arial" panose="020B0604020202020204" pitchFamily="34" charset="0"/>
              <a:buChar char="•"/>
            </a:pPr>
            <a:r>
              <a:rPr lang="de-DE" sz="2000" dirty="0">
                <a:solidFill>
                  <a:srgbClr val="2869AF"/>
                </a:solidFill>
                <a:latin typeface="Calibri"/>
                <a:ea typeface="Calibri"/>
                <a:cs typeface="Calibri"/>
              </a:rPr>
              <a:t>Detektion und Identifikation der Greifobjekte</a:t>
            </a:r>
          </a:p>
          <a:p>
            <a:pPr marL="285750" indent="-285750">
              <a:lnSpc>
                <a:spcPct val="100000"/>
              </a:lnSpc>
              <a:buFont typeface="Arial" panose="020B0604020202020204" pitchFamily="34" charset="0"/>
              <a:buChar char="•"/>
            </a:pPr>
            <a:r>
              <a:rPr lang="de-DE" sz="2000" dirty="0">
                <a:solidFill>
                  <a:srgbClr val="2869AF"/>
                </a:solidFill>
                <a:latin typeface="Calibri"/>
                <a:ea typeface="Calibri"/>
                <a:cs typeface="Calibri"/>
              </a:rPr>
              <a:t>Bewegungsschätzung und Vorhersage</a:t>
            </a:r>
          </a:p>
          <a:p>
            <a:pPr marL="285750" indent="-285750">
              <a:lnSpc>
                <a:spcPct val="100000"/>
              </a:lnSpc>
              <a:buFont typeface="Arial" panose="020B0604020202020204" pitchFamily="34" charset="0"/>
              <a:buChar char="•"/>
            </a:pPr>
            <a:r>
              <a:rPr lang="de-DE" sz="2000" dirty="0">
                <a:solidFill>
                  <a:srgbClr val="2869AF"/>
                </a:solidFill>
                <a:latin typeface="Calibri"/>
                <a:ea typeface="Calibri"/>
                <a:cs typeface="Calibri"/>
              </a:rPr>
              <a:t>Zielauswahl und Erreichbarkeit</a:t>
            </a:r>
          </a:p>
          <a:p>
            <a:pPr marL="285750" indent="-285750">
              <a:lnSpc>
                <a:spcPct val="100000"/>
              </a:lnSpc>
              <a:buFont typeface="Arial" panose="020B0604020202020204" pitchFamily="34" charset="0"/>
              <a:buChar char="•"/>
            </a:pPr>
            <a:r>
              <a:rPr lang="en-US" sz="2000" dirty="0" err="1">
                <a:solidFill>
                  <a:srgbClr val="2869AF"/>
                </a:solidFill>
                <a:latin typeface="Calibri"/>
                <a:ea typeface="Calibri"/>
                <a:cs typeface="Calibri"/>
              </a:rPr>
              <a:t>Umsetzung</a:t>
            </a:r>
            <a:r>
              <a:rPr lang="en-US" sz="2000" dirty="0">
                <a:solidFill>
                  <a:srgbClr val="2869AF"/>
                </a:solidFill>
                <a:latin typeface="Calibri"/>
                <a:ea typeface="Calibri"/>
                <a:cs typeface="Calibri"/>
              </a:rPr>
              <a:t> „On the Fly“-Picking</a:t>
            </a:r>
          </a:p>
          <a:p>
            <a:pPr marL="285750" indent="-285750">
              <a:lnSpc>
                <a:spcPct val="100000"/>
              </a:lnSpc>
              <a:buFont typeface="Arial" panose="020B0604020202020204" pitchFamily="34" charset="0"/>
              <a:buChar char="•"/>
            </a:pPr>
            <a:r>
              <a:rPr lang="de-DE" sz="2000" dirty="0">
                <a:solidFill>
                  <a:srgbClr val="2869AF"/>
                </a:solidFill>
                <a:latin typeface="Calibri"/>
                <a:ea typeface="Calibri"/>
                <a:cs typeface="Calibri"/>
              </a:rPr>
              <a:t>Fazit und Ausblick</a:t>
            </a:r>
          </a:p>
          <a:p>
            <a:pPr marL="285750" indent="-285750">
              <a:buFont typeface="Arial" panose="020B0604020202020204" pitchFamily="34" charset="0"/>
              <a:buChar char="•"/>
            </a:pPr>
            <a:endParaRPr lang="de-DE" dirty="0"/>
          </a:p>
        </p:txBody>
      </p:sp>
      <p:sp>
        <p:nvSpPr>
          <p:cNvPr id="3" name="Datumsplatzhalter 2">
            <a:extLst>
              <a:ext uri="{FF2B5EF4-FFF2-40B4-BE49-F238E27FC236}">
                <a16:creationId xmlns:a16="http://schemas.microsoft.com/office/drawing/2014/main" id="{B839886C-34FE-9AF2-7D3C-4FCF293C6D35}"/>
              </a:ext>
            </a:extLst>
          </p:cNvPr>
          <p:cNvSpPr>
            <a:spLocks noGrp="1"/>
          </p:cNvSpPr>
          <p:nvPr>
            <p:ph type="dt" sz="half" idx="28"/>
          </p:nvPr>
        </p:nvSpPr>
        <p:spPr/>
        <p:txBody>
          <a:bodyPr/>
          <a:lstStyle/>
          <a:p>
            <a:r>
              <a:rPr lang="de-DE"/>
              <a:t>FuE-Projekt Sommersemester 2026 | 30.09.2026</a:t>
            </a:r>
            <a:endParaRPr lang="de-DE" dirty="0"/>
          </a:p>
        </p:txBody>
      </p:sp>
      <p:sp>
        <p:nvSpPr>
          <p:cNvPr id="4" name="Fußzeilenplatzhalter 3">
            <a:extLst>
              <a:ext uri="{FF2B5EF4-FFF2-40B4-BE49-F238E27FC236}">
                <a16:creationId xmlns:a16="http://schemas.microsoft.com/office/drawing/2014/main" id="{5C2996B9-B178-A422-D173-9391298BEE51}"/>
              </a:ext>
            </a:extLst>
          </p:cNvPr>
          <p:cNvSpPr>
            <a:spLocks noGrp="1"/>
          </p:cNvSpPr>
          <p:nvPr>
            <p:ph type="ftr" sz="quarter" idx="29"/>
          </p:nvPr>
        </p:nvSpPr>
        <p:spPr/>
        <p:txBody>
          <a:bodyPr/>
          <a:lstStyle/>
          <a:p>
            <a:r>
              <a:rPr lang="de-DE"/>
              <a:t>Hochschule Karlsruhe</a:t>
            </a:r>
          </a:p>
        </p:txBody>
      </p:sp>
      <p:sp>
        <p:nvSpPr>
          <p:cNvPr id="5" name="Foliennummernplatzhalter 4">
            <a:extLst>
              <a:ext uri="{FF2B5EF4-FFF2-40B4-BE49-F238E27FC236}">
                <a16:creationId xmlns:a16="http://schemas.microsoft.com/office/drawing/2014/main" id="{7A7BFAD8-C163-52C6-442B-A4A952FEF57E}"/>
              </a:ext>
            </a:extLst>
          </p:cNvPr>
          <p:cNvSpPr>
            <a:spLocks noGrp="1"/>
          </p:cNvSpPr>
          <p:nvPr>
            <p:ph type="sldNum" sz="quarter" idx="30"/>
          </p:nvPr>
        </p:nvSpPr>
        <p:spPr/>
        <p:txBody>
          <a:bodyPr/>
          <a:lstStyle/>
          <a:p>
            <a:fld id="{13005BA2-ABF8-0A46-8B15-84F2660EFA6C}" type="slidenum">
              <a:rPr lang="de-DE" smtClean="0"/>
              <a:pPr/>
              <a:t>2</a:t>
            </a:fld>
            <a:endParaRPr lang="de-DE"/>
          </a:p>
        </p:txBody>
      </p:sp>
      <p:sp>
        <p:nvSpPr>
          <p:cNvPr id="6" name="Textplatzhalter 5">
            <a:extLst>
              <a:ext uri="{FF2B5EF4-FFF2-40B4-BE49-F238E27FC236}">
                <a16:creationId xmlns:a16="http://schemas.microsoft.com/office/drawing/2014/main" id="{B26DCF44-216A-852D-3EA8-AAB95A15B15E}"/>
              </a:ext>
            </a:extLst>
          </p:cNvPr>
          <p:cNvSpPr>
            <a:spLocks noGrp="1"/>
          </p:cNvSpPr>
          <p:nvPr>
            <p:ph type="body" sz="quarter" idx="24"/>
          </p:nvPr>
        </p:nvSpPr>
        <p:spPr/>
        <p:txBody>
          <a:bodyPr/>
          <a:lstStyle/>
          <a:p>
            <a:r>
              <a:rPr lang="de-DE" dirty="0"/>
              <a:t>Agenda</a:t>
            </a:r>
          </a:p>
        </p:txBody>
      </p:sp>
      <p:pic>
        <p:nvPicPr>
          <p:cNvPr id="8" name="Grafik 7">
            <a:extLst>
              <a:ext uri="{FF2B5EF4-FFF2-40B4-BE49-F238E27FC236}">
                <a16:creationId xmlns:a16="http://schemas.microsoft.com/office/drawing/2014/main" id="{957AD6C6-FBB7-744E-738F-A066035B846A}"/>
              </a:ext>
            </a:extLst>
          </p:cNvPr>
          <p:cNvPicPr>
            <a:picLocks noChangeAspect="1"/>
          </p:cNvPicPr>
          <p:nvPr/>
        </p:nvPicPr>
        <p:blipFill>
          <a:blip r:embed="rId3"/>
          <a:srcRect t="1283" b="-63"/>
          <a:stretch>
            <a:fillRect/>
          </a:stretch>
        </p:blipFill>
        <p:spPr>
          <a:xfrm>
            <a:off x="6023979" y="1578476"/>
            <a:ext cx="4465562" cy="3308356"/>
          </a:xfrm>
          <a:prstGeom prst="rect">
            <a:avLst/>
          </a:prstGeom>
        </p:spPr>
      </p:pic>
    </p:spTree>
    <p:extLst>
      <p:ext uri="{BB962C8B-B14F-4D97-AF65-F5344CB8AC3E}">
        <p14:creationId xmlns:p14="http://schemas.microsoft.com/office/powerpoint/2010/main" val="292747237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 name="slide-title">
            <a:extLst>
              <a:ext uri="{FF2B5EF4-FFF2-40B4-BE49-F238E27FC236}">
                <a16:creationId xmlns:a16="http://schemas.microsoft.com/office/drawing/2014/main" id="{654AAF4C-2050-496F-AAF7-038B44B42FA3}"/>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sz="3200" b="0" dirty="0" err="1">
                <a:solidFill>
                  <a:srgbClr val="2869AF"/>
                </a:solidFill>
                <a:latin typeface="Calibri"/>
                <a:ea typeface="Calibri"/>
                <a:cs typeface="Calibri"/>
              </a:rPr>
              <a:t>Aufgabenstellung</a:t>
            </a:r>
            <a:endParaRPr sz="3200" b="0" dirty="0">
              <a:solidFill>
                <a:srgbClr val="2869AF"/>
              </a:solidFill>
              <a:latin typeface="Calibri"/>
              <a:ea typeface="Calibri"/>
              <a:cs typeface="Calibri"/>
            </a:endParaRPr>
          </a:p>
        </p:txBody>
      </p:sp>
      <p:sp>
        <p:nvSpPr>
          <p:cNvPr id="1003" name="task-bullets-0">
            <a:extLst>
              <a:ext uri="{FF2B5EF4-FFF2-40B4-BE49-F238E27FC236}">
                <a16:creationId xmlns:a16="http://schemas.microsoft.com/office/drawing/2014/main" id="{48B2B4A5-063B-4328-96F5-4AEB73B55B5E}"/>
              </a:ext>
            </a:extLst>
          </p:cNvPr>
          <p:cNvSpPr>
            <a:spLocks noGrp="1"/>
          </p:cNvSpPr>
          <p:nvPr/>
        </p:nvSpPr>
        <p:spPr>
          <a:xfrm>
            <a:off x="565015" y="1576286"/>
            <a:ext cx="5667375" cy="514350"/>
          </a:xfrm>
          <a:prstGeom prst="rect">
            <a:avLst/>
          </a:prstGeom>
          <a:noFill/>
          <a:ln w="0">
            <a:noFill/>
          </a:ln>
        </p:spPr>
        <p:txBody>
          <a:bodyPr wrap="square" lIns="0" tIns="0" rIns="0" bIns="0" anchor="t">
            <a:noAutofit/>
          </a:bodyPr>
          <a:lstStyle/>
          <a:p>
            <a:pPr marL="304800" indent="-177800" algn="l">
              <a:spcBef>
                <a:spcPts val="0"/>
              </a:spcBef>
              <a:spcAft>
                <a:spcPts val="0"/>
              </a:spcAft>
              <a:buChar char="•"/>
              <a:defRPr sz="2200" b="0">
                <a:solidFill>
                  <a:srgbClr val="17232E"/>
                </a:solidFill>
                <a:latin typeface="Calibri"/>
                <a:ea typeface="Calibri"/>
                <a:cs typeface="Calibri"/>
              </a:defRPr>
            </a:pPr>
            <a:r>
              <a:rPr dirty="0" err="1"/>
              <a:t>Greifen</a:t>
            </a:r>
            <a:r>
              <a:rPr dirty="0"/>
              <a:t> </a:t>
            </a:r>
            <a:r>
              <a:rPr dirty="0" err="1"/>
              <a:t>im</a:t>
            </a:r>
            <a:r>
              <a:rPr dirty="0"/>
              <a:t> Lauf</a:t>
            </a:r>
          </a:p>
        </p:txBody>
      </p:sp>
      <p:sp>
        <p:nvSpPr>
          <p:cNvPr id="1004" name="task-bullets-1">
            <a:extLst>
              <a:ext uri="{FF2B5EF4-FFF2-40B4-BE49-F238E27FC236}">
                <a16:creationId xmlns:a16="http://schemas.microsoft.com/office/drawing/2014/main" id="{808922D0-6143-4374-A754-175AF22DCFBD}"/>
              </a:ext>
            </a:extLst>
          </p:cNvPr>
          <p:cNvSpPr>
            <a:spLocks noGrp="1"/>
          </p:cNvSpPr>
          <p:nvPr/>
        </p:nvSpPr>
        <p:spPr>
          <a:xfrm>
            <a:off x="565015" y="2090636"/>
            <a:ext cx="5667375" cy="514350"/>
          </a:xfrm>
          <a:prstGeom prst="rect">
            <a:avLst/>
          </a:prstGeom>
          <a:noFill/>
          <a:ln w="0">
            <a:noFill/>
          </a:ln>
        </p:spPr>
        <p:txBody>
          <a:bodyPr wrap="square" lIns="0" tIns="0" rIns="0" bIns="0" anchor="t">
            <a:noAutofit/>
          </a:bodyPr>
          <a:lstStyle/>
          <a:p>
            <a:pPr marL="304800" indent="-177800" algn="l">
              <a:spcBef>
                <a:spcPts val="0"/>
              </a:spcBef>
              <a:spcAft>
                <a:spcPts val="0"/>
              </a:spcAft>
              <a:buChar char="•"/>
              <a:defRPr sz="2200" b="0">
                <a:solidFill>
                  <a:srgbClr val="17232E"/>
                </a:solidFill>
                <a:latin typeface="Calibri"/>
                <a:ea typeface="Calibri"/>
                <a:cs typeface="Calibri"/>
              </a:defRPr>
            </a:pPr>
            <a:r>
              <a:rPr dirty="0" err="1"/>
              <a:t>Mehrere</a:t>
            </a:r>
            <a:r>
              <a:rPr dirty="0"/>
              <a:t> </a:t>
            </a:r>
            <a:r>
              <a:rPr dirty="0" err="1"/>
              <a:t>Objekte</a:t>
            </a:r>
            <a:r>
              <a:rPr lang="de-DE" dirty="0"/>
              <a:t> &amp;</a:t>
            </a:r>
            <a:r>
              <a:rPr dirty="0"/>
              <a:t> </a:t>
            </a:r>
            <a:r>
              <a:rPr dirty="0" err="1"/>
              <a:t>Priorisierung</a:t>
            </a:r>
            <a:endParaRPr lang="de-DE" dirty="0"/>
          </a:p>
        </p:txBody>
      </p:sp>
      <p:sp>
        <p:nvSpPr>
          <p:cNvPr id="1005" name="task-bullets-2">
            <a:extLst>
              <a:ext uri="{FF2B5EF4-FFF2-40B4-BE49-F238E27FC236}">
                <a16:creationId xmlns:a16="http://schemas.microsoft.com/office/drawing/2014/main" id="{544D7FC6-0737-4BC6-8229-329EC8686B51}"/>
              </a:ext>
            </a:extLst>
          </p:cNvPr>
          <p:cNvSpPr>
            <a:spLocks noGrp="1"/>
          </p:cNvSpPr>
          <p:nvPr/>
        </p:nvSpPr>
        <p:spPr>
          <a:xfrm>
            <a:off x="565015" y="2604986"/>
            <a:ext cx="5667375" cy="514350"/>
          </a:xfrm>
          <a:prstGeom prst="rect">
            <a:avLst/>
          </a:prstGeom>
          <a:noFill/>
          <a:ln w="0">
            <a:noFill/>
          </a:ln>
        </p:spPr>
        <p:txBody>
          <a:bodyPr wrap="square" lIns="0" tIns="0" rIns="0" bIns="0" anchor="t">
            <a:noAutofit/>
          </a:bodyPr>
          <a:lstStyle/>
          <a:p>
            <a:pPr marL="304800" indent="-177800" algn="l">
              <a:spcBef>
                <a:spcPts val="0"/>
              </a:spcBef>
              <a:spcAft>
                <a:spcPts val="0"/>
              </a:spcAft>
              <a:buChar char="•"/>
              <a:defRPr sz="2200" b="0">
                <a:solidFill>
                  <a:srgbClr val="17232E"/>
                </a:solidFill>
                <a:latin typeface="Calibri"/>
                <a:ea typeface="Calibri"/>
                <a:cs typeface="Calibri"/>
              </a:defRPr>
            </a:pPr>
            <a:r>
              <a:rPr dirty="0" err="1"/>
              <a:t>Bildbasierte</a:t>
            </a:r>
            <a:r>
              <a:rPr dirty="0"/>
              <a:t> </a:t>
            </a:r>
            <a:r>
              <a:rPr dirty="0" err="1"/>
              <a:t>Bewegungsschätzung</a:t>
            </a:r>
            <a:endParaRPr dirty="0"/>
          </a:p>
        </p:txBody>
      </p:sp>
      <p:sp>
        <p:nvSpPr>
          <p:cNvPr id="1006" name="task-bullets-3">
            <a:extLst>
              <a:ext uri="{FF2B5EF4-FFF2-40B4-BE49-F238E27FC236}">
                <a16:creationId xmlns:a16="http://schemas.microsoft.com/office/drawing/2014/main" id="{01353B30-97F6-4963-B45B-DC86A6F2DEA7}"/>
              </a:ext>
            </a:extLst>
          </p:cNvPr>
          <p:cNvSpPr>
            <a:spLocks noGrp="1"/>
          </p:cNvSpPr>
          <p:nvPr/>
        </p:nvSpPr>
        <p:spPr>
          <a:xfrm>
            <a:off x="565015" y="3119336"/>
            <a:ext cx="5667375" cy="514350"/>
          </a:xfrm>
          <a:prstGeom prst="rect">
            <a:avLst/>
          </a:prstGeom>
          <a:noFill/>
          <a:ln w="0">
            <a:noFill/>
          </a:ln>
        </p:spPr>
        <p:txBody>
          <a:bodyPr wrap="square" lIns="0" tIns="0" rIns="0" bIns="0" anchor="t">
            <a:noAutofit/>
          </a:bodyPr>
          <a:lstStyle/>
          <a:p>
            <a:pPr marL="304800" indent="-177800" algn="l">
              <a:spcBef>
                <a:spcPts val="0"/>
              </a:spcBef>
              <a:spcAft>
                <a:spcPts val="0"/>
              </a:spcAft>
              <a:buChar char="•"/>
              <a:defRPr sz="2200" b="0">
                <a:solidFill>
                  <a:srgbClr val="17232E"/>
                </a:solidFill>
                <a:latin typeface="Calibri"/>
                <a:ea typeface="Calibri"/>
                <a:cs typeface="Calibri"/>
              </a:defRPr>
            </a:pPr>
            <a:r>
              <a:rPr lang="de-DE" dirty="0"/>
              <a:t>Echtzeitsteuerung</a:t>
            </a:r>
            <a:r>
              <a:rPr dirty="0"/>
              <a:t> </a:t>
            </a:r>
            <a:r>
              <a:rPr dirty="0" err="1"/>
              <a:t>mit</a:t>
            </a:r>
            <a:r>
              <a:rPr dirty="0"/>
              <a:t> AICA</a:t>
            </a:r>
          </a:p>
        </p:txBody>
      </p:sp>
      <p:sp>
        <p:nvSpPr>
          <p:cNvPr id="1007" name="task-bullets-4">
            <a:extLst>
              <a:ext uri="{FF2B5EF4-FFF2-40B4-BE49-F238E27FC236}">
                <a16:creationId xmlns:a16="http://schemas.microsoft.com/office/drawing/2014/main" id="{D6D9CA20-BCA5-48C8-90E0-E5FC12C745F2}"/>
              </a:ext>
            </a:extLst>
          </p:cNvPr>
          <p:cNvSpPr>
            <a:spLocks noGrp="1"/>
          </p:cNvSpPr>
          <p:nvPr/>
        </p:nvSpPr>
        <p:spPr>
          <a:xfrm>
            <a:off x="565015" y="3633686"/>
            <a:ext cx="5667375" cy="514350"/>
          </a:xfrm>
          <a:prstGeom prst="rect">
            <a:avLst/>
          </a:prstGeom>
          <a:noFill/>
          <a:ln w="0">
            <a:noFill/>
          </a:ln>
        </p:spPr>
        <p:txBody>
          <a:bodyPr wrap="square" lIns="0" tIns="0" rIns="0" bIns="0" anchor="t">
            <a:noAutofit/>
          </a:bodyPr>
          <a:lstStyle/>
          <a:p>
            <a:pPr marL="304800" indent="-177800" algn="l">
              <a:spcBef>
                <a:spcPts val="0"/>
              </a:spcBef>
              <a:spcAft>
                <a:spcPts val="0"/>
              </a:spcAft>
              <a:buChar char="•"/>
              <a:defRPr sz="2200" b="0">
                <a:solidFill>
                  <a:srgbClr val="17232E"/>
                </a:solidFill>
                <a:latin typeface="Calibri"/>
                <a:ea typeface="Calibri"/>
                <a:cs typeface="Calibri"/>
              </a:defRPr>
            </a:pPr>
            <a:r>
              <a:rPr lang="de-DE" dirty="0"/>
              <a:t>Automatische</a:t>
            </a:r>
            <a:r>
              <a:rPr dirty="0"/>
              <a:t> </a:t>
            </a:r>
            <a:r>
              <a:rPr dirty="0" err="1"/>
              <a:t>Kamerakalibrierung</a:t>
            </a:r>
            <a:endParaRPr dirty="0"/>
          </a:p>
        </p:txBody>
      </p:sp>
      <p:sp>
        <p:nvSpPr>
          <p:cNvPr id="1008" name="task-bullets-5">
            <a:extLst>
              <a:ext uri="{FF2B5EF4-FFF2-40B4-BE49-F238E27FC236}">
                <a16:creationId xmlns:a16="http://schemas.microsoft.com/office/drawing/2014/main" id="{AF36FEEE-0838-4125-8575-9EC4D9B38050}"/>
              </a:ext>
            </a:extLst>
          </p:cNvPr>
          <p:cNvSpPr>
            <a:spLocks noGrp="1"/>
          </p:cNvSpPr>
          <p:nvPr/>
        </p:nvSpPr>
        <p:spPr>
          <a:xfrm>
            <a:off x="565015" y="4148036"/>
            <a:ext cx="5667375" cy="514350"/>
          </a:xfrm>
          <a:prstGeom prst="rect">
            <a:avLst/>
          </a:prstGeom>
          <a:noFill/>
          <a:ln w="0">
            <a:noFill/>
          </a:ln>
        </p:spPr>
        <p:txBody>
          <a:bodyPr wrap="square" lIns="0" tIns="0" rIns="0" bIns="0" anchor="t">
            <a:noAutofit/>
          </a:bodyPr>
          <a:lstStyle/>
          <a:p>
            <a:pPr marL="304800" indent="-177800" algn="l">
              <a:spcBef>
                <a:spcPts val="0"/>
              </a:spcBef>
              <a:spcAft>
                <a:spcPts val="0"/>
              </a:spcAft>
              <a:buChar char="•"/>
              <a:defRPr sz="2200" b="0">
                <a:solidFill>
                  <a:srgbClr val="17232E"/>
                </a:solidFill>
                <a:latin typeface="Calibri"/>
                <a:ea typeface="Calibri"/>
                <a:cs typeface="Calibri"/>
              </a:defRPr>
            </a:pPr>
            <a:r>
              <a:rPr dirty="0" err="1"/>
              <a:t>Verschiedene</a:t>
            </a:r>
            <a:r>
              <a:rPr dirty="0"/>
              <a:t> </a:t>
            </a:r>
            <a:r>
              <a:rPr dirty="0" err="1"/>
              <a:t>Bandgeschwindigkeiten</a:t>
            </a:r>
            <a:endParaRPr dirty="0"/>
          </a:p>
        </p:txBody>
      </p:sp>
      <p:sp>
        <p:nvSpPr>
          <p:cNvPr id="4" name="Datumsplatzhalter 3">
            <a:extLst>
              <a:ext uri="{FF2B5EF4-FFF2-40B4-BE49-F238E27FC236}">
                <a16:creationId xmlns:a16="http://schemas.microsoft.com/office/drawing/2014/main" id="{E0FFCA09-E868-9414-C3D5-52C11A450128}"/>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777BDD82-559A-FBCF-840E-DAED8E813974}"/>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BB7CC81-C6DE-2590-E212-45E5CDB9E723}"/>
              </a:ext>
            </a:extLst>
          </p:cNvPr>
          <p:cNvSpPr>
            <a:spLocks noGrp="1"/>
          </p:cNvSpPr>
          <p:nvPr>
            <p:ph type="sldNum" sz="quarter" idx="29"/>
          </p:nvPr>
        </p:nvSpPr>
        <p:spPr/>
        <p:txBody>
          <a:bodyPr/>
          <a:lstStyle/>
          <a:p>
            <a:fld id="{13005BA2-ABF8-0A46-8B15-84F2660EFA6C}" type="slidenum">
              <a:rPr lang="de-DE" smtClean="0"/>
              <a:pPr/>
              <a:t>3</a:t>
            </a:fld>
            <a:endParaRPr lang="de-DE"/>
          </a:p>
        </p:txBody>
      </p:sp>
      <p:pic>
        <p:nvPicPr>
          <p:cNvPr id="3" name="Grafik 2">
            <a:extLst>
              <a:ext uri="{FF2B5EF4-FFF2-40B4-BE49-F238E27FC236}">
                <a16:creationId xmlns:a16="http://schemas.microsoft.com/office/drawing/2014/main" id="{A58BCCDA-507F-DBC4-E1A2-165DB7DBCC30}"/>
              </a:ext>
            </a:extLst>
          </p:cNvPr>
          <p:cNvPicPr>
            <a:picLocks noChangeAspect="1"/>
          </p:cNvPicPr>
          <p:nvPr/>
        </p:nvPicPr>
        <p:blipFill>
          <a:blip r:embed="rId3"/>
          <a:srcRect t="1283" b="-63"/>
          <a:stretch>
            <a:fillRect/>
          </a:stretch>
        </p:blipFill>
        <p:spPr>
          <a:xfrm>
            <a:off x="6023979" y="1578476"/>
            <a:ext cx="4465562" cy="3308356"/>
          </a:xfrm>
          <a:prstGeom prst="rect">
            <a:avLst/>
          </a:prstGeom>
        </p:spPr>
      </p:pic>
      <p:sp>
        <p:nvSpPr>
          <p:cNvPr id="7" name="Textfeld 6">
            <a:extLst>
              <a:ext uri="{FF2B5EF4-FFF2-40B4-BE49-F238E27FC236}">
                <a16:creationId xmlns:a16="http://schemas.microsoft.com/office/drawing/2014/main" id="{8D137DF7-CCF5-B254-F1C0-714D1F5BFF33}"/>
              </a:ext>
            </a:extLst>
          </p:cNvPr>
          <p:cNvSpPr txBox="1"/>
          <p:nvPr/>
        </p:nvSpPr>
        <p:spPr>
          <a:xfrm>
            <a:off x="259404" y="1024647"/>
            <a:ext cx="0" cy="0"/>
          </a:xfrm>
          <a:prstGeom prst="rect">
            <a:avLst/>
          </a:prstGeom>
          <a:ln>
            <a:noFill/>
          </a:ln>
        </p:spPr>
        <p:txBody>
          <a:bodyPr wrap="none" lIns="0" tIns="0" rIns="0" bIns="0" rtlCol="0" anchor="t" anchorCtr="0">
            <a:noAutofit/>
          </a:bodyPr>
          <a:lstStyle/>
          <a:p>
            <a:pPr algn="l"/>
            <a:endParaRPr lang="de-DE" sz="2500" dirty="0" err="1">
              <a:latin typeface="Calibri" pitchFamily="2" charset="77"/>
            </a:endParaRPr>
          </a:p>
        </p:txBody>
      </p:sp>
    </p:spTree>
    <p:extLst>
      <p:ext uri="{BB962C8B-B14F-4D97-AF65-F5344CB8AC3E}">
        <p14:creationId xmlns:p14="http://schemas.microsoft.com/office/powerpoint/2010/main" val="1106493487"/>
      </p:ext>
    </p:extLst>
  </p:cSld>
  <p:clrMapOvr>
    <a:masterClrMapping/>
  </p:clrMapOvr>
  <p:transition spd="slow">
    <p:push dir="u"/>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73" name="belt-surface">
            <a:extLst>
              <a:ext uri="{FF2B5EF4-FFF2-40B4-BE49-F238E27FC236}">
                <a16:creationId xmlns:a16="http://schemas.microsoft.com/office/drawing/2014/main" id="{D58D17F3-0311-4B4F-B183-278E4BBBD64F}"/>
              </a:ext>
            </a:extLst>
          </p:cNvPr>
          <p:cNvSpPr>
            <a:spLocks noGrp="1"/>
          </p:cNvSpPr>
          <p:nvPr/>
        </p:nvSpPr>
        <p:spPr>
          <a:xfrm>
            <a:off x="3143250" y="1666875"/>
            <a:ext cx="2271712" cy="4286250"/>
          </a:xfrm>
          <a:prstGeom prst="rect">
            <a:avLst/>
          </a:prstGeom>
          <a:solidFill>
            <a:srgbClr val="E7EEF4"/>
          </a:solidFill>
          <a:ln w="19050">
            <a:solidFill>
              <a:srgbClr val="305B78"/>
            </a:solidFill>
            <a:prstDash val="solid"/>
          </a:ln>
        </p:spPr>
        <p:txBody>
          <a:bodyPr/>
          <a:lstStyle/>
          <a:p>
            <a:endParaRPr lang="de-DE"/>
          </a:p>
        </p:txBody>
      </p:sp>
      <p:sp>
        <p:nvSpPr>
          <p:cNvPr id="2002" name="upstream-roller">
            <a:extLst>
              <a:ext uri="{FF2B5EF4-FFF2-40B4-BE49-F238E27FC236}">
                <a16:creationId xmlns:a16="http://schemas.microsoft.com/office/drawing/2014/main" id="{60E19211-7C6B-4F19-8BC1-1F5ECAA7A7D0}"/>
              </a:ext>
            </a:extLst>
          </p:cNvPr>
          <p:cNvSpPr>
            <a:spLocks noGrp="1"/>
          </p:cNvSpPr>
          <p:nvPr/>
        </p:nvSpPr>
        <p:spPr>
          <a:xfrm>
            <a:off x="3143250" y="1590675"/>
            <a:ext cx="2271712" cy="76200"/>
          </a:xfrm>
          <a:prstGeom prst="roundRect">
            <a:avLst>
              <a:gd name="adj" fmla="val 50000"/>
            </a:avLst>
          </a:prstGeom>
          <a:solidFill>
            <a:srgbClr val="D6DCE1"/>
          </a:solidFill>
          <a:ln w="7620">
            <a:solidFill>
              <a:srgbClr val="4B5563"/>
            </a:solidFill>
            <a:prstDash val="solid"/>
          </a:ln>
        </p:spPr>
      </p:sp>
      <p:sp>
        <p:nvSpPr>
          <p:cNvPr id="2003" name="downstream-roller">
            <a:extLst>
              <a:ext uri="{FF2B5EF4-FFF2-40B4-BE49-F238E27FC236}">
                <a16:creationId xmlns:a16="http://schemas.microsoft.com/office/drawing/2014/main" id="{BE10B9B5-635B-4E77-8AD5-D794741886A0}"/>
              </a:ext>
            </a:extLst>
          </p:cNvPr>
          <p:cNvSpPr>
            <a:spLocks noGrp="1"/>
          </p:cNvSpPr>
          <p:nvPr/>
        </p:nvSpPr>
        <p:spPr>
          <a:xfrm>
            <a:off x="3143250" y="5953125"/>
            <a:ext cx="2271712" cy="76200"/>
          </a:xfrm>
          <a:prstGeom prst="roundRect">
            <a:avLst>
              <a:gd name="adj" fmla="val 50000"/>
            </a:avLst>
          </a:prstGeom>
          <a:solidFill>
            <a:srgbClr val="D6DCE1"/>
          </a:solidFill>
          <a:ln w="7620">
            <a:solidFill>
              <a:srgbClr val="4B5563"/>
            </a:solidFill>
            <a:prstDash val="solid"/>
          </a:ln>
        </p:spPr>
      </p:sp>
      <p:sp>
        <p:nvSpPr>
          <p:cNvPr id="2004" name="grasp-zone">
            <a:extLst>
              <a:ext uri="{FF2B5EF4-FFF2-40B4-BE49-F238E27FC236}">
                <a16:creationId xmlns:a16="http://schemas.microsoft.com/office/drawing/2014/main" id="{B438DC57-03C6-4618-B74F-08F545CDB36C}"/>
              </a:ext>
            </a:extLst>
          </p:cNvPr>
          <p:cNvSpPr>
            <a:spLocks noGrp="1"/>
          </p:cNvSpPr>
          <p:nvPr/>
        </p:nvSpPr>
        <p:spPr>
          <a:xfrm>
            <a:off x="3929063" y="3652837"/>
            <a:ext cx="1485899" cy="2185988"/>
          </a:xfrm>
          <a:prstGeom prst="rect">
            <a:avLst/>
          </a:prstGeom>
          <a:solidFill>
            <a:srgbClr val="EEF5FA"/>
          </a:solidFill>
          <a:ln w="17145">
            <a:solidFill>
              <a:srgbClr val="1D70B8"/>
            </a:solidFill>
            <a:prstDash val="dash"/>
          </a:ln>
        </p:spPr>
        <p:txBody>
          <a:bodyPr/>
          <a:lstStyle/>
          <a:p>
            <a:endParaRPr lang="de-DE"/>
          </a:p>
        </p:txBody>
      </p:sp>
      <p:sp>
        <p:nvSpPr>
          <p:cNvPr id="2005" name="belt-label">
            <a:extLst>
              <a:ext uri="{FF2B5EF4-FFF2-40B4-BE49-F238E27FC236}">
                <a16:creationId xmlns:a16="http://schemas.microsoft.com/office/drawing/2014/main" id="{D10F0381-63E4-4121-941A-774A8C7A85D5}"/>
              </a:ext>
            </a:extLst>
          </p:cNvPr>
          <p:cNvSpPr>
            <a:spLocks noGrp="1"/>
          </p:cNvSpPr>
          <p:nvPr/>
        </p:nvSpPr>
        <p:spPr>
          <a:xfrm>
            <a:off x="3371850" y="2571750"/>
            <a:ext cx="1571625" cy="285750"/>
          </a:xfrm>
          <a:prstGeom prst="rect">
            <a:avLst/>
          </a:prstGeom>
          <a:noFill/>
          <a:ln w="0">
            <a:noFill/>
          </a:ln>
        </p:spPr>
        <p:txBody>
          <a:bodyPr wrap="none" lIns="0" tIns="0" rIns="0" bIns="0" anchor="t">
            <a:noAutofit/>
          </a:bodyPr>
          <a:lstStyle/>
          <a:p>
            <a:pPr algn="l">
              <a:spcBef>
                <a:spcPts val="0"/>
              </a:spcBef>
              <a:spcAft>
                <a:spcPts val="0"/>
              </a:spcAft>
              <a:defRPr sz="1600" b="1">
                <a:solidFill>
                  <a:srgbClr val="17212B"/>
                </a:solidFill>
                <a:latin typeface="Arial"/>
                <a:ea typeface="Arial"/>
                <a:cs typeface="Arial"/>
              </a:defRPr>
            </a:pPr>
            <a:r>
              <a:rPr sz="1600" b="1">
                <a:solidFill>
                  <a:srgbClr val="17212B"/>
                </a:solidFill>
                <a:latin typeface="Arial"/>
                <a:ea typeface="Arial"/>
                <a:cs typeface="Arial"/>
              </a:rPr>
              <a:t>Förderband</a:t>
            </a:r>
          </a:p>
        </p:txBody>
      </p:sp>
      <p:sp>
        <p:nvSpPr>
          <p:cNvPr id="2006" name="direction-label">
            <a:extLst>
              <a:ext uri="{FF2B5EF4-FFF2-40B4-BE49-F238E27FC236}">
                <a16:creationId xmlns:a16="http://schemas.microsoft.com/office/drawing/2014/main" id="{1E6B5DC8-372B-475B-B057-73C826B77A9D}"/>
              </a:ext>
            </a:extLst>
          </p:cNvPr>
          <p:cNvSpPr>
            <a:spLocks noGrp="1"/>
          </p:cNvSpPr>
          <p:nvPr/>
        </p:nvSpPr>
        <p:spPr>
          <a:xfrm>
            <a:off x="3371850" y="2924175"/>
            <a:ext cx="1571625" cy="266700"/>
          </a:xfrm>
          <a:prstGeom prst="rect">
            <a:avLst/>
          </a:prstGeom>
          <a:noFill/>
          <a:ln w="0">
            <a:noFill/>
          </a:ln>
        </p:spPr>
        <p:txBody>
          <a:bodyPr wrap="none" lIns="0" tIns="0" rIns="0" bIns="0" anchor="t">
            <a:noAutofit/>
          </a:bodyPr>
          <a:lstStyle/>
          <a:p>
            <a:pPr algn="l">
              <a:spcBef>
                <a:spcPts val="0"/>
              </a:spcBef>
              <a:spcAft>
                <a:spcPts val="0"/>
              </a:spcAft>
              <a:defRPr sz="1350" b="0">
                <a:solidFill>
                  <a:srgbClr val="4B5563"/>
                </a:solidFill>
                <a:latin typeface="Arial"/>
                <a:ea typeface="Arial"/>
                <a:cs typeface="Arial"/>
              </a:defRPr>
            </a:pPr>
            <a:r>
              <a:rPr sz="1350" b="0">
                <a:solidFill>
                  <a:srgbClr val="4B5563"/>
                </a:solidFill>
                <a:latin typeface="Arial"/>
                <a:ea typeface="Arial"/>
                <a:cs typeface="Arial"/>
              </a:rPr>
              <a:t>Bandrichtung</a:t>
            </a:r>
          </a:p>
        </p:txBody>
      </p:sp>
      <p:sp>
        <p:nvSpPr>
          <p:cNvPr id="2007" name="belt-direction-shaft">
            <a:extLst>
              <a:ext uri="{FF2B5EF4-FFF2-40B4-BE49-F238E27FC236}">
                <a16:creationId xmlns:a16="http://schemas.microsoft.com/office/drawing/2014/main" id="{1A6D3BF0-B487-448B-8B61-7BF5DEB9FCEE}"/>
              </a:ext>
            </a:extLst>
          </p:cNvPr>
          <p:cNvSpPr>
            <a:spLocks noGrp="1"/>
          </p:cNvSpPr>
          <p:nvPr/>
        </p:nvSpPr>
        <p:spPr>
          <a:xfrm>
            <a:off x="5162550" y="2495550"/>
            <a:ext cx="953" cy="866775"/>
          </a:xfrm>
          <a:custGeom>
            <a:avLst/>
            <a:gdLst/>
            <a:ahLst/>
            <a:cxnLst/>
            <a:rect l="0" t="0" r="0" b="0"/>
            <a:pathLst>
              <a:path w="953" h="866775">
                <a:moveTo>
                  <a:pt x="0" y="0"/>
                </a:moveTo>
                <a:lnTo>
                  <a:pt x="0" y="866775"/>
                </a:lnTo>
              </a:path>
            </a:pathLst>
          </a:custGeom>
          <a:noFill/>
          <a:ln w="36195">
            <a:solidFill>
              <a:srgbClr val="E87520"/>
            </a:solidFill>
            <a:prstDash val="solid"/>
          </a:ln>
        </p:spPr>
      </p:sp>
      <p:sp>
        <p:nvSpPr>
          <p:cNvPr id="2008" name="belt-direction-tip">
            <a:extLst>
              <a:ext uri="{FF2B5EF4-FFF2-40B4-BE49-F238E27FC236}">
                <a16:creationId xmlns:a16="http://schemas.microsoft.com/office/drawing/2014/main" id="{A113DC17-F842-46B2-B4F6-685171C4748D}"/>
              </a:ext>
            </a:extLst>
          </p:cNvPr>
          <p:cNvSpPr>
            <a:spLocks noGrp="1"/>
          </p:cNvSpPr>
          <p:nvPr/>
        </p:nvSpPr>
        <p:spPr>
          <a:xfrm>
            <a:off x="5098542" y="3209925"/>
            <a:ext cx="128016" cy="152400"/>
          </a:xfrm>
          <a:custGeom>
            <a:avLst/>
            <a:gdLst/>
            <a:ahLst/>
            <a:cxnLst/>
            <a:rect l="0" t="0" r="0" b="0"/>
            <a:pathLst>
              <a:path w="128016" h="152400">
                <a:moveTo>
                  <a:pt x="64008" y="152400"/>
                </a:moveTo>
                <a:lnTo>
                  <a:pt x="0" y="0"/>
                </a:lnTo>
                <a:lnTo>
                  <a:pt x="128016" y="0"/>
                </a:lnTo>
                <a:close/>
              </a:path>
            </a:pathLst>
          </a:custGeom>
          <a:solidFill>
            <a:srgbClr val="E87520"/>
          </a:solidFill>
          <a:ln w="0">
            <a:noFill/>
          </a:ln>
        </p:spPr>
      </p:sp>
      <p:sp>
        <p:nvSpPr>
          <p:cNvPr id="2009" name="zone-label">
            <a:extLst>
              <a:ext uri="{FF2B5EF4-FFF2-40B4-BE49-F238E27FC236}">
                <a16:creationId xmlns:a16="http://schemas.microsoft.com/office/drawing/2014/main" id="{E91F0A9C-963F-48AE-AF47-98E7BEE6179A}"/>
              </a:ext>
            </a:extLst>
          </p:cNvPr>
          <p:cNvSpPr>
            <a:spLocks noGrp="1"/>
          </p:cNvSpPr>
          <p:nvPr/>
        </p:nvSpPr>
        <p:spPr>
          <a:xfrm>
            <a:off x="4172903" y="4638675"/>
            <a:ext cx="1057275" cy="285750"/>
          </a:xfrm>
          <a:prstGeom prst="rect">
            <a:avLst/>
          </a:prstGeom>
          <a:noFill/>
          <a:ln w="0">
            <a:noFill/>
          </a:ln>
        </p:spPr>
        <p:txBody>
          <a:bodyPr wrap="none" lIns="0" tIns="0" rIns="0" bIns="0" anchor="t">
            <a:noAutofit/>
          </a:bodyPr>
          <a:lstStyle/>
          <a:p>
            <a:pPr algn="ctr">
              <a:spcBef>
                <a:spcPts val="0"/>
              </a:spcBef>
              <a:spcAft>
                <a:spcPts val="0"/>
              </a:spcAft>
              <a:defRPr sz="1550" b="1">
                <a:solidFill>
                  <a:srgbClr val="1D70B8"/>
                </a:solidFill>
                <a:latin typeface="Arial"/>
                <a:ea typeface="Arial"/>
                <a:cs typeface="Arial"/>
              </a:defRPr>
            </a:pPr>
            <a:r>
              <a:rPr sz="1550" b="1" dirty="0" err="1">
                <a:solidFill>
                  <a:srgbClr val="1D70B8"/>
                </a:solidFill>
                <a:latin typeface="Arial"/>
                <a:ea typeface="Arial"/>
                <a:cs typeface="Arial"/>
              </a:rPr>
              <a:t>Greifzone</a:t>
            </a:r>
            <a:endParaRPr sz="1550" b="1" dirty="0">
              <a:solidFill>
                <a:srgbClr val="1D70B8"/>
              </a:solidFill>
              <a:latin typeface="Arial"/>
              <a:ea typeface="Arial"/>
              <a:cs typeface="Arial"/>
            </a:endParaRPr>
          </a:p>
        </p:txBody>
      </p:sp>
      <p:sp>
        <p:nvSpPr>
          <p:cNvPr id="2010" name="base-camera">
            <a:extLst>
              <a:ext uri="{FF2B5EF4-FFF2-40B4-BE49-F238E27FC236}">
                <a16:creationId xmlns:a16="http://schemas.microsoft.com/office/drawing/2014/main" id="{14DFED24-40DC-4306-B4D1-2EBFF2B606DC}"/>
              </a:ext>
            </a:extLst>
          </p:cNvPr>
          <p:cNvSpPr>
            <a:spLocks noGrp="1"/>
          </p:cNvSpPr>
          <p:nvPr/>
        </p:nvSpPr>
        <p:spPr>
          <a:xfrm>
            <a:off x="3993356" y="1381125"/>
            <a:ext cx="571500" cy="171450"/>
          </a:xfrm>
          <a:prstGeom prst="roundRect">
            <a:avLst>
              <a:gd name="adj" fmla="val 44444"/>
            </a:avLst>
          </a:prstGeom>
          <a:solidFill>
            <a:srgbClr val="D6DCE1"/>
          </a:solidFill>
          <a:ln w="13335">
            <a:solidFill>
              <a:srgbClr val="4B5563"/>
            </a:solidFill>
            <a:prstDash val="solid"/>
          </a:ln>
        </p:spPr>
      </p:sp>
      <p:sp>
        <p:nvSpPr>
          <p:cNvPr id="2011" name="camera-projection">
            <a:extLst>
              <a:ext uri="{FF2B5EF4-FFF2-40B4-BE49-F238E27FC236}">
                <a16:creationId xmlns:a16="http://schemas.microsoft.com/office/drawing/2014/main" id="{91A1EAD8-BE9B-492B-BE8F-C4CA6F9FC1EE}"/>
              </a:ext>
            </a:extLst>
          </p:cNvPr>
          <p:cNvSpPr>
            <a:spLocks noGrp="1"/>
          </p:cNvSpPr>
          <p:nvPr/>
        </p:nvSpPr>
        <p:spPr>
          <a:xfrm>
            <a:off x="4279106" y="1552575"/>
            <a:ext cx="953" cy="114300"/>
          </a:xfrm>
          <a:custGeom>
            <a:avLst/>
            <a:gdLst/>
            <a:ahLst/>
            <a:cxnLst/>
            <a:rect l="0" t="0" r="0" b="0"/>
            <a:pathLst>
              <a:path w="953" h="114300">
                <a:moveTo>
                  <a:pt x="0" y="0"/>
                </a:moveTo>
                <a:lnTo>
                  <a:pt x="0" y="114300"/>
                </a:lnTo>
              </a:path>
            </a:pathLst>
          </a:custGeom>
          <a:noFill/>
          <a:ln w="9525">
            <a:solidFill>
              <a:srgbClr val="4B5563"/>
            </a:solidFill>
            <a:prstDash val="solid"/>
          </a:ln>
        </p:spPr>
      </p:sp>
      <p:sp>
        <p:nvSpPr>
          <p:cNvPr id="2012" name="camera-label">
            <a:extLst>
              <a:ext uri="{FF2B5EF4-FFF2-40B4-BE49-F238E27FC236}">
                <a16:creationId xmlns:a16="http://schemas.microsoft.com/office/drawing/2014/main" id="{7D803F9F-5898-4437-82D5-53B8D2C71347}"/>
              </a:ext>
            </a:extLst>
          </p:cNvPr>
          <p:cNvSpPr>
            <a:spLocks noGrp="1"/>
          </p:cNvSpPr>
          <p:nvPr/>
        </p:nvSpPr>
        <p:spPr>
          <a:xfrm>
            <a:off x="5715000" y="1219200"/>
            <a:ext cx="3048000" cy="285750"/>
          </a:xfrm>
          <a:prstGeom prst="rect">
            <a:avLst/>
          </a:prstGeom>
          <a:noFill/>
          <a:ln w="0">
            <a:noFill/>
          </a:ln>
        </p:spPr>
        <p:txBody>
          <a:bodyPr wrap="none" lIns="0" tIns="0" rIns="0" bIns="0" anchor="t">
            <a:noAutofit/>
          </a:bodyPr>
          <a:lstStyle/>
          <a:p>
            <a:pPr algn="l">
              <a:spcBef>
                <a:spcPts val="0"/>
              </a:spcBef>
              <a:spcAft>
                <a:spcPts val="0"/>
              </a:spcAft>
              <a:defRPr sz="1600" b="1">
                <a:solidFill>
                  <a:srgbClr val="17212B"/>
                </a:solidFill>
                <a:latin typeface="Arial"/>
                <a:ea typeface="Arial"/>
                <a:cs typeface="Arial"/>
              </a:defRPr>
            </a:pPr>
            <a:r>
              <a:rPr sz="1600" b="1">
                <a:solidFill>
                  <a:srgbClr val="17212B"/>
                </a:solidFill>
                <a:latin typeface="Arial"/>
                <a:ea typeface="Arial"/>
                <a:cs typeface="Arial"/>
              </a:rPr>
              <a:t>Basiskamera L515</a:t>
            </a:r>
          </a:p>
        </p:txBody>
      </p:sp>
      <p:sp>
        <p:nvSpPr>
          <p:cNvPr id="2013" name="camera-height">
            <a:extLst>
              <a:ext uri="{FF2B5EF4-FFF2-40B4-BE49-F238E27FC236}">
                <a16:creationId xmlns:a16="http://schemas.microsoft.com/office/drawing/2014/main" id="{A7255FFC-22BF-4B59-BC49-B489F81C8717}"/>
              </a:ext>
            </a:extLst>
          </p:cNvPr>
          <p:cNvSpPr>
            <a:spLocks noGrp="1"/>
          </p:cNvSpPr>
          <p:nvPr/>
        </p:nvSpPr>
        <p:spPr>
          <a:xfrm>
            <a:off x="5715000" y="1514475"/>
            <a:ext cx="3048000" cy="238125"/>
          </a:xfrm>
          <a:prstGeom prst="rect">
            <a:avLst/>
          </a:prstGeom>
          <a:noFill/>
          <a:ln w="0">
            <a:noFill/>
          </a:ln>
        </p:spPr>
        <p:txBody>
          <a:bodyPr wrap="none" lIns="0" tIns="0" rIns="0" bIns="0" anchor="t">
            <a:noAutofit/>
          </a:bodyPr>
          <a:lstStyle/>
          <a:p>
            <a:pPr algn="l">
              <a:spcBef>
                <a:spcPts val="0"/>
              </a:spcBef>
              <a:spcAft>
                <a:spcPts val="0"/>
              </a:spcAft>
              <a:defRPr sz="1300" b="0">
                <a:solidFill>
                  <a:srgbClr val="4B5563"/>
                </a:solidFill>
                <a:latin typeface="Arial"/>
                <a:ea typeface="Arial"/>
                <a:cs typeface="Arial"/>
              </a:defRPr>
            </a:pPr>
            <a:r>
              <a:rPr sz="1300" b="0">
                <a:solidFill>
                  <a:srgbClr val="4B5563"/>
                </a:solidFill>
                <a:latin typeface="Arial"/>
                <a:ea typeface="Arial"/>
                <a:cs typeface="Arial"/>
              </a:rPr>
              <a:t>ca. 0,85 m über dem Band</a:t>
            </a:r>
          </a:p>
        </p:txBody>
      </p:sp>
      <p:sp>
        <p:nvSpPr>
          <p:cNvPr id="2014" name="camera-leader">
            <a:extLst>
              <a:ext uri="{FF2B5EF4-FFF2-40B4-BE49-F238E27FC236}">
                <a16:creationId xmlns:a16="http://schemas.microsoft.com/office/drawing/2014/main" id="{8EA1ADC0-5F08-4B9C-ACD1-105745F3E2C7}"/>
              </a:ext>
            </a:extLst>
          </p:cNvPr>
          <p:cNvSpPr>
            <a:spLocks noGrp="1"/>
          </p:cNvSpPr>
          <p:nvPr/>
        </p:nvSpPr>
        <p:spPr>
          <a:xfrm>
            <a:off x="4583906" y="1457325"/>
            <a:ext cx="997744" cy="953"/>
          </a:xfrm>
          <a:custGeom>
            <a:avLst/>
            <a:gdLst/>
            <a:ahLst/>
            <a:cxnLst/>
            <a:rect l="0" t="0" r="0" b="0"/>
            <a:pathLst>
              <a:path w="997744" h="953">
                <a:moveTo>
                  <a:pt x="0" y="0"/>
                </a:moveTo>
                <a:lnTo>
                  <a:pt x="997744" y="0"/>
                </a:lnTo>
              </a:path>
            </a:pathLst>
          </a:custGeom>
          <a:noFill/>
          <a:ln w="9525">
            <a:solidFill>
              <a:srgbClr val="4B5563"/>
            </a:solidFill>
            <a:prstDash val="solid"/>
          </a:ln>
        </p:spPr>
      </p:sp>
      <p:sp>
        <p:nvSpPr>
          <p:cNvPr id="2015" name="conveyor-x-shaft">
            <a:extLst>
              <a:ext uri="{FF2B5EF4-FFF2-40B4-BE49-F238E27FC236}">
                <a16:creationId xmlns:a16="http://schemas.microsoft.com/office/drawing/2014/main" id="{B5BC95E8-7F97-4447-893E-C82912CBE381}"/>
              </a:ext>
            </a:extLst>
          </p:cNvPr>
          <p:cNvSpPr>
            <a:spLocks noGrp="1"/>
          </p:cNvSpPr>
          <p:nvPr/>
        </p:nvSpPr>
        <p:spPr>
          <a:xfrm>
            <a:off x="3650456" y="1666875"/>
            <a:ext cx="628650" cy="953"/>
          </a:xfrm>
          <a:custGeom>
            <a:avLst/>
            <a:gdLst/>
            <a:ahLst/>
            <a:cxnLst/>
            <a:rect l="0" t="0" r="0" b="0"/>
            <a:pathLst>
              <a:path w="628650" h="953">
                <a:moveTo>
                  <a:pt x="628650" y="0"/>
                </a:moveTo>
                <a:lnTo>
                  <a:pt x="0" y="0"/>
                </a:lnTo>
              </a:path>
            </a:pathLst>
          </a:custGeom>
          <a:noFill/>
          <a:ln w="17145">
            <a:solidFill>
              <a:srgbClr val="1D70B8"/>
            </a:solidFill>
            <a:prstDash val="solid"/>
          </a:ln>
        </p:spPr>
      </p:sp>
      <p:sp>
        <p:nvSpPr>
          <p:cNvPr id="2016" name="conveyor-x-tip">
            <a:extLst>
              <a:ext uri="{FF2B5EF4-FFF2-40B4-BE49-F238E27FC236}">
                <a16:creationId xmlns:a16="http://schemas.microsoft.com/office/drawing/2014/main" id="{ACF61AD1-603D-4CCC-A5CD-C2A267593D28}"/>
              </a:ext>
            </a:extLst>
          </p:cNvPr>
          <p:cNvSpPr>
            <a:spLocks noGrp="1"/>
          </p:cNvSpPr>
          <p:nvPr/>
        </p:nvSpPr>
        <p:spPr>
          <a:xfrm>
            <a:off x="3650456" y="1626870"/>
            <a:ext cx="95250" cy="80010"/>
          </a:xfrm>
          <a:custGeom>
            <a:avLst/>
            <a:gdLst/>
            <a:ahLst/>
            <a:cxnLst/>
            <a:rect l="0" t="0" r="0" b="0"/>
            <a:pathLst>
              <a:path w="95250" h="80010">
                <a:moveTo>
                  <a:pt x="0" y="40005"/>
                </a:moveTo>
                <a:lnTo>
                  <a:pt x="95250" y="0"/>
                </a:lnTo>
                <a:lnTo>
                  <a:pt x="95250" y="80010"/>
                </a:lnTo>
                <a:close/>
              </a:path>
            </a:pathLst>
          </a:custGeom>
          <a:solidFill>
            <a:srgbClr val="1D70B8"/>
          </a:solidFill>
          <a:ln w="0">
            <a:noFill/>
          </a:ln>
        </p:spPr>
      </p:sp>
      <p:sp>
        <p:nvSpPr>
          <p:cNvPr id="2017" name="conveyor-y-shaft">
            <a:extLst>
              <a:ext uri="{FF2B5EF4-FFF2-40B4-BE49-F238E27FC236}">
                <a16:creationId xmlns:a16="http://schemas.microsoft.com/office/drawing/2014/main" id="{F9BFCA3B-6138-4DFD-9853-5355408A9306}"/>
              </a:ext>
            </a:extLst>
          </p:cNvPr>
          <p:cNvSpPr>
            <a:spLocks noGrp="1"/>
          </p:cNvSpPr>
          <p:nvPr/>
        </p:nvSpPr>
        <p:spPr>
          <a:xfrm>
            <a:off x="4279106" y="1666875"/>
            <a:ext cx="953" cy="647700"/>
          </a:xfrm>
          <a:custGeom>
            <a:avLst/>
            <a:gdLst/>
            <a:ahLst/>
            <a:cxnLst/>
            <a:rect l="0" t="0" r="0" b="0"/>
            <a:pathLst>
              <a:path w="953" h="647700">
                <a:moveTo>
                  <a:pt x="0" y="0"/>
                </a:moveTo>
                <a:lnTo>
                  <a:pt x="0" y="647700"/>
                </a:lnTo>
              </a:path>
            </a:pathLst>
          </a:custGeom>
          <a:noFill/>
          <a:ln w="17145">
            <a:solidFill>
              <a:srgbClr val="1D70B8"/>
            </a:solidFill>
            <a:prstDash val="solid"/>
          </a:ln>
        </p:spPr>
      </p:sp>
      <p:sp>
        <p:nvSpPr>
          <p:cNvPr id="2018" name="conveyor-y-tip">
            <a:extLst>
              <a:ext uri="{FF2B5EF4-FFF2-40B4-BE49-F238E27FC236}">
                <a16:creationId xmlns:a16="http://schemas.microsoft.com/office/drawing/2014/main" id="{7478A6E9-4B1F-478E-8CA1-89068BFBB4C3}"/>
              </a:ext>
            </a:extLst>
          </p:cNvPr>
          <p:cNvSpPr>
            <a:spLocks noGrp="1"/>
          </p:cNvSpPr>
          <p:nvPr/>
        </p:nvSpPr>
        <p:spPr>
          <a:xfrm>
            <a:off x="4239101" y="2219325"/>
            <a:ext cx="80010" cy="95250"/>
          </a:xfrm>
          <a:custGeom>
            <a:avLst/>
            <a:gdLst/>
            <a:ahLst/>
            <a:cxnLst/>
            <a:rect l="0" t="0" r="0" b="0"/>
            <a:pathLst>
              <a:path w="80010" h="95250">
                <a:moveTo>
                  <a:pt x="40005" y="95250"/>
                </a:moveTo>
                <a:lnTo>
                  <a:pt x="0" y="0"/>
                </a:lnTo>
                <a:lnTo>
                  <a:pt x="80010" y="0"/>
                </a:lnTo>
                <a:close/>
              </a:path>
            </a:pathLst>
          </a:custGeom>
          <a:solidFill>
            <a:srgbClr val="1D70B8"/>
          </a:solidFill>
          <a:ln w="0">
            <a:noFill/>
          </a:ln>
        </p:spPr>
        <p:txBody>
          <a:bodyPr/>
          <a:lstStyle/>
          <a:p>
            <a:endParaRPr lang="de-DE"/>
          </a:p>
        </p:txBody>
      </p:sp>
      <p:sp>
        <p:nvSpPr>
          <p:cNvPr id="2019" name="conveyor-x-label">
            <a:extLst>
              <a:ext uri="{FF2B5EF4-FFF2-40B4-BE49-F238E27FC236}">
                <a16:creationId xmlns:a16="http://schemas.microsoft.com/office/drawing/2014/main" id="{9DEC428C-2D64-4223-9443-083FB392613D}"/>
              </a:ext>
            </a:extLst>
          </p:cNvPr>
          <p:cNvSpPr>
            <a:spLocks noGrp="1"/>
          </p:cNvSpPr>
          <p:nvPr/>
        </p:nvSpPr>
        <p:spPr>
          <a:xfrm>
            <a:off x="3488531" y="1343025"/>
            <a:ext cx="419100" cy="285750"/>
          </a:xfrm>
          <a:prstGeom prst="rect">
            <a:avLst/>
          </a:prstGeom>
          <a:noFill/>
          <a:ln w="0">
            <a:noFill/>
          </a:ln>
        </p:spPr>
        <p:txBody>
          <a:bodyPr wrap="none" lIns="0" tIns="0" rIns="0" bIns="0" anchor="t">
            <a:noAutofit/>
          </a:bodyPr>
          <a:lstStyle/>
          <a:p>
            <a:pPr algn="l">
              <a:spcBef>
                <a:spcPts val="0"/>
              </a:spcBef>
              <a:spcAft>
                <a:spcPts val="0"/>
              </a:spcAft>
              <a:defRPr sz="1600" b="0">
                <a:solidFill>
                  <a:srgbClr val="1D70B8"/>
                </a:solidFill>
                <a:latin typeface="Arial"/>
                <a:ea typeface="Arial"/>
                <a:cs typeface="Arial"/>
              </a:defRPr>
            </a:pPr>
            <a:r>
              <a:rPr sz="1600" b="0">
                <a:solidFill>
                  <a:srgbClr val="1D70B8"/>
                </a:solidFill>
                <a:latin typeface="Arial"/>
                <a:ea typeface="Arial"/>
                <a:cs typeface="Arial"/>
              </a:rPr>
              <a:t>X+</a:t>
            </a:r>
          </a:p>
        </p:txBody>
      </p:sp>
      <p:sp>
        <p:nvSpPr>
          <p:cNvPr id="2020" name="conveyor-y-label">
            <a:extLst>
              <a:ext uri="{FF2B5EF4-FFF2-40B4-BE49-F238E27FC236}">
                <a16:creationId xmlns:a16="http://schemas.microsoft.com/office/drawing/2014/main" id="{1219C61A-1195-4FE4-B46A-9ACFA167D638}"/>
              </a:ext>
            </a:extLst>
          </p:cNvPr>
          <p:cNvSpPr>
            <a:spLocks noGrp="1"/>
          </p:cNvSpPr>
          <p:nvPr/>
        </p:nvSpPr>
        <p:spPr>
          <a:xfrm>
            <a:off x="4393406" y="2133600"/>
            <a:ext cx="457200" cy="285750"/>
          </a:xfrm>
          <a:prstGeom prst="rect">
            <a:avLst/>
          </a:prstGeom>
          <a:noFill/>
          <a:ln w="0">
            <a:noFill/>
          </a:ln>
        </p:spPr>
        <p:txBody>
          <a:bodyPr wrap="none" lIns="0" tIns="0" rIns="0" bIns="0" anchor="t">
            <a:noAutofit/>
          </a:bodyPr>
          <a:lstStyle/>
          <a:p>
            <a:pPr algn="l">
              <a:spcBef>
                <a:spcPts val="0"/>
              </a:spcBef>
              <a:spcAft>
                <a:spcPts val="0"/>
              </a:spcAft>
              <a:defRPr sz="1600" b="0">
                <a:solidFill>
                  <a:srgbClr val="1D70B8"/>
                </a:solidFill>
                <a:latin typeface="Arial"/>
                <a:ea typeface="Arial"/>
                <a:cs typeface="Arial"/>
              </a:defRPr>
            </a:pPr>
            <a:r>
              <a:rPr sz="1600" b="0" dirty="0">
                <a:solidFill>
                  <a:srgbClr val="1D70B8"/>
                </a:solidFill>
                <a:latin typeface="Arial"/>
                <a:ea typeface="Arial"/>
                <a:cs typeface="Arial"/>
              </a:rPr>
              <a:t>Y+</a:t>
            </a:r>
          </a:p>
        </p:txBody>
      </p:sp>
      <p:sp>
        <p:nvSpPr>
          <p:cNvPr id="2021" name="conveyor-frame-label">
            <a:extLst>
              <a:ext uri="{FF2B5EF4-FFF2-40B4-BE49-F238E27FC236}">
                <a16:creationId xmlns:a16="http://schemas.microsoft.com/office/drawing/2014/main" id="{519A44DB-B549-4055-8705-073C80A1EAC4}"/>
              </a:ext>
            </a:extLst>
          </p:cNvPr>
          <p:cNvSpPr>
            <a:spLocks noGrp="1"/>
          </p:cNvSpPr>
          <p:nvPr/>
        </p:nvSpPr>
        <p:spPr>
          <a:xfrm>
            <a:off x="5715000" y="2000250"/>
            <a:ext cx="2571750" cy="285750"/>
          </a:xfrm>
          <a:prstGeom prst="rect">
            <a:avLst/>
          </a:prstGeom>
          <a:noFill/>
          <a:ln w="0">
            <a:noFill/>
          </a:ln>
        </p:spPr>
        <p:txBody>
          <a:bodyPr wrap="none" lIns="0" tIns="0" rIns="0" bIns="0" anchor="t">
            <a:noAutofit/>
          </a:bodyPr>
          <a:lstStyle/>
          <a:p>
            <a:pPr algn="l">
              <a:spcBef>
                <a:spcPts val="0"/>
              </a:spcBef>
              <a:spcAft>
                <a:spcPts val="0"/>
              </a:spcAft>
              <a:defRPr sz="1550" b="0">
                <a:solidFill>
                  <a:srgbClr val="1D70B8"/>
                </a:solidFill>
                <a:latin typeface="Arial"/>
                <a:ea typeface="Arial"/>
                <a:cs typeface="Arial"/>
              </a:defRPr>
            </a:pPr>
            <a:r>
              <a:rPr sz="1550" b="0">
                <a:solidFill>
                  <a:srgbClr val="1D70B8"/>
                </a:solidFill>
                <a:latin typeface="Arial"/>
                <a:ea typeface="Arial"/>
                <a:cs typeface="Arial"/>
              </a:rPr>
              <a:t>conveyor_frame</a:t>
            </a:r>
          </a:p>
        </p:txBody>
      </p:sp>
      <p:sp>
        <p:nvSpPr>
          <p:cNvPr id="2022" name="drop-box">
            <a:extLst>
              <a:ext uri="{FF2B5EF4-FFF2-40B4-BE49-F238E27FC236}">
                <a16:creationId xmlns:a16="http://schemas.microsoft.com/office/drawing/2014/main" id="{A86A593B-69AB-46EB-B4DA-636357F58BCA}"/>
              </a:ext>
            </a:extLst>
          </p:cNvPr>
          <p:cNvSpPr>
            <a:spLocks noGrp="1"/>
          </p:cNvSpPr>
          <p:nvPr/>
        </p:nvSpPr>
        <p:spPr>
          <a:xfrm>
            <a:off x="5502592" y="3297555"/>
            <a:ext cx="762000" cy="533400"/>
          </a:xfrm>
          <a:prstGeom prst="roundRect">
            <a:avLst>
              <a:gd name="adj" fmla="val 14286"/>
            </a:avLst>
          </a:prstGeom>
          <a:solidFill>
            <a:srgbClr val="F5DFBD"/>
          </a:solidFill>
          <a:ln w="14288">
            <a:solidFill>
              <a:srgbClr val="9B6622"/>
            </a:solidFill>
            <a:prstDash val="solid"/>
          </a:ln>
        </p:spPr>
      </p:sp>
      <p:sp>
        <p:nvSpPr>
          <p:cNvPr id="2023" name="drop-box-label">
            <a:extLst>
              <a:ext uri="{FF2B5EF4-FFF2-40B4-BE49-F238E27FC236}">
                <a16:creationId xmlns:a16="http://schemas.microsoft.com/office/drawing/2014/main" id="{693654C8-3FEE-44D6-A4DB-63854325249C}"/>
              </a:ext>
            </a:extLst>
          </p:cNvPr>
          <p:cNvSpPr>
            <a:spLocks noGrp="1"/>
          </p:cNvSpPr>
          <p:nvPr/>
        </p:nvSpPr>
        <p:spPr>
          <a:xfrm>
            <a:off x="5569267" y="2945130"/>
            <a:ext cx="1952625" cy="285750"/>
          </a:xfrm>
          <a:prstGeom prst="rect">
            <a:avLst/>
          </a:prstGeom>
          <a:noFill/>
          <a:ln w="0">
            <a:noFill/>
          </a:ln>
        </p:spPr>
        <p:txBody>
          <a:bodyPr wrap="none" lIns="0" tIns="0" rIns="0" bIns="0" anchor="t">
            <a:noAutofit/>
          </a:bodyPr>
          <a:lstStyle/>
          <a:p>
            <a:pPr algn="l">
              <a:spcBef>
                <a:spcPts val="0"/>
              </a:spcBef>
              <a:spcAft>
                <a:spcPts val="0"/>
              </a:spcAft>
              <a:defRPr sz="1600" b="1">
                <a:solidFill>
                  <a:srgbClr val="17212B"/>
                </a:solidFill>
                <a:latin typeface="Arial"/>
                <a:ea typeface="Arial"/>
                <a:cs typeface="Arial"/>
              </a:defRPr>
            </a:pPr>
            <a:r>
              <a:rPr sz="1600" b="1">
                <a:solidFill>
                  <a:srgbClr val="17212B"/>
                </a:solidFill>
                <a:latin typeface="Arial"/>
                <a:ea typeface="Arial"/>
                <a:cs typeface="Arial"/>
              </a:rPr>
              <a:t>Ablagekiste</a:t>
            </a:r>
          </a:p>
        </p:txBody>
      </p:sp>
      <p:sp>
        <p:nvSpPr>
          <p:cNvPr id="2024" name="drop-position">
            <a:extLst>
              <a:ext uri="{FF2B5EF4-FFF2-40B4-BE49-F238E27FC236}">
                <a16:creationId xmlns:a16="http://schemas.microsoft.com/office/drawing/2014/main" id="{A25470CA-365F-470F-A616-D8D69B03E983}"/>
              </a:ext>
            </a:extLst>
          </p:cNvPr>
          <p:cNvSpPr>
            <a:spLocks noGrp="1"/>
          </p:cNvSpPr>
          <p:nvPr/>
        </p:nvSpPr>
        <p:spPr>
          <a:xfrm>
            <a:off x="5826442" y="3507105"/>
            <a:ext cx="114300" cy="114300"/>
          </a:xfrm>
          <a:prstGeom prst="ellipse">
            <a:avLst/>
          </a:prstGeom>
          <a:solidFill>
            <a:srgbClr val="9B6622"/>
          </a:solidFill>
          <a:ln w="12383">
            <a:solidFill>
              <a:srgbClr val="FFFFFF"/>
            </a:solidFill>
          </a:ln>
        </p:spPr>
      </p:sp>
      <p:sp>
        <p:nvSpPr>
          <p:cNvPr id="2025" name="drop-position-leader">
            <a:extLst>
              <a:ext uri="{FF2B5EF4-FFF2-40B4-BE49-F238E27FC236}">
                <a16:creationId xmlns:a16="http://schemas.microsoft.com/office/drawing/2014/main" id="{32015599-7A0B-4655-9E69-F929EFB599EB}"/>
              </a:ext>
            </a:extLst>
          </p:cNvPr>
          <p:cNvSpPr>
            <a:spLocks noGrp="1"/>
          </p:cNvSpPr>
          <p:nvPr/>
        </p:nvSpPr>
        <p:spPr>
          <a:xfrm>
            <a:off x="5969317" y="3564255"/>
            <a:ext cx="447675" cy="953"/>
          </a:xfrm>
          <a:custGeom>
            <a:avLst/>
            <a:gdLst/>
            <a:ahLst/>
            <a:cxnLst/>
            <a:rect l="0" t="0" r="0" b="0"/>
            <a:pathLst>
              <a:path w="447675" h="953">
                <a:moveTo>
                  <a:pt x="0" y="0"/>
                </a:moveTo>
                <a:lnTo>
                  <a:pt x="447675" y="0"/>
                </a:lnTo>
              </a:path>
            </a:pathLst>
          </a:custGeom>
          <a:noFill/>
          <a:ln w="11430">
            <a:solidFill>
              <a:srgbClr val="9B6622"/>
            </a:solidFill>
            <a:prstDash val="solid"/>
          </a:ln>
        </p:spPr>
      </p:sp>
      <p:sp>
        <p:nvSpPr>
          <p:cNvPr id="2026" name="drop-position-id">
            <a:extLst>
              <a:ext uri="{FF2B5EF4-FFF2-40B4-BE49-F238E27FC236}">
                <a16:creationId xmlns:a16="http://schemas.microsoft.com/office/drawing/2014/main" id="{63B74C32-229E-4F15-A9F1-A0615C8D48B8}"/>
              </a:ext>
            </a:extLst>
          </p:cNvPr>
          <p:cNvSpPr>
            <a:spLocks noGrp="1"/>
          </p:cNvSpPr>
          <p:nvPr/>
        </p:nvSpPr>
        <p:spPr>
          <a:xfrm>
            <a:off x="6493192" y="3430905"/>
            <a:ext cx="361950" cy="285750"/>
          </a:xfrm>
          <a:prstGeom prst="rect">
            <a:avLst/>
          </a:prstGeom>
          <a:noFill/>
          <a:ln w="0">
            <a:noFill/>
          </a:ln>
        </p:spPr>
        <p:txBody>
          <a:bodyPr wrap="none" lIns="0" tIns="0" rIns="0" bIns="0" anchor="t">
            <a:noAutofit/>
          </a:bodyPr>
          <a:lstStyle/>
          <a:p>
            <a:pPr algn="l">
              <a:spcBef>
                <a:spcPts val="0"/>
              </a:spcBef>
              <a:spcAft>
                <a:spcPts val="0"/>
              </a:spcAft>
              <a:defRPr sz="1700" b="1">
                <a:solidFill>
                  <a:srgbClr val="9B6622"/>
                </a:solidFill>
                <a:latin typeface="Arial"/>
                <a:ea typeface="Arial"/>
                <a:cs typeface="Arial"/>
              </a:defRPr>
            </a:pPr>
            <a:r>
              <a:rPr sz="1700" b="1">
                <a:solidFill>
                  <a:srgbClr val="9B6622"/>
                </a:solidFill>
                <a:latin typeface="Arial"/>
                <a:ea typeface="Arial"/>
                <a:cs typeface="Arial"/>
              </a:rPr>
              <a:t>A</a:t>
            </a:r>
          </a:p>
        </p:txBody>
      </p:sp>
      <p:sp>
        <p:nvSpPr>
          <p:cNvPr id="2027" name="robot-base">
            <a:extLst>
              <a:ext uri="{FF2B5EF4-FFF2-40B4-BE49-F238E27FC236}">
                <a16:creationId xmlns:a16="http://schemas.microsoft.com/office/drawing/2014/main" id="{55C61188-2BAF-4B46-BECA-05C8EA0867F0}"/>
              </a:ext>
            </a:extLst>
          </p:cNvPr>
          <p:cNvSpPr>
            <a:spLocks noGrp="1"/>
          </p:cNvSpPr>
          <p:nvPr/>
        </p:nvSpPr>
        <p:spPr>
          <a:xfrm>
            <a:off x="6357938" y="4495800"/>
            <a:ext cx="857250" cy="857250"/>
          </a:xfrm>
          <a:prstGeom prst="ellipse">
            <a:avLst/>
          </a:prstGeom>
          <a:solidFill>
            <a:srgbClr val="DBE7D4"/>
          </a:solidFill>
          <a:ln w="19050">
            <a:solidFill>
              <a:srgbClr val="47774A"/>
            </a:solidFill>
          </a:ln>
        </p:spPr>
      </p:sp>
      <p:sp>
        <p:nvSpPr>
          <p:cNvPr id="2028" name="world-x-shaft">
            <a:extLst>
              <a:ext uri="{FF2B5EF4-FFF2-40B4-BE49-F238E27FC236}">
                <a16:creationId xmlns:a16="http://schemas.microsoft.com/office/drawing/2014/main" id="{2A4AB25E-B14F-4F4B-8A55-A59943511C7C}"/>
              </a:ext>
            </a:extLst>
          </p:cNvPr>
          <p:cNvSpPr>
            <a:spLocks noGrp="1"/>
          </p:cNvSpPr>
          <p:nvPr/>
        </p:nvSpPr>
        <p:spPr>
          <a:xfrm>
            <a:off x="6786563" y="4924425"/>
            <a:ext cx="790575" cy="953"/>
          </a:xfrm>
          <a:custGeom>
            <a:avLst/>
            <a:gdLst/>
            <a:ahLst/>
            <a:cxnLst/>
            <a:rect l="0" t="0" r="0" b="0"/>
            <a:pathLst>
              <a:path w="790575" h="953">
                <a:moveTo>
                  <a:pt x="0" y="0"/>
                </a:moveTo>
                <a:lnTo>
                  <a:pt x="790575" y="0"/>
                </a:lnTo>
              </a:path>
            </a:pathLst>
          </a:custGeom>
          <a:noFill/>
          <a:ln w="17145">
            <a:solidFill>
              <a:srgbClr val="1D70B8"/>
            </a:solidFill>
            <a:prstDash val="solid"/>
          </a:ln>
        </p:spPr>
      </p:sp>
      <p:sp>
        <p:nvSpPr>
          <p:cNvPr id="2029" name="world-x-tip">
            <a:extLst>
              <a:ext uri="{FF2B5EF4-FFF2-40B4-BE49-F238E27FC236}">
                <a16:creationId xmlns:a16="http://schemas.microsoft.com/office/drawing/2014/main" id="{F05F1DF8-28BB-460F-995F-859C5F7494D0}"/>
              </a:ext>
            </a:extLst>
          </p:cNvPr>
          <p:cNvSpPr>
            <a:spLocks noGrp="1"/>
          </p:cNvSpPr>
          <p:nvPr/>
        </p:nvSpPr>
        <p:spPr>
          <a:xfrm>
            <a:off x="7481888" y="4884420"/>
            <a:ext cx="95250" cy="80010"/>
          </a:xfrm>
          <a:custGeom>
            <a:avLst/>
            <a:gdLst/>
            <a:ahLst/>
            <a:cxnLst/>
            <a:rect l="0" t="0" r="0" b="0"/>
            <a:pathLst>
              <a:path w="95250" h="80010">
                <a:moveTo>
                  <a:pt x="95250" y="40005"/>
                </a:moveTo>
                <a:lnTo>
                  <a:pt x="0" y="80010"/>
                </a:lnTo>
                <a:lnTo>
                  <a:pt x="0" y="0"/>
                </a:lnTo>
                <a:close/>
              </a:path>
            </a:pathLst>
          </a:custGeom>
          <a:solidFill>
            <a:srgbClr val="1D70B8"/>
          </a:solidFill>
          <a:ln w="0">
            <a:noFill/>
          </a:ln>
        </p:spPr>
      </p:sp>
      <p:sp>
        <p:nvSpPr>
          <p:cNvPr id="2030" name="world-y-shaft">
            <a:extLst>
              <a:ext uri="{FF2B5EF4-FFF2-40B4-BE49-F238E27FC236}">
                <a16:creationId xmlns:a16="http://schemas.microsoft.com/office/drawing/2014/main" id="{3894A5A2-C628-4097-8C2E-96DA614A76B6}"/>
              </a:ext>
            </a:extLst>
          </p:cNvPr>
          <p:cNvSpPr>
            <a:spLocks noGrp="1"/>
          </p:cNvSpPr>
          <p:nvPr/>
        </p:nvSpPr>
        <p:spPr>
          <a:xfrm>
            <a:off x="6786563" y="4181475"/>
            <a:ext cx="953" cy="742950"/>
          </a:xfrm>
          <a:custGeom>
            <a:avLst/>
            <a:gdLst/>
            <a:ahLst/>
            <a:cxnLst/>
            <a:rect l="0" t="0" r="0" b="0"/>
            <a:pathLst>
              <a:path w="953" h="742950">
                <a:moveTo>
                  <a:pt x="0" y="742950"/>
                </a:moveTo>
                <a:lnTo>
                  <a:pt x="0" y="0"/>
                </a:lnTo>
              </a:path>
            </a:pathLst>
          </a:custGeom>
          <a:noFill/>
          <a:ln w="17145">
            <a:solidFill>
              <a:srgbClr val="1D70B8"/>
            </a:solidFill>
            <a:prstDash val="solid"/>
          </a:ln>
        </p:spPr>
      </p:sp>
      <p:sp>
        <p:nvSpPr>
          <p:cNvPr id="2031" name="world-y-tip">
            <a:extLst>
              <a:ext uri="{FF2B5EF4-FFF2-40B4-BE49-F238E27FC236}">
                <a16:creationId xmlns:a16="http://schemas.microsoft.com/office/drawing/2014/main" id="{FC8D275A-6C7B-4EFC-8F79-2B31427F087C}"/>
              </a:ext>
            </a:extLst>
          </p:cNvPr>
          <p:cNvSpPr>
            <a:spLocks noGrp="1"/>
          </p:cNvSpPr>
          <p:nvPr/>
        </p:nvSpPr>
        <p:spPr>
          <a:xfrm>
            <a:off x="6746558" y="4181475"/>
            <a:ext cx="80010" cy="95250"/>
          </a:xfrm>
          <a:custGeom>
            <a:avLst/>
            <a:gdLst/>
            <a:ahLst/>
            <a:cxnLst/>
            <a:rect l="0" t="0" r="0" b="0"/>
            <a:pathLst>
              <a:path w="80010" h="95250">
                <a:moveTo>
                  <a:pt x="40005" y="0"/>
                </a:moveTo>
                <a:lnTo>
                  <a:pt x="80010" y="95250"/>
                </a:lnTo>
                <a:lnTo>
                  <a:pt x="0" y="95250"/>
                </a:lnTo>
                <a:close/>
              </a:path>
            </a:pathLst>
          </a:custGeom>
          <a:solidFill>
            <a:srgbClr val="1D70B8"/>
          </a:solidFill>
          <a:ln w="0">
            <a:noFill/>
          </a:ln>
        </p:spPr>
      </p:sp>
      <p:sp>
        <p:nvSpPr>
          <p:cNvPr id="2032" name="world-origin">
            <a:extLst>
              <a:ext uri="{FF2B5EF4-FFF2-40B4-BE49-F238E27FC236}">
                <a16:creationId xmlns:a16="http://schemas.microsoft.com/office/drawing/2014/main" id="{3AF878DC-3E98-4959-93FB-76FB884E0056}"/>
              </a:ext>
            </a:extLst>
          </p:cNvPr>
          <p:cNvSpPr>
            <a:spLocks noGrp="1"/>
          </p:cNvSpPr>
          <p:nvPr/>
        </p:nvSpPr>
        <p:spPr>
          <a:xfrm>
            <a:off x="6757988" y="4895850"/>
            <a:ext cx="57150" cy="57150"/>
          </a:xfrm>
          <a:prstGeom prst="ellipse">
            <a:avLst/>
          </a:prstGeom>
          <a:solidFill>
            <a:srgbClr val="1D70B8"/>
          </a:solidFill>
          <a:ln w="12383">
            <a:solidFill>
              <a:srgbClr val="FFFFFF"/>
            </a:solidFill>
          </a:ln>
        </p:spPr>
      </p:sp>
      <p:sp>
        <p:nvSpPr>
          <p:cNvPr id="2033" name="world-x-label">
            <a:extLst>
              <a:ext uri="{FF2B5EF4-FFF2-40B4-BE49-F238E27FC236}">
                <a16:creationId xmlns:a16="http://schemas.microsoft.com/office/drawing/2014/main" id="{E308BF95-BEB0-4416-BD37-97085B94559D}"/>
              </a:ext>
            </a:extLst>
          </p:cNvPr>
          <p:cNvSpPr>
            <a:spLocks noGrp="1"/>
          </p:cNvSpPr>
          <p:nvPr/>
        </p:nvSpPr>
        <p:spPr>
          <a:xfrm>
            <a:off x="7681913" y="4772025"/>
            <a:ext cx="476250" cy="285750"/>
          </a:xfrm>
          <a:prstGeom prst="rect">
            <a:avLst/>
          </a:prstGeom>
          <a:noFill/>
          <a:ln w="0">
            <a:noFill/>
          </a:ln>
        </p:spPr>
        <p:txBody>
          <a:bodyPr wrap="none" lIns="0" tIns="0" rIns="0" bIns="0" anchor="t">
            <a:noAutofit/>
          </a:bodyPr>
          <a:lstStyle/>
          <a:p>
            <a:pPr algn="l">
              <a:spcBef>
                <a:spcPts val="0"/>
              </a:spcBef>
              <a:spcAft>
                <a:spcPts val="0"/>
              </a:spcAft>
              <a:defRPr sz="1600" b="0">
                <a:solidFill>
                  <a:srgbClr val="1D70B8"/>
                </a:solidFill>
                <a:latin typeface="Arial"/>
                <a:ea typeface="Arial"/>
                <a:cs typeface="Arial"/>
              </a:defRPr>
            </a:pPr>
            <a:r>
              <a:rPr sz="1600" b="0">
                <a:solidFill>
                  <a:srgbClr val="1D70B8"/>
                </a:solidFill>
                <a:latin typeface="Arial"/>
                <a:ea typeface="Arial"/>
                <a:cs typeface="Arial"/>
              </a:rPr>
              <a:t>X+</a:t>
            </a:r>
          </a:p>
        </p:txBody>
      </p:sp>
      <p:sp>
        <p:nvSpPr>
          <p:cNvPr id="2034" name="world-y-label">
            <a:extLst>
              <a:ext uri="{FF2B5EF4-FFF2-40B4-BE49-F238E27FC236}">
                <a16:creationId xmlns:a16="http://schemas.microsoft.com/office/drawing/2014/main" id="{18AFD7E0-39FC-4170-A06C-177AAED5F9E5}"/>
              </a:ext>
            </a:extLst>
          </p:cNvPr>
          <p:cNvSpPr>
            <a:spLocks noGrp="1"/>
          </p:cNvSpPr>
          <p:nvPr/>
        </p:nvSpPr>
        <p:spPr>
          <a:xfrm>
            <a:off x="6986588" y="3981450"/>
            <a:ext cx="476250" cy="285750"/>
          </a:xfrm>
          <a:prstGeom prst="rect">
            <a:avLst/>
          </a:prstGeom>
          <a:noFill/>
          <a:ln w="0">
            <a:noFill/>
          </a:ln>
        </p:spPr>
        <p:txBody>
          <a:bodyPr wrap="none" lIns="0" tIns="0" rIns="0" bIns="0" anchor="t">
            <a:noAutofit/>
          </a:bodyPr>
          <a:lstStyle/>
          <a:p>
            <a:pPr algn="l">
              <a:spcBef>
                <a:spcPts val="0"/>
              </a:spcBef>
              <a:spcAft>
                <a:spcPts val="0"/>
              </a:spcAft>
              <a:defRPr sz="1600" b="0">
                <a:solidFill>
                  <a:srgbClr val="1D70B8"/>
                </a:solidFill>
                <a:latin typeface="Arial"/>
                <a:ea typeface="Arial"/>
                <a:cs typeface="Arial"/>
              </a:defRPr>
            </a:pPr>
            <a:r>
              <a:rPr sz="1600" b="0">
                <a:solidFill>
                  <a:srgbClr val="1D70B8"/>
                </a:solidFill>
                <a:latin typeface="Arial"/>
                <a:ea typeface="Arial"/>
                <a:cs typeface="Arial"/>
              </a:rPr>
              <a:t>Y+</a:t>
            </a:r>
          </a:p>
        </p:txBody>
      </p:sp>
      <p:sp>
        <p:nvSpPr>
          <p:cNvPr id="2035" name="world-label">
            <a:extLst>
              <a:ext uri="{FF2B5EF4-FFF2-40B4-BE49-F238E27FC236}">
                <a16:creationId xmlns:a16="http://schemas.microsoft.com/office/drawing/2014/main" id="{789B88B3-3B4D-40E3-981F-249E0E69005B}"/>
              </a:ext>
            </a:extLst>
          </p:cNvPr>
          <p:cNvSpPr>
            <a:spLocks noGrp="1"/>
          </p:cNvSpPr>
          <p:nvPr/>
        </p:nvSpPr>
        <p:spPr>
          <a:xfrm>
            <a:off x="7548563" y="5210175"/>
            <a:ext cx="1238250" cy="285750"/>
          </a:xfrm>
          <a:prstGeom prst="rect">
            <a:avLst/>
          </a:prstGeom>
          <a:noFill/>
          <a:ln w="0">
            <a:noFill/>
          </a:ln>
        </p:spPr>
        <p:txBody>
          <a:bodyPr wrap="none" lIns="0" tIns="0" rIns="0" bIns="0" anchor="t">
            <a:noAutofit/>
          </a:bodyPr>
          <a:lstStyle/>
          <a:p>
            <a:pPr algn="l">
              <a:spcBef>
                <a:spcPts val="0"/>
              </a:spcBef>
              <a:spcAft>
                <a:spcPts val="0"/>
              </a:spcAft>
              <a:defRPr sz="1550" b="0">
                <a:solidFill>
                  <a:srgbClr val="1D70B8"/>
                </a:solidFill>
                <a:latin typeface="Arial"/>
                <a:ea typeface="Arial"/>
                <a:cs typeface="Arial"/>
              </a:defRPr>
            </a:pPr>
            <a:r>
              <a:rPr sz="1550" b="0">
                <a:solidFill>
                  <a:srgbClr val="1D70B8"/>
                </a:solidFill>
                <a:latin typeface="Arial"/>
                <a:ea typeface="Arial"/>
                <a:cs typeface="Arial"/>
              </a:rPr>
              <a:t>world</a:t>
            </a:r>
          </a:p>
        </p:txBody>
      </p:sp>
      <p:sp>
        <p:nvSpPr>
          <p:cNvPr id="2036" name="robot-label">
            <a:extLst>
              <a:ext uri="{FF2B5EF4-FFF2-40B4-BE49-F238E27FC236}">
                <a16:creationId xmlns:a16="http://schemas.microsoft.com/office/drawing/2014/main" id="{44E02571-BAFB-4ED7-9DE4-575B9146A5B3}"/>
              </a:ext>
            </a:extLst>
          </p:cNvPr>
          <p:cNvSpPr>
            <a:spLocks noGrp="1"/>
          </p:cNvSpPr>
          <p:nvPr/>
        </p:nvSpPr>
        <p:spPr>
          <a:xfrm>
            <a:off x="6348413" y="5476875"/>
            <a:ext cx="1047750" cy="304800"/>
          </a:xfrm>
          <a:prstGeom prst="rect">
            <a:avLst/>
          </a:prstGeom>
          <a:noFill/>
          <a:ln w="0">
            <a:noFill/>
          </a:ln>
        </p:spPr>
        <p:txBody>
          <a:bodyPr wrap="none" lIns="0" tIns="0" rIns="0" bIns="0" anchor="t">
            <a:noAutofit/>
          </a:bodyPr>
          <a:lstStyle/>
          <a:p>
            <a:pPr algn="l">
              <a:spcBef>
                <a:spcPts val="0"/>
              </a:spcBef>
              <a:spcAft>
                <a:spcPts val="0"/>
              </a:spcAft>
              <a:defRPr sz="1700" b="1">
                <a:solidFill>
                  <a:srgbClr val="17212B"/>
                </a:solidFill>
                <a:latin typeface="Arial"/>
                <a:ea typeface="Arial"/>
                <a:cs typeface="Arial"/>
              </a:defRPr>
            </a:pPr>
            <a:r>
              <a:rPr sz="1700" b="1">
                <a:solidFill>
                  <a:srgbClr val="17212B"/>
                </a:solidFill>
                <a:latin typeface="Arial"/>
                <a:ea typeface="Arial"/>
                <a:cs typeface="Arial"/>
              </a:rPr>
              <a:t>UR10e</a:t>
            </a:r>
          </a:p>
        </p:txBody>
      </p:sp>
      <p:sp>
        <p:nvSpPr>
          <p:cNvPr id="2037" name="wait-position">
            <a:extLst>
              <a:ext uri="{FF2B5EF4-FFF2-40B4-BE49-F238E27FC236}">
                <a16:creationId xmlns:a16="http://schemas.microsoft.com/office/drawing/2014/main" id="{3A033156-5AB9-4A92-8AEE-943BF6B112F0}"/>
              </a:ext>
            </a:extLst>
          </p:cNvPr>
          <p:cNvSpPr>
            <a:spLocks noGrp="1"/>
          </p:cNvSpPr>
          <p:nvPr/>
        </p:nvSpPr>
        <p:spPr>
          <a:xfrm>
            <a:off x="4397693" y="3867150"/>
            <a:ext cx="114300" cy="114300"/>
          </a:xfrm>
          <a:prstGeom prst="ellipse">
            <a:avLst/>
          </a:prstGeom>
          <a:solidFill>
            <a:srgbClr val="1D70B8"/>
          </a:solidFill>
          <a:ln w="12383">
            <a:solidFill>
              <a:srgbClr val="FFFFFF"/>
            </a:solidFill>
          </a:ln>
        </p:spPr>
      </p:sp>
      <p:sp>
        <p:nvSpPr>
          <p:cNvPr id="2038" name="wait-position-id">
            <a:extLst>
              <a:ext uri="{FF2B5EF4-FFF2-40B4-BE49-F238E27FC236}">
                <a16:creationId xmlns:a16="http://schemas.microsoft.com/office/drawing/2014/main" id="{7D847214-1F8D-4182-BFDC-F8F8D3FCE193}"/>
              </a:ext>
            </a:extLst>
          </p:cNvPr>
          <p:cNvSpPr>
            <a:spLocks noGrp="1"/>
          </p:cNvSpPr>
          <p:nvPr/>
        </p:nvSpPr>
        <p:spPr>
          <a:xfrm>
            <a:off x="4607243" y="3781425"/>
            <a:ext cx="419100" cy="285750"/>
          </a:xfrm>
          <a:prstGeom prst="rect">
            <a:avLst/>
          </a:prstGeom>
          <a:noFill/>
          <a:ln w="0">
            <a:noFill/>
          </a:ln>
        </p:spPr>
        <p:txBody>
          <a:bodyPr wrap="none" lIns="0" tIns="0" rIns="0" bIns="0" anchor="t">
            <a:noAutofit/>
          </a:bodyPr>
          <a:lstStyle/>
          <a:p>
            <a:pPr algn="l">
              <a:spcBef>
                <a:spcPts val="0"/>
              </a:spcBef>
              <a:spcAft>
                <a:spcPts val="0"/>
              </a:spcAft>
              <a:defRPr sz="1700" b="1">
                <a:solidFill>
                  <a:srgbClr val="1D70B8"/>
                </a:solidFill>
                <a:latin typeface="Arial"/>
                <a:ea typeface="Arial"/>
                <a:cs typeface="Arial"/>
              </a:defRPr>
            </a:pPr>
            <a:r>
              <a:rPr sz="1700" b="1">
                <a:solidFill>
                  <a:srgbClr val="1D70B8"/>
                </a:solidFill>
                <a:latin typeface="Arial"/>
                <a:ea typeface="Arial"/>
                <a:cs typeface="Arial"/>
              </a:rPr>
              <a:t>W</a:t>
            </a:r>
          </a:p>
        </p:txBody>
      </p:sp>
      <p:sp>
        <p:nvSpPr>
          <p:cNvPr id="2039" name="belt-length-top">
            <a:extLst>
              <a:ext uri="{FF2B5EF4-FFF2-40B4-BE49-F238E27FC236}">
                <a16:creationId xmlns:a16="http://schemas.microsoft.com/office/drawing/2014/main" id="{0498BF39-3180-42EF-92EA-4B7327CD280E}"/>
              </a:ext>
            </a:extLst>
          </p:cNvPr>
          <p:cNvSpPr>
            <a:spLocks noGrp="1"/>
          </p:cNvSpPr>
          <p:nvPr/>
        </p:nvSpPr>
        <p:spPr>
          <a:xfrm>
            <a:off x="1600200" y="1666875"/>
            <a:ext cx="1476375" cy="953"/>
          </a:xfrm>
          <a:custGeom>
            <a:avLst/>
            <a:gdLst/>
            <a:ahLst/>
            <a:cxnLst/>
            <a:rect l="0" t="0" r="0" b="0"/>
            <a:pathLst>
              <a:path w="1476375" h="953">
                <a:moveTo>
                  <a:pt x="0" y="0"/>
                </a:moveTo>
                <a:lnTo>
                  <a:pt x="1476375" y="0"/>
                </a:lnTo>
              </a:path>
            </a:pathLst>
          </a:custGeom>
          <a:noFill/>
          <a:ln w="9525">
            <a:solidFill>
              <a:srgbClr val="305B78"/>
            </a:solidFill>
            <a:prstDash val="solid"/>
          </a:ln>
        </p:spPr>
      </p:sp>
      <p:sp>
        <p:nvSpPr>
          <p:cNvPr id="2040" name="belt-length-bottom">
            <a:extLst>
              <a:ext uri="{FF2B5EF4-FFF2-40B4-BE49-F238E27FC236}">
                <a16:creationId xmlns:a16="http://schemas.microsoft.com/office/drawing/2014/main" id="{EDF5B9DC-6F52-4438-BADB-1CA879AA568A}"/>
              </a:ext>
            </a:extLst>
          </p:cNvPr>
          <p:cNvSpPr>
            <a:spLocks noGrp="1"/>
          </p:cNvSpPr>
          <p:nvPr/>
        </p:nvSpPr>
        <p:spPr>
          <a:xfrm>
            <a:off x="1600200" y="5953125"/>
            <a:ext cx="1476375" cy="953"/>
          </a:xfrm>
          <a:custGeom>
            <a:avLst/>
            <a:gdLst/>
            <a:ahLst/>
            <a:cxnLst/>
            <a:rect l="0" t="0" r="0" b="0"/>
            <a:pathLst>
              <a:path w="1476375" h="953">
                <a:moveTo>
                  <a:pt x="0" y="0"/>
                </a:moveTo>
                <a:lnTo>
                  <a:pt x="1476375" y="0"/>
                </a:lnTo>
              </a:path>
            </a:pathLst>
          </a:custGeom>
          <a:noFill/>
          <a:ln w="9525">
            <a:solidFill>
              <a:srgbClr val="305B78"/>
            </a:solidFill>
            <a:prstDash val="solid"/>
          </a:ln>
        </p:spPr>
      </p:sp>
      <p:sp>
        <p:nvSpPr>
          <p:cNvPr id="2041" name="belt-length-shaft">
            <a:extLst>
              <a:ext uri="{FF2B5EF4-FFF2-40B4-BE49-F238E27FC236}">
                <a16:creationId xmlns:a16="http://schemas.microsoft.com/office/drawing/2014/main" id="{FCCE29A6-2E4D-49AD-9FD3-773FCDFB29BD}"/>
              </a:ext>
            </a:extLst>
          </p:cNvPr>
          <p:cNvSpPr>
            <a:spLocks noGrp="1"/>
          </p:cNvSpPr>
          <p:nvPr/>
        </p:nvSpPr>
        <p:spPr>
          <a:xfrm>
            <a:off x="1600200" y="1666875"/>
            <a:ext cx="953" cy="4286250"/>
          </a:xfrm>
          <a:custGeom>
            <a:avLst/>
            <a:gdLst/>
            <a:ahLst/>
            <a:cxnLst/>
            <a:rect l="0" t="0" r="0" b="0"/>
            <a:pathLst>
              <a:path w="953" h="4286250">
                <a:moveTo>
                  <a:pt x="0" y="0"/>
                </a:moveTo>
                <a:lnTo>
                  <a:pt x="0" y="4286250"/>
                </a:lnTo>
              </a:path>
            </a:pathLst>
          </a:custGeom>
          <a:noFill/>
          <a:ln w="11430">
            <a:solidFill>
              <a:srgbClr val="305B78"/>
            </a:solidFill>
            <a:prstDash val="solid"/>
          </a:ln>
        </p:spPr>
      </p:sp>
      <p:sp>
        <p:nvSpPr>
          <p:cNvPr id="2042" name="belt-length-tip">
            <a:extLst>
              <a:ext uri="{FF2B5EF4-FFF2-40B4-BE49-F238E27FC236}">
                <a16:creationId xmlns:a16="http://schemas.microsoft.com/office/drawing/2014/main" id="{137747BA-83F7-4F5D-ADCD-DCB9737B58E2}"/>
              </a:ext>
            </a:extLst>
          </p:cNvPr>
          <p:cNvSpPr>
            <a:spLocks noGrp="1"/>
          </p:cNvSpPr>
          <p:nvPr/>
        </p:nvSpPr>
        <p:spPr>
          <a:xfrm>
            <a:off x="1572197" y="5886450"/>
            <a:ext cx="56007" cy="66675"/>
          </a:xfrm>
          <a:custGeom>
            <a:avLst/>
            <a:gdLst/>
            <a:ahLst/>
            <a:cxnLst/>
            <a:rect l="0" t="0" r="0" b="0"/>
            <a:pathLst>
              <a:path w="56007" h="66675">
                <a:moveTo>
                  <a:pt x="28003" y="66675"/>
                </a:moveTo>
                <a:lnTo>
                  <a:pt x="0" y="0"/>
                </a:lnTo>
                <a:lnTo>
                  <a:pt x="56007" y="0"/>
                </a:lnTo>
                <a:close/>
              </a:path>
            </a:pathLst>
          </a:custGeom>
          <a:solidFill>
            <a:srgbClr val="305B78"/>
          </a:solidFill>
          <a:ln w="0">
            <a:noFill/>
          </a:ln>
        </p:spPr>
      </p:sp>
      <p:sp>
        <p:nvSpPr>
          <p:cNvPr id="2043" name="belt-length-start">
            <a:extLst>
              <a:ext uri="{FF2B5EF4-FFF2-40B4-BE49-F238E27FC236}">
                <a16:creationId xmlns:a16="http://schemas.microsoft.com/office/drawing/2014/main" id="{E8BD2978-5A8A-4A8E-A668-9E986D3742CB}"/>
              </a:ext>
            </a:extLst>
          </p:cNvPr>
          <p:cNvSpPr>
            <a:spLocks noGrp="1"/>
          </p:cNvSpPr>
          <p:nvPr/>
        </p:nvSpPr>
        <p:spPr>
          <a:xfrm>
            <a:off x="1572197" y="1666875"/>
            <a:ext cx="56007" cy="66675"/>
          </a:xfrm>
          <a:custGeom>
            <a:avLst/>
            <a:gdLst/>
            <a:ahLst/>
            <a:cxnLst/>
            <a:rect l="0" t="0" r="0" b="0"/>
            <a:pathLst>
              <a:path w="56007" h="66675">
                <a:moveTo>
                  <a:pt x="28003" y="0"/>
                </a:moveTo>
                <a:lnTo>
                  <a:pt x="0" y="66675"/>
                </a:lnTo>
                <a:lnTo>
                  <a:pt x="56007" y="66675"/>
                </a:lnTo>
                <a:close/>
              </a:path>
            </a:pathLst>
          </a:custGeom>
          <a:solidFill>
            <a:srgbClr val="305B78"/>
          </a:solidFill>
          <a:ln w="0">
            <a:noFill/>
          </a:ln>
        </p:spPr>
      </p:sp>
      <p:sp>
        <p:nvSpPr>
          <p:cNvPr id="2044" name="belt-length-label">
            <a:extLst>
              <a:ext uri="{FF2B5EF4-FFF2-40B4-BE49-F238E27FC236}">
                <a16:creationId xmlns:a16="http://schemas.microsoft.com/office/drawing/2014/main" id="{614A7CB1-AB66-4127-8CF7-B9059DAB52C9}"/>
              </a:ext>
            </a:extLst>
          </p:cNvPr>
          <p:cNvSpPr>
            <a:spLocks noGrp="1"/>
          </p:cNvSpPr>
          <p:nvPr/>
        </p:nvSpPr>
        <p:spPr>
          <a:xfrm>
            <a:off x="171450" y="4210050"/>
            <a:ext cx="1314450" cy="885825"/>
          </a:xfrm>
          <a:prstGeom prst="rect">
            <a:avLst/>
          </a:prstGeom>
          <a:noFill/>
          <a:ln w="0">
            <a:noFill/>
          </a:ln>
        </p:spPr>
        <p:txBody>
          <a:bodyPr wrap="none" lIns="0" tIns="0" rIns="0" bIns="0" anchor="t">
            <a:noAutofit/>
          </a:bodyPr>
          <a:lstStyle/>
          <a:p>
            <a:pPr algn="r">
              <a:spcBef>
                <a:spcPts val="0"/>
              </a:spcBef>
              <a:spcAft>
                <a:spcPts val="0"/>
              </a:spcAft>
              <a:defRPr sz="1350" b="0">
                <a:solidFill>
                  <a:srgbClr val="4B5563"/>
                </a:solidFill>
                <a:latin typeface="Arial"/>
                <a:ea typeface="Arial"/>
                <a:cs typeface="Arial"/>
              </a:defRPr>
            </a:pPr>
            <a:r>
              <a:rPr sz="1350" b="0">
                <a:solidFill>
                  <a:srgbClr val="4B5563"/>
                </a:solidFill>
                <a:latin typeface="Arial"/>
                <a:ea typeface="Arial"/>
                <a:cs typeface="Arial"/>
              </a:rPr>
              <a:t>Nutzbare</a:t>
            </a:r>
          </a:p>
          <a:p>
            <a:pPr algn="r">
              <a:spcBef>
                <a:spcPts val="0"/>
              </a:spcBef>
              <a:spcAft>
                <a:spcPts val="0"/>
              </a:spcAft>
              <a:defRPr sz="1350" b="0">
                <a:solidFill>
                  <a:srgbClr val="4B5563"/>
                </a:solidFill>
                <a:latin typeface="Arial"/>
                <a:ea typeface="Arial"/>
                <a:cs typeface="Arial"/>
              </a:defRPr>
            </a:pPr>
            <a:r>
              <a:rPr sz="1350" b="0">
                <a:solidFill>
                  <a:srgbClr val="4B5563"/>
                </a:solidFill>
                <a:latin typeface="Arial"/>
                <a:ea typeface="Arial"/>
                <a:cs typeface="Arial"/>
              </a:rPr>
              <a:t>Förderstrecke</a:t>
            </a:r>
          </a:p>
          <a:p>
            <a:pPr algn="r">
              <a:spcBef>
                <a:spcPts val="0"/>
              </a:spcBef>
              <a:spcAft>
                <a:spcPts val="0"/>
              </a:spcAft>
              <a:defRPr sz="1350" b="0">
                <a:solidFill>
                  <a:srgbClr val="4B5563"/>
                </a:solidFill>
                <a:latin typeface="Arial"/>
                <a:ea typeface="Arial"/>
                <a:cs typeface="Arial"/>
              </a:defRPr>
            </a:pPr>
            <a:r>
              <a:rPr sz="1350" b="0">
                <a:solidFill>
                  <a:srgbClr val="4B5563"/>
                </a:solidFill>
                <a:latin typeface="Arial"/>
                <a:ea typeface="Arial"/>
                <a:cs typeface="Arial"/>
              </a:rPr>
              <a:t>ca. 1,50 m</a:t>
            </a:r>
          </a:p>
        </p:txBody>
      </p:sp>
      <p:sp>
        <p:nvSpPr>
          <p:cNvPr id="2045" name="offset-top">
            <a:extLst>
              <a:ext uri="{FF2B5EF4-FFF2-40B4-BE49-F238E27FC236}">
                <a16:creationId xmlns:a16="http://schemas.microsoft.com/office/drawing/2014/main" id="{70141331-77A0-49A4-96DD-F35863B861BE}"/>
              </a:ext>
            </a:extLst>
          </p:cNvPr>
          <p:cNvSpPr>
            <a:spLocks noGrp="1"/>
          </p:cNvSpPr>
          <p:nvPr/>
        </p:nvSpPr>
        <p:spPr>
          <a:xfrm>
            <a:off x="2667000" y="1666875"/>
            <a:ext cx="409575" cy="953"/>
          </a:xfrm>
          <a:custGeom>
            <a:avLst/>
            <a:gdLst/>
            <a:ahLst/>
            <a:cxnLst/>
            <a:rect l="0" t="0" r="0" b="0"/>
            <a:pathLst>
              <a:path w="409575" h="953">
                <a:moveTo>
                  <a:pt x="0" y="0"/>
                </a:moveTo>
                <a:lnTo>
                  <a:pt x="409575" y="0"/>
                </a:lnTo>
              </a:path>
            </a:pathLst>
          </a:custGeom>
          <a:noFill/>
          <a:ln w="9525">
            <a:solidFill>
              <a:srgbClr val="305B78"/>
            </a:solidFill>
            <a:prstDash val="solid"/>
          </a:ln>
        </p:spPr>
      </p:sp>
      <p:sp>
        <p:nvSpPr>
          <p:cNvPr id="2046" name="zone-top-extension">
            <a:extLst>
              <a:ext uri="{FF2B5EF4-FFF2-40B4-BE49-F238E27FC236}">
                <a16:creationId xmlns:a16="http://schemas.microsoft.com/office/drawing/2014/main" id="{7CC468C2-2DB1-449A-91D0-2EE51492E393}"/>
              </a:ext>
            </a:extLst>
          </p:cNvPr>
          <p:cNvSpPr>
            <a:spLocks noGrp="1"/>
          </p:cNvSpPr>
          <p:nvPr/>
        </p:nvSpPr>
        <p:spPr>
          <a:xfrm>
            <a:off x="2667000" y="3652837"/>
            <a:ext cx="1195388" cy="953"/>
          </a:xfrm>
          <a:custGeom>
            <a:avLst/>
            <a:gdLst/>
            <a:ahLst/>
            <a:cxnLst/>
            <a:rect l="0" t="0" r="0" b="0"/>
            <a:pathLst>
              <a:path w="1195388" h="953">
                <a:moveTo>
                  <a:pt x="0" y="0"/>
                </a:moveTo>
                <a:lnTo>
                  <a:pt x="1195388" y="0"/>
                </a:lnTo>
              </a:path>
            </a:pathLst>
          </a:custGeom>
          <a:noFill/>
          <a:ln w="9525">
            <a:solidFill>
              <a:srgbClr val="1D70B8"/>
            </a:solidFill>
            <a:prstDash val="solid"/>
          </a:ln>
        </p:spPr>
      </p:sp>
      <p:sp>
        <p:nvSpPr>
          <p:cNvPr id="2047" name="zone-bottom-extension">
            <a:extLst>
              <a:ext uri="{FF2B5EF4-FFF2-40B4-BE49-F238E27FC236}">
                <a16:creationId xmlns:a16="http://schemas.microsoft.com/office/drawing/2014/main" id="{B6549447-899A-4E61-88BD-72D35DF65B2E}"/>
              </a:ext>
            </a:extLst>
          </p:cNvPr>
          <p:cNvSpPr>
            <a:spLocks noGrp="1"/>
          </p:cNvSpPr>
          <p:nvPr/>
        </p:nvSpPr>
        <p:spPr>
          <a:xfrm>
            <a:off x="2667000" y="5838825"/>
            <a:ext cx="1195388" cy="953"/>
          </a:xfrm>
          <a:custGeom>
            <a:avLst/>
            <a:gdLst/>
            <a:ahLst/>
            <a:cxnLst/>
            <a:rect l="0" t="0" r="0" b="0"/>
            <a:pathLst>
              <a:path w="1195388" h="953">
                <a:moveTo>
                  <a:pt x="0" y="0"/>
                </a:moveTo>
                <a:lnTo>
                  <a:pt x="1195388" y="0"/>
                </a:lnTo>
              </a:path>
            </a:pathLst>
          </a:custGeom>
          <a:noFill/>
          <a:ln w="9525">
            <a:solidFill>
              <a:srgbClr val="1D70B8"/>
            </a:solidFill>
            <a:prstDash val="solid"/>
          </a:ln>
        </p:spPr>
      </p:sp>
      <p:sp>
        <p:nvSpPr>
          <p:cNvPr id="2048" name="zone-start-offset-shaft">
            <a:extLst>
              <a:ext uri="{FF2B5EF4-FFF2-40B4-BE49-F238E27FC236}">
                <a16:creationId xmlns:a16="http://schemas.microsoft.com/office/drawing/2014/main" id="{F871CF3B-C306-4FFD-B80C-D25ACF6571AD}"/>
              </a:ext>
            </a:extLst>
          </p:cNvPr>
          <p:cNvSpPr>
            <a:spLocks noGrp="1"/>
          </p:cNvSpPr>
          <p:nvPr/>
        </p:nvSpPr>
        <p:spPr>
          <a:xfrm>
            <a:off x="2667000" y="1666875"/>
            <a:ext cx="953" cy="1985962"/>
          </a:xfrm>
          <a:custGeom>
            <a:avLst/>
            <a:gdLst/>
            <a:ahLst/>
            <a:cxnLst/>
            <a:rect l="0" t="0" r="0" b="0"/>
            <a:pathLst>
              <a:path w="953" h="1985962">
                <a:moveTo>
                  <a:pt x="0" y="0"/>
                </a:moveTo>
                <a:lnTo>
                  <a:pt x="0" y="1985962"/>
                </a:lnTo>
              </a:path>
            </a:pathLst>
          </a:custGeom>
          <a:noFill/>
          <a:ln w="11430">
            <a:solidFill>
              <a:srgbClr val="305B78"/>
            </a:solidFill>
            <a:prstDash val="solid"/>
          </a:ln>
        </p:spPr>
      </p:sp>
      <p:sp>
        <p:nvSpPr>
          <p:cNvPr id="2049" name="zone-start-offset-tip">
            <a:extLst>
              <a:ext uri="{FF2B5EF4-FFF2-40B4-BE49-F238E27FC236}">
                <a16:creationId xmlns:a16="http://schemas.microsoft.com/office/drawing/2014/main" id="{7AB2DE9B-D695-42E9-B6C6-282E332C98C2}"/>
              </a:ext>
            </a:extLst>
          </p:cNvPr>
          <p:cNvSpPr>
            <a:spLocks noGrp="1"/>
          </p:cNvSpPr>
          <p:nvPr/>
        </p:nvSpPr>
        <p:spPr>
          <a:xfrm>
            <a:off x="2638997" y="3586162"/>
            <a:ext cx="56007" cy="66675"/>
          </a:xfrm>
          <a:custGeom>
            <a:avLst/>
            <a:gdLst/>
            <a:ahLst/>
            <a:cxnLst/>
            <a:rect l="0" t="0" r="0" b="0"/>
            <a:pathLst>
              <a:path w="56007" h="66675">
                <a:moveTo>
                  <a:pt x="28003" y="66675"/>
                </a:moveTo>
                <a:lnTo>
                  <a:pt x="0" y="0"/>
                </a:lnTo>
                <a:lnTo>
                  <a:pt x="56007" y="0"/>
                </a:lnTo>
                <a:close/>
              </a:path>
            </a:pathLst>
          </a:custGeom>
          <a:solidFill>
            <a:srgbClr val="305B78"/>
          </a:solidFill>
          <a:ln w="0">
            <a:noFill/>
          </a:ln>
        </p:spPr>
      </p:sp>
      <p:sp>
        <p:nvSpPr>
          <p:cNvPr id="2050" name="zone-start-offset-start">
            <a:extLst>
              <a:ext uri="{FF2B5EF4-FFF2-40B4-BE49-F238E27FC236}">
                <a16:creationId xmlns:a16="http://schemas.microsoft.com/office/drawing/2014/main" id="{3D703818-71CA-4EE2-8CE7-13EB00DD4AF1}"/>
              </a:ext>
            </a:extLst>
          </p:cNvPr>
          <p:cNvSpPr>
            <a:spLocks noGrp="1"/>
          </p:cNvSpPr>
          <p:nvPr/>
        </p:nvSpPr>
        <p:spPr>
          <a:xfrm>
            <a:off x="2638997" y="1666875"/>
            <a:ext cx="56007" cy="66675"/>
          </a:xfrm>
          <a:custGeom>
            <a:avLst/>
            <a:gdLst/>
            <a:ahLst/>
            <a:cxnLst/>
            <a:rect l="0" t="0" r="0" b="0"/>
            <a:pathLst>
              <a:path w="56007" h="66675">
                <a:moveTo>
                  <a:pt x="28003" y="0"/>
                </a:moveTo>
                <a:lnTo>
                  <a:pt x="0" y="66675"/>
                </a:lnTo>
                <a:lnTo>
                  <a:pt x="56007" y="66675"/>
                </a:lnTo>
                <a:close/>
              </a:path>
            </a:pathLst>
          </a:custGeom>
          <a:solidFill>
            <a:srgbClr val="305B78"/>
          </a:solidFill>
          <a:ln w="0">
            <a:noFill/>
          </a:ln>
        </p:spPr>
      </p:sp>
      <p:sp>
        <p:nvSpPr>
          <p:cNvPr id="2051" name="zone-start-offset-label">
            <a:extLst>
              <a:ext uri="{FF2B5EF4-FFF2-40B4-BE49-F238E27FC236}">
                <a16:creationId xmlns:a16="http://schemas.microsoft.com/office/drawing/2014/main" id="{0D016B24-3C0C-4A30-8A3D-1A8DD4D46AF4}"/>
              </a:ext>
            </a:extLst>
          </p:cNvPr>
          <p:cNvSpPr>
            <a:spLocks noGrp="1"/>
          </p:cNvSpPr>
          <p:nvPr/>
        </p:nvSpPr>
        <p:spPr>
          <a:xfrm>
            <a:off x="1704975" y="2514600"/>
            <a:ext cx="885825" cy="285750"/>
          </a:xfrm>
          <a:prstGeom prst="rect">
            <a:avLst/>
          </a:prstGeom>
          <a:noFill/>
          <a:ln w="0">
            <a:noFill/>
          </a:ln>
        </p:spPr>
        <p:txBody>
          <a:bodyPr wrap="none" lIns="0" tIns="0" rIns="0" bIns="0" anchor="t">
            <a:noAutofit/>
          </a:bodyPr>
          <a:lstStyle/>
          <a:p>
            <a:pPr algn="l">
              <a:spcBef>
                <a:spcPts val="0"/>
              </a:spcBef>
              <a:spcAft>
                <a:spcPts val="0"/>
              </a:spcAft>
              <a:defRPr sz="1250" b="0">
                <a:solidFill>
                  <a:srgbClr val="4B5563"/>
                </a:solidFill>
                <a:latin typeface="Arial"/>
                <a:ea typeface="Arial"/>
                <a:cs typeface="Arial"/>
              </a:defRPr>
            </a:pPr>
            <a:r>
              <a:rPr sz="1250" b="0">
                <a:solidFill>
                  <a:srgbClr val="4B5563"/>
                </a:solidFill>
                <a:latin typeface="Arial"/>
                <a:ea typeface="Arial"/>
                <a:cs typeface="Arial"/>
              </a:rPr>
              <a:t>ca. 0,695 m</a:t>
            </a:r>
          </a:p>
        </p:txBody>
      </p:sp>
      <p:sp>
        <p:nvSpPr>
          <p:cNvPr id="2052" name="zone-length-shaft">
            <a:extLst>
              <a:ext uri="{FF2B5EF4-FFF2-40B4-BE49-F238E27FC236}">
                <a16:creationId xmlns:a16="http://schemas.microsoft.com/office/drawing/2014/main" id="{35A7A724-F905-4219-83F5-BEDBDAAF17AA}"/>
              </a:ext>
            </a:extLst>
          </p:cNvPr>
          <p:cNvSpPr>
            <a:spLocks noGrp="1"/>
          </p:cNvSpPr>
          <p:nvPr/>
        </p:nvSpPr>
        <p:spPr>
          <a:xfrm>
            <a:off x="2667000" y="3652837"/>
            <a:ext cx="953" cy="2185988"/>
          </a:xfrm>
          <a:custGeom>
            <a:avLst/>
            <a:gdLst/>
            <a:ahLst/>
            <a:cxnLst/>
            <a:rect l="0" t="0" r="0" b="0"/>
            <a:pathLst>
              <a:path w="953" h="2185988">
                <a:moveTo>
                  <a:pt x="0" y="0"/>
                </a:moveTo>
                <a:lnTo>
                  <a:pt x="0" y="2185988"/>
                </a:lnTo>
              </a:path>
            </a:pathLst>
          </a:custGeom>
          <a:noFill/>
          <a:ln w="11430">
            <a:solidFill>
              <a:srgbClr val="1D70B8"/>
            </a:solidFill>
            <a:prstDash val="solid"/>
          </a:ln>
        </p:spPr>
      </p:sp>
      <p:sp>
        <p:nvSpPr>
          <p:cNvPr id="2053" name="zone-length-tip">
            <a:extLst>
              <a:ext uri="{FF2B5EF4-FFF2-40B4-BE49-F238E27FC236}">
                <a16:creationId xmlns:a16="http://schemas.microsoft.com/office/drawing/2014/main" id="{31BAE3DF-F004-44A9-BC88-8F16675A409D}"/>
              </a:ext>
            </a:extLst>
          </p:cNvPr>
          <p:cNvSpPr>
            <a:spLocks noGrp="1"/>
          </p:cNvSpPr>
          <p:nvPr/>
        </p:nvSpPr>
        <p:spPr>
          <a:xfrm>
            <a:off x="2638997" y="5772150"/>
            <a:ext cx="56007" cy="66675"/>
          </a:xfrm>
          <a:custGeom>
            <a:avLst/>
            <a:gdLst/>
            <a:ahLst/>
            <a:cxnLst/>
            <a:rect l="0" t="0" r="0" b="0"/>
            <a:pathLst>
              <a:path w="56007" h="66675">
                <a:moveTo>
                  <a:pt x="28003" y="66675"/>
                </a:moveTo>
                <a:lnTo>
                  <a:pt x="0" y="0"/>
                </a:lnTo>
                <a:lnTo>
                  <a:pt x="56007" y="0"/>
                </a:lnTo>
                <a:close/>
              </a:path>
            </a:pathLst>
          </a:custGeom>
          <a:solidFill>
            <a:srgbClr val="1D70B8"/>
          </a:solidFill>
          <a:ln w="0">
            <a:noFill/>
          </a:ln>
        </p:spPr>
      </p:sp>
      <p:sp>
        <p:nvSpPr>
          <p:cNvPr id="2054" name="zone-length-start">
            <a:extLst>
              <a:ext uri="{FF2B5EF4-FFF2-40B4-BE49-F238E27FC236}">
                <a16:creationId xmlns:a16="http://schemas.microsoft.com/office/drawing/2014/main" id="{3389FC17-63E8-46EE-9773-CF5AAC29D243}"/>
              </a:ext>
            </a:extLst>
          </p:cNvPr>
          <p:cNvSpPr>
            <a:spLocks noGrp="1"/>
          </p:cNvSpPr>
          <p:nvPr/>
        </p:nvSpPr>
        <p:spPr>
          <a:xfrm>
            <a:off x="2638997" y="3652837"/>
            <a:ext cx="56007" cy="66675"/>
          </a:xfrm>
          <a:custGeom>
            <a:avLst/>
            <a:gdLst/>
            <a:ahLst/>
            <a:cxnLst/>
            <a:rect l="0" t="0" r="0" b="0"/>
            <a:pathLst>
              <a:path w="56007" h="66675">
                <a:moveTo>
                  <a:pt x="28003" y="0"/>
                </a:moveTo>
                <a:lnTo>
                  <a:pt x="0" y="66675"/>
                </a:lnTo>
                <a:lnTo>
                  <a:pt x="56007" y="66675"/>
                </a:lnTo>
                <a:close/>
              </a:path>
            </a:pathLst>
          </a:custGeom>
          <a:solidFill>
            <a:srgbClr val="1D70B8"/>
          </a:solidFill>
          <a:ln w="0">
            <a:noFill/>
          </a:ln>
        </p:spPr>
      </p:sp>
      <p:sp>
        <p:nvSpPr>
          <p:cNvPr id="2055" name="zone-length-label">
            <a:extLst>
              <a:ext uri="{FF2B5EF4-FFF2-40B4-BE49-F238E27FC236}">
                <a16:creationId xmlns:a16="http://schemas.microsoft.com/office/drawing/2014/main" id="{E05C9EB0-B2DF-4DE0-A2ED-C92B87DED4B5}"/>
              </a:ext>
            </a:extLst>
          </p:cNvPr>
          <p:cNvSpPr>
            <a:spLocks noGrp="1"/>
          </p:cNvSpPr>
          <p:nvPr/>
        </p:nvSpPr>
        <p:spPr>
          <a:xfrm>
            <a:off x="1762125" y="4819650"/>
            <a:ext cx="819150" cy="285750"/>
          </a:xfrm>
          <a:prstGeom prst="rect">
            <a:avLst/>
          </a:prstGeom>
          <a:noFill/>
          <a:ln w="0">
            <a:noFill/>
          </a:ln>
        </p:spPr>
        <p:txBody>
          <a:bodyPr wrap="none" lIns="0" tIns="0" rIns="0" bIns="0" anchor="t">
            <a:noAutofit/>
          </a:bodyPr>
          <a:lstStyle/>
          <a:p>
            <a:pPr algn="l">
              <a:spcBef>
                <a:spcPts val="0"/>
              </a:spcBef>
              <a:spcAft>
                <a:spcPts val="0"/>
              </a:spcAft>
              <a:defRPr sz="1400" b="0">
                <a:solidFill>
                  <a:srgbClr val="1D70B8"/>
                </a:solidFill>
                <a:latin typeface="Arial"/>
                <a:ea typeface="Arial"/>
                <a:cs typeface="Arial"/>
              </a:defRPr>
            </a:pPr>
            <a:r>
              <a:rPr sz="1400" b="0">
                <a:solidFill>
                  <a:srgbClr val="1D70B8"/>
                </a:solidFill>
                <a:latin typeface="Arial"/>
                <a:ea typeface="Arial"/>
                <a:cs typeface="Arial"/>
              </a:rPr>
              <a:t>0,765 m</a:t>
            </a:r>
          </a:p>
        </p:txBody>
      </p:sp>
      <p:sp>
        <p:nvSpPr>
          <p:cNvPr id="2056" name="zone-width-shaft">
            <a:extLst>
              <a:ext uri="{FF2B5EF4-FFF2-40B4-BE49-F238E27FC236}">
                <a16:creationId xmlns:a16="http://schemas.microsoft.com/office/drawing/2014/main" id="{52DF7028-76CA-450F-AA97-5A0170257198}"/>
              </a:ext>
            </a:extLst>
          </p:cNvPr>
          <p:cNvSpPr>
            <a:spLocks noGrp="1"/>
          </p:cNvSpPr>
          <p:nvPr/>
        </p:nvSpPr>
        <p:spPr>
          <a:xfrm>
            <a:off x="3938588" y="5638800"/>
            <a:ext cx="1476374" cy="84772"/>
          </a:xfrm>
          <a:custGeom>
            <a:avLst/>
            <a:gdLst/>
            <a:ahLst/>
            <a:cxnLst/>
            <a:rect l="0" t="0" r="0" b="0"/>
            <a:pathLst>
              <a:path w="1323975" h="953">
                <a:moveTo>
                  <a:pt x="0" y="0"/>
                </a:moveTo>
                <a:lnTo>
                  <a:pt x="1323975" y="0"/>
                </a:lnTo>
              </a:path>
            </a:pathLst>
          </a:custGeom>
          <a:noFill/>
          <a:ln w="11430">
            <a:solidFill>
              <a:srgbClr val="1D70B8"/>
            </a:solidFill>
            <a:prstDash val="solid"/>
          </a:ln>
        </p:spPr>
        <p:txBody>
          <a:bodyPr/>
          <a:lstStyle/>
          <a:p>
            <a:endParaRPr lang="de-DE"/>
          </a:p>
        </p:txBody>
      </p:sp>
      <p:sp>
        <p:nvSpPr>
          <p:cNvPr id="2057" name="zone-width-tip">
            <a:extLst>
              <a:ext uri="{FF2B5EF4-FFF2-40B4-BE49-F238E27FC236}">
                <a16:creationId xmlns:a16="http://schemas.microsoft.com/office/drawing/2014/main" id="{03C835A5-EFA0-4914-ABED-35125E9981C8}"/>
              </a:ext>
            </a:extLst>
          </p:cNvPr>
          <p:cNvSpPr>
            <a:spLocks noGrp="1"/>
          </p:cNvSpPr>
          <p:nvPr/>
        </p:nvSpPr>
        <p:spPr>
          <a:xfrm>
            <a:off x="5358448" y="5610796"/>
            <a:ext cx="66675" cy="56007"/>
          </a:xfrm>
          <a:custGeom>
            <a:avLst/>
            <a:gdLst/>
            <a:ahLst/>
            <a:cxnLst/>
            <a:rect l="0" t="0" r="0" b="0"/>
            <a:pathLst>
              <a:path w="66675" h="56007">
                <a:moveTo>
                  <a:pt x="66675" y="28004"/>
                </a:moveTo>
                <a:lnTo>
                  <a:pt x="0" y="56007"/>
                </a:lnTo>
                <a:lnTo>
                  <a:pt x="0" y="0"/>
                </a:lnTo>
                <a:close/>
              </a:path>
            </a:pathLst>
          </a:custGeom>
          <a:solidFill>
            <a:srgbClr val="1D70B8"/>
          </a:solidFill>
          <a:ln w="0">
            <a:noFill/>
          </a:ln>
        </p:spPr>
        <p:txBody>
          <a:bodyPr/>
          <a:lstStyle/>
          <a:p>
            <a:endParaRPr lang="de-DE"/>
          </a:p>
        </p:txBody>
      </p:sp>
      <p:sp>
        <p:nvSpPr>
          <p:cNvPr id="2058" name="zone-width-start">
            <a:extLst>
              <a:ext uri="{FF2B5EF4-FFF2-40B4-BE49-F238E27FC236}">
                <a16:creationId xmlns:a16="http://schemas.microsoft.com/office/drawing/2014/main" id="{A0E5A7EC-008C-47B6-9CB1-E04E80014FFB}"/>
              </a:ext>
            </a:extLst>
          </p:cNvPr>
          <p:cNvSpPr>
            <a:spLocks noGrp="1"/>
          </p:cNvSpPr>
          <p:nvPr/>
        </p:nvSpPr>
        <p:spPr>
          <a:xfrm>
            <a:off x="3938588" y="5610796"/>
            <a:ext cx="66675" cy="56007"/>
          </a:xfrm>
          <a:custGeom>
            <a:avLst/>
            <a:gdLst/>
            <a:ahLst/>
            <a:cxnLst/>
            <a:rect l="0" t="0" r="0" b="0"/>
            <a:pathLst>
              <a:path w="66675" h="56007">
                <a:moveTo>
                  <a:pt x="0" y="28004"/>
                </a:moveTo>
                <a:lnTo>
                  <a:pt x="66675" y="56007"/>
                </a:lnTo>
                <a:lnTo>
                  <a:pt x="66675" y="0"/>
                </a:lnTo>
                <a:close/>
              </a:path>
            </a:pathLst>
          </a:custGeom>
          <a:solidFill>
            <a:srgbClr val="1D70B8"/>
          </a:solidFill>
          <a:ln w="0">
            <a:noFill/>
          </a:ln>
        </p:spPr>
      </p:sp>
      <p:sp>
        <p:nvSpPr>
          <p:cNvPr id="2059" name="zone-width-label">
            <a:extLst>
              <a:ext uri="{FF2B5EF4-FFF2-40B4-BE49-F238E27FC236}">
                <a16:creationId xmlns:a16="http://schemas.microsoft.com/office/drawing/2014/main" id="{D6BFB37F-621E-4911-A224-E805246EE6F5}"/>
              </a:ext>
            </a:extLst>
          </p:cNvPr>
          <p:cNvSpPr>
            <a:spLocks noGrp="1"/>
          </p:cNvSpPr>
          <p:nvPr/>
        </p:nvSpPr>
        <p:spPr>
          <a:xfrm>
            <a:off x="4224338" y="5343525"/>
            <a:ext cx="1000125" cy="266700"/>
          </a:xfrm>
          <a:prstGeom prst="rect">
            <a:avLst/>
          </a:prstGeom>
          <a:noFill/>
          <a:ln w="0">
            <a:noFill/>
          </a:ln>
        </p:spPr>
        <p:txBody>
          <a:bodyPr wrap="none" lIns="0" tIns="0" rIns="0" bIns="0" anchor="t">
            <a:noAutofit/>
          </a:bodyPr>
          <a:lstStyle/>
          <a:p>
            <a:pPr algn="ctr">
              <a:spcBef>
                <a:spcPts val="0"/>
              </a:spcBef>
              <a:spcAft>
                <a:spcPts val="0"/>
              </a:spcAft>
              <a:defRPr sz="1400" b="0">
                <a:solidFill>
                  <a:srgbClr val="1D70B8"/>
                </a:solidFill>
                <a:latin typeface="Arial"/>
                <a:ea typeface="Arial"/>
                <a:cs typeface="Arial"/>
              </a:defRPr>
            </a:pPr>
            <a:r>
              <a:rPr sz="1400" b="0" dirty="0">
                <a:solidFill>
                  <a:srgbClr val="1D70B8"/>
                </a:solidFill>
                <a:latin typeface="Arial"/>
                <a:ea typeface="Arial"/>
                <a:cs typeface="Arial"/>
              </a:rPr>
              <a:t>0,470 m</a:t>
            </a:r>
          </a:p>
        </p:txBody>
      </p:sp>
      <p:sp>
        <p:nvSpPr>
          <p:cNvPr id="2060" name="belt-width-left">
            <a:extLst>
              <a:ext uri="{FF2B5EF4-FFF2-40B4-BE49-F238E27FC236}">
                <a16:creationId xmlns:a16="http://schemas.microsoft.com/office/drawing/2014/main" id="{16E12CFC-E1B5-4090-BD3A-560426DB1392}"/>
              </a:ext>
            </a:extLst>
          </p:cNvPr>
          <p:cNvSpPr>
            <a:spLocks noGrp="1"/>
          </p:cNvSpPr>
          <p:nvPr/>
        </p:nvSpPr>
        <p:spPr>
          <a:xfrm>
            <a:off x="3143250" y="6057900"/>
            <a:ext cx="953" cy="200025"/>
          </a:xfrm>
          <a:custGeom>
            <a:avLst/>
            <a:gdLst/>
            <a:ahLst/>
            <a:cxnLst/>
            <a:rect l="0" t="0" r="0" b="0"/>
            <a:pathLst>
              <a:path w="953" h="200025">
                <a:moveTo>
                  <a:pt x="0" y="0"/>
                </a:moveTo>
                <a:lnTo>
                  <a:pt x="0" y="200025"/>
                </a:lnTo>
              </a:path>
            </a:pathLst>
          </a:custGeom>
          <a:noFill/>
          <a:ln w="9525">
            <a:solidFill>
              <a:srgbClr val="305B78"/>
            </a:solidFill>
            <a:prstDash val="solid"/>
          </a:ln>
        </p:spPr>
      </p:sp>
      <p:sp>
        <p:nvSpPr>
          <p:cNvPr id="2061" name="belt-width-right">
            <a:extLst>
              <a:ext uri="{FF2B5EF4-FFF2-40B4-BE49-F238E27FC236}">
                <a16:creationId xmlns:a16="http://schemas.microsoft.com/office/drawing/2014/main" id="{1B919153-F691-45EC-B6A8-CA9A708291E5}"/>
              </a:ext>
            </a:extLst>
          </p:cNvPr>
          <p:cNvSpPr>
            <a:spLocks noGrp="1"/>
          </p:cNvSpPr>
          <p:nvPr/>
        </p:nvSpPr>
        <p:spPr>
          <a:xfrm>
            <a:off x="5414963" y="6057900"/>
            <a:ext cx="953" cy="200025"/>
          </a:xfrm>
          <a:custGeom>
            <a:avLst/>
            <a:gdLst/>
            <a:ahLst/>
            <a:cxnLst/>
            <a:rect l="0" t="0" r="0" b="0"/>
            <a:pathLst>
              <a:path w="953" h="200025">
                <a:moveTo>
                  <a:pt x="0" y="0"/>
                </a:moveTo>
                <a:lnTo>
                  <a:pt x="0" y="200025"/>
                </a:lnTo>
              </a:path>
            </a:pathLst>
          </a:custGeom>
          <a:noFill/>
          <a:ln w="9525">
            <a:solidFill>
              <a:srgbClr val="305B78"/>
            </a:solidFill>
            <a:prstDash val="solid"/>
          </a:ln>
        </p:spPr>
      </p:sp>
      <p:sp>
        <p:nvSpPr>
          <p:cNvPr id="2062" name="belt-width-shaft">
            <a:extLst>
              <a:ext uri="{FF2B5EF4-FFF2-40B4-BE49-F238E27FC236}">
                <a16:creationId xmlns:a16="http://schemas.microsoft.com/office/drawing/2014/main" id="{14BB81E1-F583-448A-878E-8F957D6DF887}"/>
              </a:ext>
            </a:extLst>
          </p:cNvPr>
          <p:cNvSpPr>
            <a:spLocks noGrp="1"/>
          </p:cNvSpPr>
          <p:nvPr/>
        </p:nvSpPr>
        <p:spPr>
          <a:xfrm>
            <a:off x="3143250" y="6200775"/>
            <a:ext cx="2271713" cy="953"/>
          </a:xfrm>
          <a:custGeom>
            <a:avLst/>
            <a:gdLst/>
            <a:ahLst/>
            <a:cxnLst/>
            <a:rect l="0" t="0" r="0" b="0"/>
            <a:pathLst>
              <a:path w="2271713" h="953">
                <a:moveTo>
                  <a:pt x="0" y="0"/>
                </a:moveTo>
                <a:lnTo>
                  <a:pt x="2271713" y="0"/>
                </a:lnTo>
              </a:path>
            </a:pathLst>
          </a:custGeom>
          <a:noFill/>
          <a:ln w="11430">
            <a:solidFill>
              <a:srgbClr val="305B78"/>
            </a:solidFill>
            <a:prstDash val="solid"/>
          </a:ln>
        </p:spPr>
      </p:sp>
      <p:sp>
        <p:nvSpPr>
          <p:cNvPr id="2063" name="belt-width-tip">
            <a:extLst>
              <a:ext uri="{FF2B5EF4-FFF2-40B4-BE49-F238E27FC236}">
                <a16:creationId xmlns:a16="http://schemas.microsoft.com/office/drawing/2014/main" id="{B161421C-FBF6-4ED8-9A54-8E40B6E13D20}"/>
              </a:ext>
            </a:extLst>
          </p:cNvPr>
          <p:cNvSpPr>
            <a:spLocks noGrp="1"/>
          </p:cNvSpPr>
          <p:nvPr/>
        </p:nvSpPr>
        <p:spPr>
          <a:xfrm>
            <a:off x="5348288" y="6172771"/>
            <a:ext cx="66675" cy="56007"/>
          </a:xfrm>
          <a:custGeom>
            <a:avLst/>
            <a:gdLst/>
            <a:ahLst/>
            <a:cxnLst/>
            <a:rect l="0" t="0" r="0" b="0"/>
            <a:pathLst>
              <a:path w="66675" h="56007">
                <a:moveTo>
                  <a:pt x="66675" y="28004"/>
                </a:moveTo>
                <a:lnTo>
                  <a:pt x="0" y="56007"/>
                </a:lnTo>
                <a:lnTo>
                  <a:pt x="0" y="0"/>
                </a:lnTo>
                <a:close/>
              </a:path>
            </a:pathLst>
          </a:custGeom>
          <a:solidFill>
            <a:srgbClr val="305B78"/>
          </a:solidFill>
          <a:ln w="0">
            <a:noFill/>
          </a:ln>
        </p:spPr>
      </p:sp>
      <p:sp>
        <p:nvSpPr>
          <p:cNvPr id="2064" name="belt-width-start">
            <a:extLst>
              <a:ext uri="{FF2B5EF4-FFF2-40B4-BE49-F238E27FC236}">
                <a16:creationId xmlns:a16="http://schemas.microsoft.com/office/drawing/2014/main" id="{064573ED-B6C0-4464-9091-0EE573FE3B6B}"/>
              </a:ext>
            </a:extLst>
          </p:cNvPr>
          <p:cNvSpPr>
            <a:spLocks noGrp="1"/>
          </p:cNvSpPr>
          <p:nvPr/>
        </p:nvSpPr>
        <p:spPr>
          <a:xfrm>
            <a:off x="3143250" y="6172771"/>
            <a:ext cx="66675" cy="56007"/>
          </a:xfrm>
          <a:custGeom>
            <a:avLst/>
            <a:gdLst/>
            <a:ahLst/>
            <a:cxnLst/>
            <a:rect l="0" t="0" r="0" b="0"/>
            <a:pathLst>
              <a:path w="66675" h="56007">
                <a:moveTo>
                  <a:pt x="0" y="28004"/>
                </a:moveTo>
                <a:lnTo>
                  <a:pt x="66675" y="56007"/>
                </a:lnTo>
                <a:lnTo>
                  <a:pt x="66675" y="0"/>
                </a:lnTo>
                <a:close/>
              </a:path>
            </a:pathLst>
          </a:custGeom>
          <a:solidFill>
            <a:srgbClr val="305B78"/>
          </a:solidFill>
          <a:ln w="0">
            <a:noFill/>
          </a:ln>
        </p:spPr>
      </p:sp>
      <p:sp>
        <p:nvSpPr>
          <p:cNvPr id="2065" name="belt-width-label">
            <a:extLst>
              <a:ext uri="{FF2B5EF4-FFF2-40B4-BE49-F238E27FC236}">
                <a16:creationId xmlns:a16="http://schemas.microsoft.com/office/drawing/2014/main" id="{43E87D9A-957E-4DA7-940E-6ADEF6114021}"/>
              </a:ext>
            </a:extLst>
          </p:cNvPr>
          <p:cNvSpPr>
            <a:spLocks noGrp="1"/>
          </p:cNvSpPr>
          <p:nvPr/>
        </p:nvSpPr>
        <p:spPr>
          <a:xfrm>
            <a:off x="2952750" y="6334125"/>
            <a:ext cx="3143250" cy="266700"/>
          </a:xfrm>
          <a:prstGeom prst="rect">
            <a:avLst/>
          </a:prstGeom>
          <a:noFill/>
          <a:ln w="0">
            <a:noFill/>
          </a:ln>
        </p:spPr>
        <p:txBody>
          <a:bodyPr wrap="none" lIns="0" tIns="0" rIns="0" bIns="0" anchor="t">
            <a:noAutofit/>
          </a:bodyPr>
          <a:lstStyle/>
          <a:p>
            <a:pPr algn="l">
              <a:spcBef>
                <a:spcPts val="0"/>
              </a:spcBef>
              <a:spcAft>
                <a:spcPts val="0"/>
              </a:spcAft>
              <a:defRPr sz="1400" b="0">
                <a:solidFill>
                  <a:srgbClr val="4B5563"/>
                </a:solidFill>
                <a:latin typeface="Arial"/>
                <a:ea typeface="Arial"/>
                <a:cs typeface="Arial"/>
              </a:defRPr>
            </a:pPr>
            <a:r>
              <a:rPr sz="1400" b="0">
                <a:solidFill>
                  <a:srgbClr val="4B5563"/>
                </a:solidFill>
                <a:latin typeface="Arial"/>
                <a:ea typeface="Arial"/>
                <a:cs typeface="Arial"/>
              </a:rPr>
              <a:t>Bandbreite: ca. 0,80 m</a:t>
            </a:r>
          </a:p>
        </p:txBody>
      </p:sp>
      <p:sp>
        <p:nvSpPr>
          <p:cNvPr id="2066" name="zone-heading">
            <a:extLst>
              <a:ext uri="{FF2B5EF4-FFF2-40B4-BE49-F238E27FC236}">
                <a16:creationId xmlns:a16="http://schemas.microsoft.com/office/drawing/2014/main" id="{A5FEF373-9FD7-4A6C-8A46-E95802537177}"/>
              </a:ext>
            </a:extLst>
          </p:cNvPr>
          <p:cNvSpPr>
            <a:spLocks noGrp="1"/>
          </p:cNvSpPr>
          <p:nvPr/>
        </p:nvSpPr>
        <p:spPr>
          <a:xfrm>
            <a:off x="9048750" y="1819275"/>
            <a:ext cx="2809875" cy="304800"/>
          </a:xfrm>
          <a:prstGeom prst="rect">
            <a:avLst/>
          </a:prstGeom>
          <a:noFill/>
          <a:ln w="0">
            <a:noFill/>
          </a:ln>
        </p:spPr>
        <p:txBody>
          <a:bodyPr wrap="none" lIns="0" tIns="0" rIns="0" bIns="0" anchor="t">
            <a:noAutofit/>
          </a:bodyPr>
          <a:lstStyle/>
          <a:p>
            <a:pPr algn="l">
              <a:spcBef>
                <a:spcPts val="0"/>
              </a:spcBef>
              <a:spcAft>
                <a:spcPts val="0"/>
              </a:spcAft>
              <a:defRPr sz="1750" b="1">
                <a:solidFill>
                  <a:srgbClr val="1D70B8"/>
                </a:solidFill>
                <a:latin typeface="Arial"/>
                <a:ea typeface="Arial"/>
                <a:cs typeface="Arial"/>
              </a:defRPr>
            </a:pPr>
            <a:r>
              <a:rPr sz="1750" b="1">
                <a:solidFill>
                  <a:srgbClr val="1D70B8"/>
                </a:solidFill>
                <a:latin typeface="Arial"/>
                <a:ea typeface="Arial"/>
                <a:cs typeface="Arial"/>
              </a:rPr>
              <a:t>Greifzone</a:t>
            </a:r>
          </a:p>
        </p:txBody>
      </p:sp>
      <p:sp>
        <p:nvSpPr>
          <p:cNvPr id="2067" name="zone-coordinates">
            <a:extLst>
              <a:ext uri="{FF2B5EF4-FFF2-40B4-BE49-F238E27FC236}">
                <a16:creationId xmlns:a16="http://schemas.microsoft.com/office/drawing/2014/main" id="{45270204-9028-45B3-91B6-E87D773A2176}"/>
              </a:ext>
            </a:extLst>
          </p:cNvPr>
          <p:cNvSpPr>
            <a:spLocks noGrp="1"/>
          </p:cNvSpPr>
          <p:nvPr/>
        </p:nvSpPr>
        <p:spPr>
          <a:xfrm>
            <a:off x="9048750" y="2219325"/>
            <a:ext cx="2809875" cy="647700"/>
          </a:xfrm>
          <a:prstGeom prst="rect">
            <a:avLst/>
          </a:prstGeom>
          <a:noFill/>
          <a:ln w="0">
            <a:noFill/>
          </a:ln>
        </p:spPr>
        <p:txBody>
          <a:bodyPr wrap="none" lIns="0" tIns="0" rIns="0" bIns="0" anchor="t">
            <a:noAutofit/>
          </a:bodyPr>
          <a:lstStyle/>
          <a:p>
            <a:pPr algn="l">
              <a:spcBef>
                <a:spcPts val="0"/>
              </a:spcBef>
              <a:spcAft>
                <a:spcPts val="0"/>
              </a:spcAft>
              <a:defRPr sz="1600" b="0">
                <a:solidFill>
                  <a:srgbClr val="1D70B8"/>
                </a:solidFill>
                <a:latin typeface="Arial"/>
                <a:ea typeface="Arial"/>
                <a:cs typeface="Arial"/>
              </a:defRPr>
            </a:pPr>
            <a:r>
              <a:rPr sz="1600" b="0">
                <a:solidFill>
                  <a:srgbClr val="1D70B8"/>
                </a:solidFill>
                <a:latin typeface="Arial"/>
                <a:ea typeface="Arial"/>
                <a:cs typeface="Arial"/>
              </a:rPr>
              <a:t>x = −1,000 bis −0,530 m</a:t>
            </a:r>
          </a:p>
          <a:p>
            <a:pPr algn="l">
              <a:spcBef>
                <a:spcPts val="0"/>
              </a:spcBef>
              <a:spcAft>
                <a:spcPts val="0"/>
              </a:spcAft>
              <a:defRPr sz="1600" b="0">
                <a:solidFill>
                  <a:srgbClr val="1D70B8"/>
                </a:solidFill>
                <a:latin typeface="Arial"/>
                <a:ea typeface="Arial"/>
                <a:cs typeface="Arial"/>
              </a:defRPr>
            </a:pPr>
            <a:r>
              <a:rPr sz="1600" b="0">
                <a:solidFill>
                  <a:srgbClr val="1D70B8"/>
                </a:solidFill>
                <a:latin typeface="Arial"/>
                <a:ea typeface="Arial"/>
                <a:cs typeface="Arial"/>
              </a:rPr>
              <a:t>y = −0,320 bis +0,445 m</a:t>
            </a:r>
          </a:p>
        </p:txBody>
      </p:sp>
      <p:sp>
        <p:nvSpPr>
          <p:cNvPr id="2068" name="wait-heading">
            <a:extLst>
              <a:ext uri="{FF2B5EF4-FFF2-40B4-BE49-F238E27FC236}">
                <a16:creationId xmlns:a16="http://schemas.microsoft.com/office/drawing/2014/main" id="{A6E5FB6A-4198-403F-A9EE-4EAC41318095}"/>
              </a:ext>
            </a:extLst>
          </p:cNvPr>
          <p:cNvSpPr>
            <a:spLocks noGrp="1"/>
          </p:cNvSpPr>
          <p:nvPr/>
        </p:nvSpPr>
        <p:spPr>
          <a:xfrm>
            <a:off x="9048750" y="3314700"/>
            <a:ext cx="2809875" cy="304800"/>
          </a:xfrm>
          <a:prstGeom prst="rect">
            <a:avLst/>
          </a:prstGeom>
          <a:noFill/>
          <a:ln w="0">
            <a:noFill/>
          </a:ln>
        </p:spPr>
        <p:txBody>
          <a:bodyPr wrap="none" lIns="0" tIns="0" rIns="0" bIns="0" anchor="t">
            <a:noAutofit/>
          </a:bodyPr>
          <a:lstStyle/>
          <a:p>
            <a:pPr algn="l">
              <a:spcBef>
                <a:spcPts val="0"/>
              </a:spcBef>
              <a:spcAft>
                <a:spcPts val="0"/>
              </a:spcAft>
              <a:defRPr sz="1750" b="1">
                <a:solidFill>
                  <a:srgbClr val="1D70B8"/>
                </a:solidFill>
                <a:latin typeface="Arial"/>
                <a:ea typeface="Arial"/>
                <a:cs typeface="Arial"/>
              </a:defRPr>
            </a:pPr>
            <a:r>
              <a:rPr sz="1750" b="1">
                <a:solidFill>
                  <a:srgbClr val="1D70B8"/>
                </a:solidFill>
                <a:latin typeface="Arial"/>
                <a:ea typeface="Arial"/>
                <a:cs typeface="Arial"/>
              </a:rPr>
              <a:t>W  Warteposition</a:t>
            </a:r>
          </a:p>
        </p:txBody>
      </p:sp>
      <p:sp>
        <p:nvSpPr>
          <p:cNvPr id="2069" name="wait-coordinates">
            <a:extLst>
              <a:ext uri="{FF2B5EF4-FFF2-40B4-BE49-F238E27FC236}">
                <a16:creationId xmlns:a16="http://schemas.microsoft.com/office/drawing/2014/main" id="{36EFB695-535C-462D-99A3-3CAAA149730D}"/>
              </a:ext>
            </a:extLst>
          </p:cNvPr>
          <p:cNvSpPr>
            <a:spLocks noGrp="1"/>
          </p:cNvSpPr>
          <p:nvPr/>
        </p:nvSpPr>
        <p:spPr>
          <a:xfrm>
            <a:off x="9048750" y="3705225"/>
            <a:ext cx="2809875" cy="866775"/>
          </a:xfrm>
          <a:prstGeom prst="rect">
            <a:avLst/>
          </a:prstGeom>
          <a:noFill/>
          <a:ln w="0">
            <a:noFill/>
          </a:ln>
        </p:spPr>
        <p:txBody>
          <a:bodyPr wrap="none" lIns="0" tIns="0" rIns="0" bIns="0" anchor="t">
            <a:noAutofit/>
          </a:bodyPr>
          <a:lstStyle/>
          <a:p>
            <a:pPr algn="l">
              <a:spcBef>
                <a:spcPts val="0"/>
              </a:spcBef>
              <a:spcAft>
                <a:spcPts val="0"/>
              </a:spcAft>
              <a:defRPr sz="1600" b="0">
                <a:solidFill>
                  <a:srgbClr val="17212B"/>
                </a:solidFill>
                <a:latin typeface="Arial"/>
                <a:ea typeface="Arial"/>
                <a:cs typeface="Arial"/>
              </a:defRPr>
            </a:pPr>
            <a:r>
              <a:rPr sz="1600" b="0">
                <a:solidFill>
                  <a:srgbClr val="17212B"/>
                </a:solidFill>
                <a:latin typeface="Arial"/>
                <a:ea typeface="Arial"/>
                <a:cs typeface="Arial"/>
              </a:rPr>
              <a:t>x = −0,816 m</a:t>
            </a:r>
          </a:p>
          <a:p>
            <a:pPr algn="l">
              <a:spcBef>
                <a:spcPts val="0"/>
              </a:spcBef>
              <a:spcAft>
                <a:spcPts val="0"/>
              </a:spcAft>
              <a:defRPr sz="1600" b="0">
                <a:solidFill>
                  <a:srgbClr val="17212B"/>
                </a:solidFill>
                <a:latin typeface="Arial"/>
                <a:ea typeface="Arial"/>
                <a:cs typeface="Arial"/>
              </a:defRPr>
            </a:pPr>
            <a:r>
              <a:rPr sz="1600" b="0">
                <a:solidFill>
                  <a:srgbClr val="17212B"/>
                </a:solidFill>
                <a:latin typeface="Arial"/>
                <a:ea typeface="Arial"/>
                <a:cs typeface="Arial"/>
              </a:rPr>
              <a:t>y = +0,350 m</a:t>
            </a:r>
          </a:p>
          <a:p>
            <a:pPr algn="l">
              <a:spcBef>
                <a:spcPts val="0"/>
              </a:spcBef>
              <a:spcAft>
                <a:spcPts val="0"/>
              </a:spcAft>
              <a:defRPr sz="1600" b="0">
                <a:solidFill>
                  <a:srgbClr val="17212B"/>
                </a:solidFill>
                <a:latin typeface="Arial"/>
                <a:ea typeface="Arial"/>
                <a:cs typeface="Arial"/>
              </a:defRPr>
            </a:pPr>
            <a:r>
              <a:rPr sz="1600" b="0">
                <a:solidFill>
                  <a:srgbClr val="17212B"/>
                </a:solidFill>
                <a:latin typeface="Arial"/>
                <a:ea typeface="Arial"/>
                <a:cs typeface="Arial"/>
              </a:rPr>
              <a:t>z = +0,450 m</a:t>
            </a:r>
          </a:p>
        </p:txBody>
      </p:sp>
      <p:sp>
        <p:nvSpPr>
          <p:cNvPr id="2070" name="place-heading">
            <a:extLst>
              <a:ext uri="{FF2B5EF4-FFF2-40B4-BE49-F238E27FC236}">
                <a16:creationId xmlns:a16="http://schemas.microsoft.com/office/drawing/2014/main" id="{C6FC9519-353B-4A3F-84DB-046141AC6B4C}"/>
              </a:ext>
            </a:extLst>
          </p:cNvPr>
          <p:cNvSpPr>
            <a:spLocks noGrp="1"/>
          </p:cNvSpPr>
          <p:nvPr/>
        </p:nvSpPr>
        <p:spPr>
          <a:xfrm>
            <a:off x="9048750" y="4857750"/>
            <a:ext cx="2809875" cy="304800"/>
          </a:xfrm>
          <a:prstGeom prst="rect">
            <a:avLst/>
          </a:prstGeom>
          <a:noFill/>
          <a:ln w="0">
            <a:noFill/>
          </a:ln>
        </p:spPr>
        <p:txBody>
          <a:bodyPr wrap="none" lIns="0" tIns="0" rIns="0" bIns="0" anchor="t">
            <a:noAutofit/>
          </a:bodyPr>
          <a:lstStyle/>
          <a:p>
            <a:pPr algn="l">
              <a:spcBef>
                <a:spcPts val="0"/>
              </a:spcBef>
              <a:spcAft>
                <a:spcPts val="0"/>
              </a:spcAft>
              <a:defRPr sz="1750" b="1">
                <a:solidFill>
                  <a:srgbClr val="9B6622"/>
                </a:solidFill>
                <a:latin typeface="Arial"/>
                <a:ea typeface="Arial"/>
                <a:cs typeface="Arial"/>
              </a:defRPr>
            </a:pPr>
            <a:r>
              <a:rPr sz="1750" b="1">
                <a:solidFill>
                  <a:srgbClr val="9B6622"/>
                </a:solidFill>
                <a:latin typeface="Arial"/>
                <a:ea typeface="Arial"/>
                <a:cs typeface="Arial"/>
              </a:rPr>
              <a:t>A  Ablageposition</a:t>
            </a:r>
          </a:p>
        </p:txBody>
      </p:sp>
      <p:sp>
        <p:nvSpPr>
          <p:cNvPr id="2071" name="place-coordinates">
            <a:extLst>
              <a:ext uri="{FF2B5EF4-FFF2-40B4-BE49-F238E27FC236}">
                <a16:creationId xmlns:a16="http://schemas.microsoft.com/office/drawing/2014/main" id="{095B3130-7042-4D02-AEC5-15C038A78C26}"/>
              </a:ext>
            </a:extLst>
          </p:cNvPr>
          <p:cNvSpPr>
            <a:spLocks noGrp="1"/>
          </p:cNvSpPr>
          <p:nvPr/>
        </p:nvSpPr>
        <p:spPr>
          <a:xfrm>
            <a:off x="9048750" y="5248275"/>
            <a:ext cx="2809875" cy="866775"/>
          </a:xfrm>
          <a:prstGeom prst="rect">
            <a:avLst/>
          </a:prstGeom>
          <a:noFill/>
          <a:ln w="0">
            <a:noFill/>
          </a:ln>
        </p:spPr>
        <p:txBody>
          <a:bodyPr wrap="none" lIns="0" tIns="0" rIns="0" bIns="0" anchor="t">
            <a:noAutofit/>
          </a:bodyPr>
          <a:lstStyle/>
          <a:p>
            <a:pPr algn="l">
              <a:spcBef>
                <a:spcPts val="0"/>
              </a:spcBef>
              <a:spcAft>
                <a:spcPts val="0"/>
              </a:spcAft>
              <a:defRPr sz="1600" b="0">
                <a:solidFill>
                  <a:srgbClr val="17212B"/>
                </a:solidFill>
                <a:latin typeface="Arial"/>
                <a:ea typeface="Arial"/>
                <a:cs typeface="Arial"/>
              </a:defRPr>
            </a:pPr>
            <a:r>
              <a:rPr sz="1600" b="0">
                <a:solidFill>
                  <a:srgbClr val="17212B"/>
                </a:solidFill>
                <a:latin typeface="Arial"/>
                <a:ea typeface="Arial"/>
                <a:cs typeface="Arial"/>
              </a:rPr>
              <a:t>x = −0,316 m</a:t>
            </a:r>
          </a:p>
          <a:p>
            <a:pPr algn="l">
              <a:spcBef>
                <a:spcPts val="0"/>
              </a:spcBef>
              <a:spcAft>
                <a:spcPts val="0"/>
              </a:spcAft>
              <a:defRPr sz="1600" b="0">
                <a:solidFill>
                  <a:srgbClr val="17212B"/>
                </a:solidFill>
                <a:latin typeface="Arial"/>
                <a:ea typeface="Arial"/>
                <a:cs typeface="Arial"/>
              </a:defRPr>
            </a:pPr>
            <a:r>
              <a:rPr sz="1600" b="0">
                <a:solidFill>
                  <a:srgbClr val="17212B"/>
                </a:solidFill>
                <a:latin typeface="Arial"/>
                <a:ea typeface="Arial"/>
                <a:cs typeface="Arial"/>
              </a:rPr>
              <a:t>y = +0,476 m</a:t>
            </a:r>
          </a:p>
          <a:p>
            <a:pPr algn="l">
              <a:spcBef>
                <a:spcPts val="0"/>
              </a:spcBef>
              <a:spcAft>
                <a:spcPts val="0"/>
              </a:spcAft>
              <a:defRPr sz="1600" b="0">
                <a:solidFill>
                  <a:srgbClr val="17212B"/>
                </a:solidFill>
                <a:latin typeface="Arial"/>
                <a:ea typeface="Arial"/>
                <a:cs typeface="Arial"/>
              </a:defRPr>
            </a:pPr>
            <a:r>
              <a:rPr sz="1600" b="0">
                <a:solidFill>
                  <a:srgbClr val="17212B"/>
                </a:solidFill>
                <a:latin typeface="Arial"/>
                <a:ea typeface="Arial"/>
                <a:cs typeface="Arial"/>
              </a:rPr>
              <a:t>z = +0,420 m</a:t>
            </a:r>
          </a:p>
        </p:txBody>
      </p:sp>
      <p:sp>
        <p:nvSpPr>
          <p:cNvPr id="2072" name="geometry-scope">
            <a:extLst>
              <a:ext uri="{FF2B5EF4-FFF2-40B4-BE49-F238E27FC236}">
                <a16:creationId xmlns:a16="http://schemas.microsoft.com/office/drawing/2014/main" id="{ADA41636-F64B-4C2E-BC73-EDA4E277488B}"/>
              </a:ext>
            </a:extLst>
          </p:cNvPr>
          <p:cNvSpPr>
            <a:spLocks noGrp="1"/>
          </p:cNvSpPr>
          <p:nvPr/>
        </p:nvSpPr>
        <p:spPr>
          <a:xfrm>
            <a:off x="609600" y="6648450"/>
            <a:ext cx="11049000" cy="209550"/>
          </a:xfrm>
          <a:prstGeom prst="rect">
            <a:avLst/>
          </a:prstGeom>
          <a:noFill/>
          <a:ln w="0">
            <a:noFill/>
          </a:ln>
        </p:spPr>
        <p:txBody>
          <a:bodyPr wrap="none" lIns="0" tIns="0" rIns="0" bIns="0" anchor="t">
            <a:noAutofit/>
          </a:bodyPr>
          <a:lstStyle/>
          <a:p>
            <a:pPr algn="l">
              <a:spcBef>
                <a:spcPts val="0"/>
              </a:spcBef>
              <a:spcAft>
                <a:spcPts val="0"/>
              </a:spcAft>
              <a:defRPr sz="1050" b="0">
                <a:solidFill>
                  <a:srgbClr val="4B5563"/>
                </a:solidFill>
                <a:latin typeface="Arial"/>
                <a:ea typeface="Arial"/>
                <a:cs typeface="Arial"/>
              </a:defRPr>
            </a:pPr>
            <a:r>
              <a:rPr sz="1050" b="0">
                <a:solidFill>
                  <a:srgbClr val="4B5563"/>
                </a:solidFill>
                <a:latin typeface="Arial"/>
                <a:ea typeface="Arial"/>
                <a:cs typeface="Arial"/>
              </a:rPr>
              <a:t>Band und Greifzone maßstäblich. Roboter und Kiste schematisch. Positionshöhen beziehen sich auf den Flansch.</a:t>
            </a:r>
          </a:p>
        </p:txBody>
      </p:sp>
      <p:sp>
        <p:nvSpPr>
          <p:cNvPr id="2" name="Rechteck 1">
            <a:extLst>
              <a:ext uri="{FF2B5EF4-FFF2-40B4-BE49-F238E27FC236}">
                <a16:creationId xmlns:a16="http://schemas.microsoft.com/office/drawing/2014/main" id="{D520012F-42E0-4875-86F1-0CB0A5068B79}"/>
              </a:ext>
            </a:extLst>
          </p:cNvPr>
          <p:cNvSpPr>
            <a:spLocks noGrp="1"/>
          </p:cNvSpPr>
          <p:nvPr/>
        </p:nvSpPr>
        <p:spPr>
          <a:xfrm>
            <a:off x="609600" y="876300"/>
            <a:ext cx="10668000" cy="266700"/>
          </a:xfrm>
          <a:prstGeom prst="rect">
            <a:avLst/>
          </a:prstGeom>
          <a:noFill/>
          <a:ln w="0">
            <a:noFill/>
          </a:ln>
        </p:spPr>
        <p:txBody>
          <a:bodyPr>
            <a:normAutofit fontScale="97696" lnSpcReduction="10000"/>
          </a:bodyPr>
          <a:lstStyle/>
          <a:p>
            <a:pPr algn="l">
              <a:defRPr sz="1275" b="0">
                <a:solidFill>
                  <a:srgbClr val="4B5563"/>
                </a:solidFill>
                <a:latin typeface="Arial"/>
                <a:ea typeface="Arial"/>
                <a:cs typeface="Arial"/>
              </a:defRPr>
            </a:pPr>
            <a:r>
              <a:rPr sz="1275" b="0" dirty="0" err="1">
                <a:solidFill>
                  <a:srgbClr val="4B5563"/>
                </a:solidFill>
                <a:latin typeface="Arial"/>
                <a:ea typeface="Arial"/>
                <a:cs typeface="Arial"/>
              </a:rPr>
              <a:t>Globale</a:t>
            </a:r>
            <a:r>
              <a:rPr sz="1275" b="0" dirty="0">
                <a:solidFill>
                  <a:srgbClr val="4B5563"/>
                </a:solidFill>
                <a:latin typeface="Arial"/>
                <a:ea typeface="Arial"/>
                <a:cs typeface="Arial"/>
              </a:rPr>
              <a:t> </a:t>
            </a:r>
            <a:r>
              <a:rPr sz="1275" b="0" dirty="0" err="1">
                <a:solidFill>
                  <a:srgbClr val="4B5563"/>
                </a:solidFill>
                <a:latin typeface="Arial"/>
                <a:ea typeface="Arial"/>
                <a:cs typeface="Arial"/>
              </a:rPr>
              <a:t>Koordinaten</a:t>
            </a:r>
            <a:r>
              <a:rPr sz="1275" b="0" dirty="0">
                <a:solidFill>
                  <a:srgbClr val="4B5563"/>
                </a:solidFill>
                <a:latin typeface="Arial"/>
                <a:ea typeface="Arial"/>
                <a:cs typeface="Arial"/>
              </a:rPr>
              <a:t> </a:t>
            </a:r>
            <a:r>
              <a:rPr sz="1275" b="0" dirty="0" err="1">
                <a:solidFill>
                  <a:srgbClr val="4B5563"/>
                </a:solidFill>
                <a:latin typeface="Arial"/>
                <a:ea typeface="Arial"/>
                <a:cs typeface="Arial"/>
              </a:rPr>
              <a:t>im</a:t>
            </a:r>
            <a:r>
              <a:rPr sz="1275" b="0" dirty="0">
                <a:solidFill>
                  <a:srgbClr val="4B5563"/>
                </a:solidFill>
                <a:latin typeface="Arial"/>
                <a:ea typeface="Arial"/>
                <a:cs typeface="Arial"/>
              </a:rPr>
              <a:t> </a:t>
            </a:r>
            <a:r>
              <a:rPr sz="1275" b="0" dirty="0" err="1">
                <a:solidFill>
                  <a:srgbClr val="4B5563"/>
                </a:solidFill>
                <a:latin typeface="Arial"/>
                <a:ea typeface="Arial"/>
                <a:cs typeface="Arial"/>
              </a:rPr>
              <a:t>Bezugssystem</a:t>
            </a:r>
            <a:r>
              <a:rPr sz="1275" b="0" dirty="0">
                <a:solidFill>
                  <a:srgbClr val="4B5563"/>
                </a:solidFill>
                <a:latin typeface="Arial"/>
                <a:ea typeface="Arial"/>
                <a:cs typeface="Arial"/>
              </a:rPr>
              <a:t> world</a:t>
            </a:r>
          </a:p>
        </p:txBody>
      </p:sp>
      <p:sp>
        <p:nvSpPr>
          <p:cNvPr id="4" name="slide-title">
            <a:extLst>
              <a:ext uri="{FF2B5EF4-FFF2-40B4-BE49-F238E27FC236}">
                <a16:creationId xmlns:a16="http://schemas.microsoft.com/office/drawing/2014/main" id="{F4CC5974-EA65-7511-08E8-36F581F89310}"/>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lang="de-DE" sz="3200" b="0" dirty="0">
                <a:solidFill>
                  <a:srgbClr val="2869AF"/>
                </a:solidFill>
                <a:latin typeface="Calibri"/>
                <a:ea typeface="Calibri"/>
                <a:cs typeface="Calibri"/>
              </a:rPr>
              <a:t>Draufsicht des </a:t>
            </a:r>
            <a:r>
              <a:rPr sz="3200" b="0" dirty="0" err="1">
                <a:solidFill>
                  <a:srgbClr val="2869AF"/>
                </a:solidFill>
                <a:latin typeface="Calibri"/>
                <a:ea typeface="Calibri"/>
                <a:cs typeface="Calibri"/>
              </a:rPr>
              <a:t>Versuchsaufbau</a:t>
            </a:r>
            <a:r>
              <a:rPr lang="de-DE" sz="3200" b="0" dirty="0">
                <a:solidFill>
                  <a:srgbClr val="2869AF"/>
                </a:solidFill>
                <a:latin typeface="Calibri"/>
                <a:ea typeface="Calibri"/>
                <a:cs typeface="Calibri"/>
              </a:rPr>
              <a:t>s </a:t>
            </a:r>
            <a:endParaRPr sz="3200" b="0" dirty="0">
              <a:solidFill>
                <a:srgbClr val="2869AF"/>
              </a:solidFill>
              <a:latin typeface="Calibri"/>
              <a:ea typeface="Calibri"/>
              <a:cs typeface="Calibri"/>
            </a:endParaRPr>
          </a:p>
        </p:txBody>
      </p:sp>
    </p:spTree>
    <p:extLst>
      <p:ext uri="{BB962C8B-B14F-4D97-AF65-F5344CB8AC3E}">
        <p14:creationId xmlns:p14="http://schemas.microsoft.com/office/powerpoint/2010/main" val="102158658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0" name="slide-title">
            <a:extLst>
              <a:ext uri="{FF2B5EF4-FFF2-40B4-BE49-F238E27FC236}">
                <a16:creationId xmlns:a16="http://schemas.microsoft.com/office/drawing/2014/main" id="{D007A893-B6A3-42C6-83B5-8E7BF7FBAFC7}"/>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sz="3200" b="0" dirty="0" err="1">
                <a:solidFill>
                  <a:srgbClr val="2869AF"/>
                </a:solidFill>
                <a:latin typeface="Calibri"/>
                <a:ea typeface="Calibri"/>
                <a:cs typeface="Calibri"/>
              </a:rPr>
              <a:t>Kalibrierung</a:t>
            </a:r>
            <a:r>
              <a:rPr sz="3200" b="0" dirty="0">
                <a:solidFill>
                  <a:srgbClr val="2869AF"/>
                </a:solidFill>
                <a:latin typeface="Calibri"/>
                <a:ea typeface="Calibri"/>
                <a:cs typeface="Calibri"/>
              </a:rPr>
              <a:t> </a:t>
            </a:r>
            <a:r>
              <a:rPr sz="3200" b="0" dirty="0" err="1">
                <a:solidFill>
                  <a:srgbClr val="2869AF"/>
                </a:solidFill>
                <a:latin typeface="Calibri"/>
                <a:ea typeface="Calibri"/>
                <a:cs typeface="Calibri"/>
              </a:rPr>
              <a:t>mit</a:t>
            </a:r>
            <a:r>
              <a:rPr sz="3200" b="0" dirty="0">
                <a:solidFill>
                  <a:srgbClr val="2869AF"/>
                </a:solidFill>
                <a:latin typeface="Calibri"/>
                <a:ea typeface="Calibri"/>
                <a:cs typeface="Calibri"/>
              </a:rPr>
              <a:t> der </a:t>
            </a:r>
            <a:r>
              <a:rPr sz="3200" b="0" dirty="0" err="1">
                <a:solidFill>
                  <a:srgbClr val="2869AF"/>
                </a:solidFill>
                <a:latin typeface="Calibri"/>
                <a:ea typeface="Calibri"/>
                <a:cs typeface="Calibri"/>
              </a:rPr>
              <a:t>Roboterkamera</a:t>
            </a:r>
            <a:endParaRPr sz="3200" b="0" dirty="0">
              <a:solidFill>
                <a:srgbClr val="2869AF"/>
              </a:solidFill>
              <a:latin typeface="Calibri"/>
              <a:ea typeface="Calibri"/>
              <a:cs typeface="Calibri"/>
            </a:endParaRPr>
          </a:p>
        </p:txBody>
      </p:sp>
      <p:pic>
        <p:nvPicPr>
          <p:cNvPr id="1011" name="Grafik 1010"/>
          <p:cNvPicPr>
            <a:picLocks noChangeAspect="1"/>
          </p:cNvPicPr>
          <p:nvPr/>
        </p:nvPicPr>
        <p:blipFill>
          <a:blip r:embed="rId3"/>
          <a:stretch/>
        </p:blipFill>
        <p:spPr>
          <a:xfrm>
            <a:off x="474266" y="1238250"/>
            <a:ext cx="7338219" cy="4095750"/>
          </a:xfrm>
          <a:prstGeom prst="rect">
            <a:avLst/>
          </a:prstGeom>
        </p:spPr>
      </p:pic>
      <p:sp>
        <p:nvSpPr>
          <p:cNvPr id="1003" name="eye-label">
            <a:extLst>
              <a:ext uri="{FF2B5EF4-FFF2-40B4-BE49-F238E27FC236}">
                <a16:creationId xmlns:a16="http://schemas.microsoft.com/office/drawing/2014/main" id="{86607CE0-CAA9-4B6E-BB53-DD018735FD94}"/>
              </a:ext>
            </a:extLst>
          </p:cNvPr>
          <p:cNvSpPr>
            <a:spLocks noGrp="1"/>
          </p:cNvSpPr>
          <p:nvPr/>
        </p:nvSpPr>
        <p:spPr>
          <a:xfrm>
            <a:off x="8239125" y="1390650"/>
            <a:ext cx="2857500" cy="38100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400" b="1">
                <a:solidFill>
                  <a:srgbClr val="2869AF"/>
                </a:solidFill>
                <a:latin typeface="Calibri"/>
                <a:ea typeface="Calibri"/>
                <a:cs typeface="Calibri"/>
              </a:defRPr>
            </a:pPr>
            <a:r>
              <a:rPr sz="2400" b="1">
                <a:solidFill>
                  <a:srgbClr val="2869AF"/>
                </a:solidFill>
                <a:latin typeface="Calibri"/>
                <a:ea typeface="Calibri"/>
                <a:cs typeface="Calibri"/>
              </a:rPr>
              <a:t>Eye-in-Hand</a:t>
            </a:r>
          </a:p>
        </p:txBody>
      </p:sp>
      <p:sp>
        <p:nvSpPr>
          <p:cNvPr id="1004" name="eye-points-0">
            <a:extLst>
              <a:ext uri="{FF2B5EF4-FFF2-40B4-BE49-F238E27FC236}">
                <a16:creationId xmlns:a16="http://schemas.microsoft.com/office/drawing/2014/main" id="{CFBDC452-129E-4A91-A9CC-A5E4E2026C42}"/>
              </a:ext>
            </a:extLst>
          </p:cNvPr>
          <p:cNvSpPr>
            <a:spLocks noGrp="1"/>
          </p:cNvSpPr>
          <p:nvPr/>
        </p:nvSpPr>
        <p:spPr>
          <a:xfrm>
            <a:off x="8239125" y="1981200"/>
            <a:ext cx="2952750" cy="514350"/>
          </a:xfrm>
          <a:prstGeom prst="rect">
            <a:avLst/>
          </a:prstGeom>
          <a:noFill/>
          <a:ln w="0">
            <a:noFill/>
          </a:ln>
        </p:spPr>
        <p:txBody>
          <a:bodyPr wrap="square" lIns="0" tIns="0" rIns="0" bIns="0" anchor="t">
            <a:noAutofit/>
          </a:bodyPr>
          <a:lstStyle/>
          <a:p>
            <a:pPr marL="304800" indent="-177800" algn="l">
              <a:spcBef>
                <a:spcPts val="0"/>
              </a:spcBef>
              <a:spcAft>
                <a:spcPts val="0"/>
              </a:spcAft>
              <a:buChar char="•"/>
              <a:defRPr sz="1900" b="0">
                <a:solidFill>
                  <a:srgbClr val="17232E"/>
                </a:solidFill>
                <a:latin typeface="Calibri"/>
                <a:ea typeface="Calibri"/>
                <a:cs typeface="Calibri"/>
              </a:defRPr>
            </a:pPr>
            <a:r>
              <a:t>Kamera am Flansch</a:t>
            </a:r>
          </a:p>
        </p:txBody>
      </p:sp>
      <p:sp>
        <p:nvSpPr>
          <p:cNvPr id="1005" name="eye-points-1">
            <a:extLst>
              <a:ext uri="{FF2B5EF4-FFF2-40B4-BE49-F238E27FC236}">
                <a16:creationId xmlns:a16="http://schemas.microsoft.com/office/drawing/2014/main" id="{7A01877D-BBEA-4CA2-A5EB-D8DB8FC4B9EA}"/>
              </a:ext>
            </a:extLst>
          </p:cNvPr>
          <p:cNvSpPr>
            <a:spLocks noGrp="1"/>
          </p:cNvSpPr>
          <p:nvPr/>
        </p:nvSpPr>
        <p:spPr>
          <a:xfrm>
            <a:off x="8239125" y="2495550"/>
            <a:ext cx="2952750" cy="514350"/>
          </a:xfrm>
          <a:prstGeom prst="rect">
            <a:avLst/>
          </a:prstGeom>
          <a:noFill/>
          <a:ln w="0">
            <a:noFill/>
          </a:ln>
        </p:spPr>
        <p:txBody>
          <a:bodyPr wrap="square" lIns="0" tIns="0" rIns="0" bIns="0" anchor="t">
            <a:noAutofit/>
          </a:bodyPr>
          <a:lstStyle/>
          <a:p>
            <a:pPr marL="304800" indent="-177800" algn="l">
              <a:spcBef>
                <a:spcPts val="0"/>
              </a:spcBef>
              <a:spcAft>
                <a:spcPts val="0"/>
              </a:spcAft>
              <a:buChar char="•"/>
              <a:defRPr sz="1900" b="0">
                <a:solidFill>
                  <a:srgbClr val="17232E"/>
                </a:solidFill>
                <a:latin typeface="Calibri"/>
                <a:ea typeface="Calibri"/>
                <a:cs typeface="Calibri"/>
              </a:defRPr>
            </a:pPr>
            <a:r>
              <a:t>ChArUco-Board ortsfest</a:t>
            </a:r>
          </a:p>
        </p:txBody>
      </p:sp>
      <p:sp>
        <p:nvSpPr>
          <p:cNvPr id="1006" name="eye-points-2">
            <a:extLst>
              <a:ext uri="{FF2B5EF4-FFF2-40B4-BE49-F238E27FC236}">
                <a16:creationId xmlns:a16="http://schemas.microsoft.com/office/drawing/2014/main" id="{02AE70C4-3EAB-49B9-ACFA-97EF517BB9DB}"/>
              </a:ext>
            </a:extLst>
          </p:cNvPr>
          <p:cNvSpPr>
            <a:spLocks noGrp="1"/>
          </p:cNvSpPr>
          <p:nvPr/>
        </p:nvSpPr>
        <p:spPr>
          <a:xfrm>
            <a:off x="8239125" y="3009900"/>
            <a:ext cx="2952750" cy="514350"/>
          </a:xfrm>
          <a:prstGeom prst="rect">
            <a:avLst/>
          </a:prstGeom>
          <a:noFill/>
          <a:ln w="0">
            <a:noFill/>
          </a:ln>
        </p:spPr>
        <p:txBody>
          <a:bodyPr wrap="square" lIns="0" tIns="0" rIns="0" bIns="0" anchor="t">
            <a:noAutofit/>
          </a:bodyPr>
          <a:lstStyle/>
          <a:p>
            <a:pPr marL="304800" indent="-177800" algn="l">
              <a:spcBef>
                <a:spcPts val="0"/>
              </a:spcBef>
              <a:spcAft>
                <a:spcPts val="0"/>
              </a:spcAft>
              <a:buChar char="•"/>
              <a:defRPr sz="1900" b="0">
                <a:solidFill>
                  <a:srgbClr val="17232E"/>
                </a:solidFill>
                <a:latin typeface="Calibri"/>
                <a:ea typeface="Calibri"/>
                <a:cs typeface="Calibri"/>
              </a:defRPr>
            </a:pPr>
            <a:r>
              <a:rPr dirty="0"/>
              <a:t>9 </a:t>
            </a:r>
            <a:r>
              <a:rPr dirty="0" err="1"/>
              <a:t>Wegpunkte</a:t>
            </a:r>
            <a:r>
              <a:rPr lang="de-DE" dirty="0"/>
              <a:t> (einstellbar)</a:t>
            </a:r>
            <a:endParaRPr dirty="0"/>
          </a:p>
        </p:txBody>
      </p:sp>
      <p:sp>
        <p:nvSpPr>
          <p:cNvPr id="1007" name="eye-points-3">
            <a:extLst>
              <a:ext uri="{FF2B5EF4-FFF2-40B4-BE49-F238E27FC236}">
                <a16:creationId xmlns:a16="http://schemas.microsoft.com/office/drawing/2014/main" id="{C0558A57-5817-45E8-9A07-99CAD3A23CB5}"/>
              </a:ext>
            </a:extLst>
          </p:cNvPr>
          <p:cNvSpPr>
            <a:spLocks noGrp="1"/>
          </p:cNvSpPr>
          <p:nvPr/>
        </p:nvSpPr>
        <p:spPr>
          <a:xfrm>
            <a:off x="8239125" y="3524250"/>
            <a:ext cx="2952750" cy="514350"/>
          </a:xfrm>
          <a:prstGeom prst="rect">
            <a:avLst/>
          </a:prstGeom>
          <a:noFill/>
          <a:ln w="0">
            <a:noFill/>
          </a:ln>
        </p:spPr>
        <p:txBody>
          <a:bodyPr wrap="square" lIns="0" tIns="0" rIns="0" bIns="0" anchor="t">
            <a:noAutofit/>
          </a:bodyPr>
          <a:lstStyle/>
          <a:p>
            <a:pPr marL="304800" indent="-177800">
              <a:buChar char="•"/>
              <a:defRPr sz="1900" b="0">
                <a:solidFill>
                  <a:srgbClr val="17232E"/>
                </a:solidFill>
                <a:latin typeface="Calibri"/>
                <a:ea typeface="Calibri"/>
                <a:cs typeface="Calibri"/>
              </a:defRPr>
            </a:pPr>
            <a:r>
              <a:rPr dirty="0"/>
              <a:t>Radius 50 mm</a:t>
            </a:r>
            <a:r>
              <a:rPr lang="de-DE" dirty="0"/>
              <a:t> (einstellbar)</a:t>
            </a:r>
            <a:endParaRPr dirty="0"/>
          </a:p>
        </p:txBody>
      </p:sp>
      <p:sp>
        <p:nvSpPr>
          <p:cNvPr id="1008" name="eye-status">
            <a:extLst>
              <a:ext uri="{FF2B5EF4-FFF2-40B4-BE49-F238E27FC236}">
                <a16:creationId xmlns:a16="http://schemas.microsoft.com/office/drawing/2014/main" id="{A8F086D0-71A6-410A-A54D-6FE62C3F6729}"/>
              </a:ext>
            </a:extLst>
          </p:cNvPr>
          <p:cNvSpPr>
            <a:spLocks noGrp="1"/>
          </p:cNvSpPr>
          <p:nvPr/>
        </p:nvSpPr>
        <p:spPr>
          <a:xfrm>
            <a:off x="8239125" y="4743450"/>
            <a:ext cx="2857500" cy="7143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900" b="0">
                <a:solidFill>
                  <a:srgbClr val="61707D"/>
                </a:solidFill>
                <a:latin typeface="Calibri"/>
                <a:ea typeface="Calibri"/>
                <a:cs typeface="Calibri"/>
              </a:defRPr>
            </a:pPr>
            <a:r>
              <a:rPr sz="1900" b="0">
                <a:solidFill>
                  <a:srgbClr val="61707D"/>
                </a:solidFill>
                <a:latin typeface="Calibri"/>
                <a:ea typeface="Calibri"/>
                <a:cs typeface="Calibri"/>
              </a:rPr>
              <a:t>Eigenständige</a:t>
            </a:r>
          </a:p>
          <a:p>
            <a:pPr algn="l">
              <a:lnSpc>
                <a:spcPct val="105000"/>
              </a:lnSpc>
              <a:spcBef>
                <a:spcPts val="0"/>
              </a:spcBef>
              <a:spcAft>
                <a:spcPts val="0"/>
              </a:spcAft>
              <a:buNone/>
              <a:defRPr sz="1900" b="0">
                <a:solidFill>
                  <a:srgbClr val="61707D"/>
                </a:solidFill>
                <a:latin typeface="Calibri"/>
                <a:ea typeface="Calibri"/>
                <a:cs typeface="Calibri"/>
              </a:defRPr>
            </a:pPr>
            <a:r>
              <a:rPr sz="1900" b="0">
                <a:solidFill>
                  <a:srgbClr val="61707D"/>
                </a:solidFill>
                <a:latin typeface="Calibri"/>
                <a:ea typeface="Calibri"/>
                <a:cs typeface="Calibri"/>
              </a:rPr>
              <a:t>Kalibrieranwendung</a:t>
            </a:r>
          </a:p>
        </p:txBody>
      </p:sp>
      <p:sp>
        <p:nvSpPr>
          <p:cNvPr id="1009" name="caption-4">
            <a:extLst>
              <a:ext uri="{FF2B5EF4-FFF2-40B4-BE49-F238E27FC236}">
                <a16:creationId xmlns:a16="http://schemas.microsoft.com/office/drawing/2014/main" id="{3A06F77F-D7E6-4E6C-BE2E-0157D1A876A8}"/>
              </a:ext>
            </a:extLst>
          </p:cNvPr>
          <p:cNvSpPr>
            <a:spLocks noGrp="1"/>
          </p:cNvSpPr>
          <p:nvPr/>
        </p:nvSpPr>
        <p:spPr>
          <a:xfrm>
            <a:off x="333375" y="5438775"/>
            <a:ext cx="10906125" cy="2571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200" b="0">
                <a:solidFill>
                  <a:srgbClr val="61707D"/>
                </a:solidFill>
                <a:latin typeface="Calibri"/>
                <a:ea typeface="Calibri"/>
                <a:cs typeface="Calibri"/>
              </a:defRPr>
            </a:pPr>
            <a:r>
              <a:rPr sz="1200" b="0" dirty="0">
                <a:solidFill>
                  <a:srgbClr val="61707D"/>
                </a:solidFill>
                <a:latin typeface="Calibri"/>
                <a:ea typeface="Calibri"/>
                <a:cs typeface="Calibri"/>
              </a:rPr>
              <a:t>Orbit-</a:t>
            </a:r>
            <a:r>
              <a:rPr sz="1200" b="0" dirty="0" err="1">
                <a:solidFill>
                  <a:srgbClr val="61707D"/>
                </a:solidFill>
                <a:latin typeface="Calibri"/>
                <a:ea typeface="Calibri"/>
                <a:cs typeface="Calibri"/>
              </a:rPr>
              <a:t>Trajektorie</a:t>
            </a:r>
            <a:r>
              <a:rPr lang="de-DE" sz="1200" b="0" dirty="0">
                <a:solidFill>
                  <a:srgbClr val="61707D"/>
                </a:solidFill>
                <a:latin typeface="Calibri"/>
                <a:ea typeface="Calibri"/>
                <a:cs typeface="Calibri"/>
              </a:rPr>
              <a:t>;</a:t>
            </a:r>
            <a:r>
              <a:rPr sz="1200" b="0" dirty="0">
                <a:solidFill>
                  <a:srgbClr val="61707D"/>
                </a:solidFill>
                <a:latin typeface="Calibri"/>
                <a:ea typeface="Calibri"/>
                <a:cs typeface="Calibri"/>
              </a:rPr>
              <a:t> </a:t>
            </a:r>
            <a:r>
              <a:rPr sz="1200" b="0" dirty="0" err="1">
                <a:solidFill>
                  <a:srgbClr val="61707D"/>
                </a:solidFill>
                <a:latin typeface="Calibri"/>
                <a:ea typeface="Calibri"/>
                <a:cs typeface="Calibri"/>
              </a:rPr>
              <a:t>schematisch</a:t>
            </a:r>
            <a:r>
              <a:rPr sz="1200" b="0" dirty="0">
                <a:solidFill>
                  <a:srgbClr val="61707D"/>
                </a:solidFill>
                <a:latin typeface="Calibri"/>
                <a:ea typeface="Calibri"/>
                <a:cs typeface="Calibri"/>
              </a:rPr>
              <a:t> (KI-</a:t>
            </a:r>
            <a:r>
              <a:rPr sz="1200" b="0" dirty="0" err="1">
                <a:solidFill>
                  <a:srgbClr val="61707D"/>
                </a:solidFill>
                <a:latin typeface="Calibri"/>
                <a:ea typeface="Calibri"/>
                <a:cs typeface="Calibri"/>
              </a:rPr>
              <a:t>generierte</a:t>
            </a:r>
            <a:r>
              <a:rPr sz="1200" b="0" dirty="0">
                <a:solidFill>
                  <a:srgbClr val="61707D"/>
                </a:solidFill>
                <a:latin typeface="Calibri"/>
                <a:ea typeface="Calibri"/>
                <a:cs typeface="Calibri"/>
              </a:rPr>
              <a:t> </a:t>
            </a:r>
            <a:r>
              <a:rPr sz="1200" b="0" dirty="0" err="1">
                <a:solidFill>
                  <a:srgbClr val="61707D"/>
                </a:solidFill>
                <a:latin typeface="Calibri"/>
                <a:ea typeface="Calibri"/>
                <a:cs typeface="Calibri"/>
              </a:rPr>
              <a:t>Darstellung</a:t>
            </a:r>
            <a:r>
              <a:rPr sz="1200" b="0" dirty="0">
                <a:solidFill>
                  <a:srgbClr val="61707D"/>
                </a:solidFill>
                <a:latin typeface="Calibri"/>
                <a:ea typeface="Calibri"/>
                <a:cs typeface="Calibri"/>
              </a:rPr>
              <a:t>)</a:t>
            </a:r>
          </a:p>
        </p:txBody>
      </p:sp>
      <p:sp>
        <p:nvSpPr>
          <p:cNvPr id="4" name="Datumsplatzhalter 3">
            <a:extLst>
              <a:ext uri="{FF2B5EF4-FFF2-40B4-BE49-F238E27FC236}">
                <a16:creationId xmlns:a16="http://schemas.microsoft.com/office/drawing/2014/main" id="{E0FFCA09-E868-9414-C3D5-52C11A450128}"/>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777BDD82-559A-FBCF-840E-DAED8E813974}"/>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BB7CC81-C6DE-2590-E212-45E5CDB9E723}"/>
              </a:ext>
            </a:extLst>
          </p:cNvPr>
          <p:cNvSpPr>
            <a:spLocks noGrp="1"/>
          </p:cNvSpPr>
          <p:nvPr>
            <p:ph type="sldNum" sz="quarter" idx="29"/>
          </p:nvPr>
        </p:nvSpPr>
        <p:spPr/>
        <p:txBody>
          <a:bodyPr/>
          <a:lstStyle/>
          <a:p>
            <a:fld id="{13005BA2-ABF8-0A46-8B15-84F2660EFA6C}" type="slidenum">
              <a:rPr lang="de-DE" smtClean="0"/>
              <a:pPr/>
              <a:t>5</a:t>
            </a:fld>
            <a:endParaRPr lang="de-DE"/>
          </a:p>
        </p:txBody>
      </p:sp>
    </p:spTree>
    <p:extLst>
      <p:ext uri="{BB962C8B-B14F-4D97-AF65-F5344CB8AC3E}">
        <p14:creationId xmlns:p14="http://schemas.microsoft.com/office/powerpoint/2010/main" val="2172782854"/>
      </p:ext>
    </p:extLst>
  </p:cSld>
  <p:clrMapOvr>
    <a:masterClrMapping/>
  </p:clrMapOvr>
  <p:transition spd="slow">
    <p:push dir="u"/>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0" name="slide-title">
            <a:extLst>
              <a:ext uri="{FF2B5EF4-FFF2-40B4-BE49-F238E27FC236}">
                <a16:creationId xmlns:a16="http://schemas.microsoft.com/office/drawing/2014/main" id="{C40DF51C-6EBA-4B4B-BFFA-81E5AF198577}"/>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sz="3200" b="0" dirty="0" err="1">
                <a:solidFill>
                  <a:srgbClr val="2869AF"/>
                </a:solidFill>
                <a:latin typeface="Calibri"/>
                <a:ea typeface="Calibri"/>
                <a:cs typeface="Calibri"/>
              </a:rPr>
              <a:t>Kalibrierung</a:t>
            </a:r>
            <a:r>
              <a:rPr sz="3200" b="0" dirty="0">
                <a:solidFill>
                  <a:srgbClr val="2869AF"/>
                </a:solidFill>
                <a:latin typeface="Calibri"/>
                <a:ea typeface="Calibri"/>
                <a:cs typeface="Calibri"/>
              </a:rPr>
              <a:t> </a:t>
            </a:r>
            <a:r>
              <a:rPr lang="de-DE" sz="3200" b="0" dirty="0">
                <a:solidFill>
                  <a:srgbClr val="2869AF"/>
                </a:solidFill>
                <a:latin typeface="Calibri"/>
                <a:ea typeface="Calibri"/>
                <a:cs typeface="Calibri"/>
              </a:rPr>
              <a:t>mit </a:t>
            </a:r>
            <a:r>
              <a:rPr sz="3200" b="0" dirty="0">
                <a:solidFill>
                  <a:srgbClr val="2869AF"/>
                </a:solidFill>
                <a:latin typeface="Calibri"/>
                <a:ea typeface="Calibri"/>
                <a:cs typeface="Calibri"/>
              </a:rPr>
              <a:t>der Basiskamera</a:t>
            </a:r>
          </a:p>
        </p:txBody>
      </p:sp>
      <p:pic>
        <p:nvPicPr>
          <p:cNvPr id="1011" name="Grafik 1010"/>
          <p:cNvPicPr>
            <a:picLocks noChangeAspect="1"/>
          </p:cNvPicPr>
          <p:nvPr/>
        </p:nvPicPr>
        <p:blipFill>
          <a:blip r:embed="rId3"/>
          <a:stretch/>
        </p:blipFill>
        <p:spPr>
          <a:xfrm>
            <a:off x="333375" y="1305223"/>
            <a:ext cx="6619875" cy="3723680"/>
          </a:xfrm>
          <a:prstGeom prst="rect">
            <a:avLst/>
          </a:prstGeom>
        </p:spPr>
      </p:pic>
      <p:sp>
        <p:nvSpPr>
          <p:cNvPr id="1003" name="basecal-heading">
            <a:extLst>
              <a:ext uri="{FF2B5EF4-FFF2-40B4-BE49-F238E27FC236}">
                <a16:creationId xmlns:a16="http://schemas.microsoft.com/office/drawing/2014/main" id="{8AA161C8-5B09-483E-A440-67C1066E21D0}"/>
              </a:ext>
            </a:extLst>
          </p:cNvPr>
          <p:cNvSpPr>
            <a:spLocks noGrp="1"/>
          </p:cNvSpPr>
          <p:nvPr/>
        </p:nvSpPr>
        <p:spPr>
          <a:xfrm>
            <a:off x="7334250" y="1381125"/>
            <a:ext cx="3905250" cy="4286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400" b="1">
                <a:solidFill>
                  <a:srgbClr val="2869AF"/>
                </a:solidFill>
                <a:latin typeface="Calibri"/>
                <a:ea typeface="Calibri"/>
                <a:cs typeface="Calibri"/>
              </a:defRPr>
            </a:pPr>
            <a:r>
              <a:rPr sz="2400" b="1">
                <a:solidFill>
                  <a:srgbClr val="2869AF"/>
                </a:solidFill>
                <a:latin typeface="Calibri"/>
                <a:ea typeface="Calibri"/>
                <a:cs typeface="Calibri"/>
              </a:rPr>
              <a:t>AprilGrid im Greifer</a:t>
            </a:r>
          </a:p>
        </p:txBody>
      </p:sp>
      <p:sp>
        <p:nvSpPr>
          <p:cNvPr id="1004" name="basecal-poses">
            <a:extLst>
              <a:ext uri="{FF2B5EF4-FFF2-40B4-BE49-F238E27FC236}">
                <a16:creationId xmlns:a16="http://schemas.microsoft.com/office/drawing/2014/main" id="{FACD35A4-CF35-4F4F-9CD0-19CBBA376333}"/>
              </a:ext>
            </a:extLst>
          </p:cNvPr>
          <p:cNvSpPr>
            <a:spLocks noGrp="1"/>
          </p:cNvSpPr>
          <p:nvPr/>
        </p:nvSpPr>
        <p:spPr>
          <a:xfrm>
            <a:off x="7334250" y="2057400"/>
            <a:ext cx="3857625" cy="83820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400" b="0">
                <a:solidFill>
                  <a:srgbClr val="17232E"/>
                </a:solidFill>
                <a:latin typeface="Calibri"/>
                <a:ea typeface="Calibri"/>
                <a:cs typeface="Calibri"/>
              </a:defRPr>
            </a:pPr>
            <a:r>
              <a:rPr sz="2400" b="0">
                <a:solidFill>
                  <a:srgbClr val="17232E"/>
                </a:solidFill>
                <a:latin typeface="Calibri"/>
                <a:ea typeface="Calibri"/>
                <a:cs typeface="Calibri"/>
              </a:rPr>
              <a:t>40 Messposen</a:t>
            </a:r>
          </a:p>
          <a:p>
            <a:pPr algn="l">
              <a:lnSpc>
                <a:spcPct val="105000"/>
              </a:lnSpc>
              <a:spcBef>
                <a:spcPts val="0"/>
              </a:spcBef>
              <a:spcAft>
                <a:spcPts val="0"/>
              </a:spcAft>
              <a:buNone/>
              <a:defRPr sz="2400" b="0">
                <a:solidFill>
                  <a:srgbClr val="17232E"/>
                </a:solidFill>
                <a:latin typeface="Calibri"/>
                <a:ea typeface="Calibri"/>
                <a:cs typeface="Calibri"/>
              </a:defRPr>
            </a:pPr>
            <a:r>
              <a:rPr sz="2400" b="0">
                <a:solidFill>
                  <a:srgbClr val="17232E"/>
                </a:solidFill>
                <a:latin typeface="Calibri"/>
                <a:ea typeface="Calibri"/>
                <a:cs typeface="Calibri"/>
              </a:rPr>
              <a:t>4 Prüfposen</a:t>
            </a:r>
          </a:p>
        </p:txBody>
      </p:sp>
      <p:sp>
        <p:nvSpPr>
          <p:cNvPr id="1005" name="basecal-duration">
            <a:extLst>
              <a:ext uri="{FF2B5EF4-FFF2-40B4-BE49-F238E27FC236}">
                <a16:creationId xmlns:a16="http://schemas.microsoft.com/office/drawing/2014/main" id="{8F8540FD-A694-48B2-8D79-9F994A7DAC21}"/>
              </a:ext>
            </a:extLst>
          </p:cNvPr>
          <p:cNvSpPr>
            <a:spLocks noGrp="1"/>
          </p:cNvSpPr>
          <p:nvPr/>
        </p:nvSpPr>
        <p:spPr>
          <a:xfrm>
            <a:off x="7334250" y="3086100"/>
            <a:ext cx="3857625" cy="3619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200" b="0">
                <a:solidFill>
                  <a:srgbClr val="17232E"/>
                </a:solidFill>
                <a:latin typeface="Calibri"/>
                <a:ea typeface="Calibri"/>
                <a:cs typeface="Calibri"/>
              </a:defRPr>
            </a:pPr>
            <a:r>
              <a:rPr sz="2200" b="0">
                <a:solidFill>
                  <a:srgbClr val="17232E"/>
                </a:solidFill>
                <a:latin typeface="Calibri"/>
                <a:ea typeface="Calibri"/>
                <a:cs typeface="Calibri"/>
              </a:rPr>
              <a:t>Rund 4 Minuten</a:t>
            </a:r>
          </a:p>
        </p:txBody>
      </p:sp>
      <p:sp>
        <p:nvSpPr>
          <p:cNvPr id="1006" name="basecal-error-label">
            <a:extLst>
              <a:ext uri="{FF2B5EF4-FFF2-40B4-BE49-F238E27FC236}">
                <a16:creationId xmlns:a16="http://schemas.microsoft.com/office/drawing/2014/main" id="{C5AEA2DB-9B57-4CA5-BF24-9AE12E67F117}"/>
              </a:ext>
            </a:extLst>
          </p:cNvPr>
          <p:cNvSpPr>
            <a:spLocks noGrp="1"/>
          </p:cNvSpPr>
          <p:nvPr/>
        </p:nvSpPr>
        <p:spPr>
          <a:xfrm>
            <a:off x="7334250" y="3676650"/>
            <a:ext cx="3905250" cy="2857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800" b="0">
                <a:solidFill>
                  <a:srgbClr val="61707D"/>
                </a:solidFill>
                <a:latin typeface="Calibri"/>
                <a:ea typeface="Calibri"/>
                <a:cs typeface="Calibri"/>
              </a:defRPr>
            </a:pPr>
            <a:r>
              <a:rPr sz="1800" b="0">
                <a:solidFill>
                  <a:srgbClr val="61707D"/>
                </a:solidFill>
                <a:latin typeface="Calibri"/>
                <a:ea typeface="Calibri"/>
                <a:cs typeface="Calibri"/>
              </a:rPr>
              <a:t>Prüfposenabweichung</a:t>
            </a:r>
          </a:p>
        </p:txBody>
      </p:sp>
      <p:sp>
        <p:nvSpPr>
          <p:cNvPr id="1007" name="basecal-error">
            <a:extLst>
              <a:ext uri="{FF2B5EF4-FFF2-40B4-BE49-F238E27FC236}">
                <a16:creationId xmlns:a16="http://schemas.microsoft.com/office/drawing/2014/main" id="{1664A8BC-A3FD-45D2-92C2-99501FF51A7D}"/>
              </a:ext>
            </a:extLst>
          </p:cNvPr>
          <p:cNvSpPr>
            <a:spLocks noGrp="1"/>
          </p:cNvSpPr>
          <p:nvPr/>
        </p:nvSpPr>
        <p:spPr>
          <a:xfrm>
            <a:off x="7334250" y="4038600"/>
            <a:ext cx="3857625" cy="5238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1">
                <a:solidFill>
                  <a:srgbClr val="2869AF"/>
                </a:solidFill>
                <a:latin typeface="Calibri"/>
                <a:ea typeface="Calibri"/>
                <a:cs typeface="Calibri"/>
              </a:defRPr>
            </a:pPr>
            <a:r>
              <a:rPr sz="3200" b="1">
                <a:solidFill>
                  <a:srgbClr val="2869AF"/>
                </a:solidFill>
                <a:latin typeface="Calibri"/>
                <a:ea typeface="Calibri"/>
                <a:cs typeface="Calibri"/>
              </a:rPr>
              <a:t>0,54 mm</a:t>
            </a:r>
          </a:p>
        </p:txBody>
      </p:sp>
      <p:sp>
        <p:nvSpPr>
          <p:cNvPr id="1008" name="basecal-repeat">
            <a:extLst>
              <a:ext uri="{FF2B5EF4-FFF2-40B4-BE49-F238E27FC236}">
                <a16:creationId xmlns:a16="http://schemas.microsoft.com/office/drawing/2014/main" id="{697916DD-60DD-4EAE-A1D0-046226D43033}"/>
              </a:ext>
            </a:extLst>
          </p:cNvPr>
          <p:cNvSpPr>
            <a:spLocks noGrp="1"/>
          </p:cNvSpPr>
          <p:nvPr/>
        </p:nvSpPr>
        <p:spPr>
          <a:xfrm>
            <a:off x="7334250" y="4705350"/>
            <a:ext cx="3857625" cy="6286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800" b="0">
                <a:solidFill>
                  <a:srgbClr val="17232E"/>
                </a:solidFill>
                <a:latin typeface="Calibri"/>
                <a:ea typeface="Calibri"/>
                <a:cs typeface="Calibri"/>
              </a:defRPr>
            </a:pPr>
            <a:r>
              <a:rPr sz="1800" b="0">
                <a:solidFill>
                  <a:srgbClr val="17232E"/>
                </a:solidFill>
                <a:latin typeface="Calibri"/>
                <a:ea typeface="Calibri"/>
                <a:cs typeface="Calibri"/>
              </a:rPr>
              <a:t>Kameralage: unter 1 mm</a:t>
            </a:r>
          </a:p>
          <a:p>
            <a:pPr algn="l">
              <a:lnSpc>
                <a:spcPct val="105000"/>
              </a:lnSpc>
              <a:spcBef>
                <a:spcPts val="0"/>
              </a:spcBef>
              <a:spcAft>
                <a:spcPts val="0"/>
              </a:spcAft>
              <a:buNone/>
              <a:defRPr sz="1800" b="0">
                <a:solidFill>
                  <a:srgbClr val="17232E"/>
                </a:solidFill>
                <a:latin typeface="Calibri"/>
                <a:ea typeface="Calibri"/>
                <a:cs typeface="Calibri"/>
              </a:defRPr>
            </a:pPr>
            <a:r>
              <a:rPr sz="1800" b="0">
                <a:solidFill>
                  <a:srgbClr val="17232E"/>
                </a:solidFill>
                <a:latin typeface="Calibri"/>
                <a:ea typeface="Calibri"/>
                <a:cs typeface="Calibri"/>
              </a:rPr>
              <a:t>Wiederholabweichung</a:t>
            </a:r>
          </a:p>
        </p:txBody>
      </p:sp>
      <p:sp>
        <p:nvSpPr>
          <p:cNvPr id="1009" name="caption-5">
            <a:extLst>
              <a:ext uri="{FF2B5EF4-FFF2-40B4-BE49-F238E27FC236}">
                <a16:creationId xmlns:a16="http://schemas.microsoft.com/office/drawing/2014/main" id="{439011C0-6FFA-49B6-8A8F-8FBE4050D675}"/>
              </a:ext>
            </a:extLst>
          </p:cNvPr>
          <p:cNvSpPr>
            <a:spLocks noGrp="1"/>
          </p:cNvSpPr>
          <p:nvPr/>
        </p:nvSpPr>
        <p:spPr>
          <a:xfrm>
            <a:off x="333375" y="5165725"/>
            <a:ext cx="10906125" cy="2571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200" b="0">
                <a:solidFill>
                  <a:srgbClr val="61707D"/>
                </a:solidFill>
                <a:latin typeface="Calibri"/>
                <a:ea typeface="Calibri"/>
                <a:cs typeface="Calibri"/>
              </a:defRPr>
            </a:pPr>
            <a:r>
              <a:rPr lang="de-DE" sz="1200" b="0" dirty="0">
                <a:solidFill>
                  <a:srgbClr val="61707D"/>
                </a:solidFill>
                <a:latin typeface="Calibri"/>
                <a:ea typeface="Calibri"/>
                <a:cs typeface="Calibri"/>
              </a:rPr>
              <a:t>Kalibrierung über </a:t>
            </a:r>
            <a:r>
              <a:rPr lang="de-DE" sz="1200" b="0" dirty="0" err="1">
                <a:solidFill>
                  <a:srgbClr val="61707D"/>
                </a:solidFill>
                <a:latin typeface="Calibri"/>
                <a:ea typeface="Calibri"/>
                <a:cs typeface="Calibri"/>
              </a:rPr>
              <a:t>AprilGrid</a:t>
            </a:r>
            <a:r>
              <a:rPr lang="de-DE" sz="1200" b="0" dirty="0">
                <a:solidFill>
                  <a:srgbClr val="61707D"/>
                </a:solidFill>
                <a:latin typeface="Calibri"/>
                <a:ea typeface="Calibri"/>
                <a:cs typeface="Calibri"/>
              </a:rPr>
              <a:t> im Greifer; Aufnahme mit Basiskamera</a:t>
            </a:r>
            <a:endParaRPr sz="1200" b="0" dirty="0">
              <a:solidFill>
                <a:srgbClr val="61707D"/>
              </a:solidFill>
              <a:latin typeface="Calibri"/>
              <a:ea typeface="Calibri"/>
              <a:cs typeface="Calibri"/>
            </a:endParaRPr>
          </a:p>
        </p:txBody>
      </p:sp>
      <p:sp>
        <p:nvSpPr>
          <p:cNvPr id="4" name="Datumsplatzhalter 3">
            <a:extLst>
              <a:ext uri="{FF2B5EF4-FFF2-40B4-BE49-F238E27FC236}">
                <a16:creationId xmlns:a16="http://schemas.microsoft.com/office/drawing/2014/main" id="{E0FFCA09-E868-9414-C3D5-52C11A450128}"/>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777BDD82-559A-FBCF-840E-DAED8E813974}"/>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BB7CC81-C6DE-2590-E212-45E5CDB9E723}"/>
              </a:ext>
            </a:extLst>
          </p:cNvPr>
          <p:cNvSpPr>
            <a:spLocks noGrp="1"/>
          </p:cNvSpPr>
          <p:nvPr>
            <p:ph type="sldNum" sz="quarter" idx="29"/>
          </p:nvPr>
        </p:nvSpPr>
        <p:spPr/>
        <p:txBody>
          <a:bodyPr/>
          <a:lstStyle/>
          <a:p>
            <a:fld id="{13005BA2-ABF8-0A46-8B15-84F2660EFA6C}" type="slidenum">
              <a:rPr lang="de-DE" smtClean="0"/>
              <a:pPr/>
              <a:t>6</a:t>
            </a:fld>
            <a:endParaRPr lang="de-DE"/>
          </a:p>
        </p:txBody>
      </p:sp>
      <p:sp>
        <p:nvSpPr>
          <p:cNvPr id="2" name="Pfeil: nach rechts 1">
            <a:extLst>
              <a:ext uri="{FF2B5EF4-FFF2-40B4-BE49-F238E27FC236}">
                <a16:creationId xmlns:a16="http://schemas.microsoft.com/office/drawing/2014/main" id="{29634210-5833-9F4A-CCA8-915A59D04268}"/>
              </a:ext>
            </a:extLst>
          </p:cNvPr>
          <p:cNvSpPr/>
          <p:nvPr/>
        </p:nvSpPr>
        <p:spPr>
          <a:xfrm>
            <a:off x="2744980" y="5553970"/>
            <a:ext cx="812303" cy="707185"/>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de-DE"/>
          </a:p>
        </p:txBody>
      </p:sp>
      <p:sp>
        <p:nvSpPr>
          <p:cNvPr id="7" name="component-2">
            <a:extLst>
              <a:ext uri="{FF2B5EF4-FFF2-40B4-BE49-F238E27FC236}">
                <a16:creationId xmlns:a16="http://schemas.microsoft.com/office/drawing/2014/main" id="{BC15C8A0-EBA0-31BC-AC6C-4592E09E3AE8}"/>
              </a:ext>
            </a:extLst>
          </p:cNvPr>
          <p:cNvSpPr>
            <a:spLocks noGrp="1"/>
          </p:cNvSpPr>
          <p:nvPr/>
        </p:nvSpPr>
        <p:spPr>
          <a:xfrm>
            <a:off x="3602576" y="5583152"/>
            <a:ext cx="5324608" cy="602036"/>
          </a:xfrm>
          <a:prstGeom prst="roundRect">
            <a:avLst>
              <a:gd name="adj" fmla="val 7619"/>
            </a:avLst>
          </a:prstGeom>
          <a:solidFill>
            <a:srgbClr val="FFFFFF"/>
          </a:solidFill>
          <a:ln w="15240">
            <a:solidFill>
              <a:srgbClr val="2869AF"/>
            </a:solidFill>
          </a:ln>
        </p:spPr>
        <p:txBody>
          <a:bodyPr wrap="none" lIns="57150" tIns="38100" rIns="57150" bIns="38100" anchor="ctr">
            <a:noAutofit/>
          </a:bodyPr>
          <a:lstStyle/>
          <a:p>
            <a:pPr algn="ctr">
              <a:spcBef>
                <a:spcPts val="0"/>
              </a:spcBef>
              <a:spcAft>
                <a:spcPts val="0"/>
              </a:spcAft>
              <a:defRPr sz="1800">
                <a:solidFill>
                  <a:srgbClr val="17232E"/>
                </a:solidFill>
                <a:latin typeface="Calibri"/>
                <a:ea typeface="Calibri"/>
                <a:cs typeface="Calibri"/>
              </a:defRPr>
            </a:pPr>
            <a:r>
              <a:rPr lang="de-DE" sz="1800" b="1" dirty="0">
                <a:solidFill>
                  <a:srgbClr val="17232E"/>
                </a:solidFill>
                <a:latin typeface="Calibri"/>
                <a:ea typeface="Calibri"/>
                <a:cs typeface="Calibri"/>
              </a:rPr>
              <a:t>Kalibrier-Ergebnisse werden in </a:t>
            </a:r>
            <a:r>
              <a:rPr lang="de-DE" sz="1800" b="1" dirty="0" err="1">
                <a:solidFill>
                  <a:srgbClr val="17232E"/>
                </a:solidFill>
                <a:latin typeface="Calibri"/>
                <a:ea typeface="Calibri"/>
                <a:cs typeface="Calibri"/>
              </a:rPr>
              <a:t>json</a:t>
            </a:r>
            <a:r>
              <a:rPr lang="de-DE" sz="1800" b="1" dirty="0">
                <a:solidFill>
                  <a:srgbClr val="17232E"/>
                </a:solidFill>
                <a:latin typeface="Calibri"/>
                <a:ea typeface="Calibri"/>
                <a:cs typeface="Calibri"/>
              </a:rPr>
              <a:t>-Datei gespeichert</a:t>
            </a:r>
            <a:endParaRPr sz="1800" b="1" dirty="0">
              <a:solidFill>
                <a:srgbClr val="17232E"/>
              </a:solidFill>
              <a:latin typeface="Calibri"/>
              <a:ea typeface="Calibri"/>
              <a:cs typeface="Calibri"/>
            </a:endParaRPr>
          </a:p>
        </p:txBody>
      </p:sp>
    </p:spTree>
    <p:extLst>
      <p:ext uri="{BB962C8B-B14F-4D97-AF65-F5344CB8AC3E}">
        <p14:creationId xmlns:p14="http://schemas.microsoft.com/office/powerpoint/2010/main" val="3193014140"/>
      </p:ext>
    </p:extLst>
  </p:cSld>
  <p:clrMapOvr>
    <a:masterClrMapping/>
  </p:clrMapOvr>
  <p:transition spd="slow">
    <p:push dir="u"/>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6" name="slide-title">
            <a:extLst>
              <a:ext uri="{FF2B5EF4-FFF2-40B4-BE49-F238E27FC236}">
                <a16:creationId xmlns:a16="http://schemas.microsoft.com/office/drawing/2014/main" id="{B0F69FFD-FDE8-4ADC-AE86-00008AF98F9D}"/>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lang="de-DE" sz="3200" b="0" dirty="0">
                <a:solidFill>
                  <a:srgbClr val="2869AF"/>
                </a:solidFill>
                <a:latin typeface="Calibri"/>
                <a:ea typeface="Calibri"/>
                <a:cs typeface="Calibri"/>
              </a:rPr>
              <a:t>Detektion und Identifikation der Greifobjekte </a:t>
            </a:r>
            <a:endParaRPr sz="3200" b="0" dirty="0">
              <a:solidFill>
                <a:srgbClr val="2869AF"/>
              </a:solidFill>
              <a:latin typeface="Calibri"/>
              <a:ea typeface="Calibri"/>
              <a:cs typeface="Calibri"/>
            </a:endParaRPr>
          </a:p>
        </p:txBody>
      </p:sp>
      <p:pic>
        <p:nvPicPr>
          <p:cNvPr id="1007" name="Grafik 1006"/>
          <p:cNvPicPr>
            <a:picLocks noChangeAspect="1"/>
          </p:cNvPicPr>
          <p:nvPr/>
        </p:nvPicPr>
        <p:blipFill>
          <a:blip r:embed="rId3"/>
          <a:stretch/>
        </p:blipFill>
        <p:spPr>
          <a:xfrm>
            <a:off x="644673" y="1171575"/>
            <a:ext cx="7616529" cy="4286250"/>
          </a:xfrm>
          <a:prstGeom prst="rect">
            <a:avLst/>
          </a:prstGeom>
        </p:spPr>
      </p:pic>
      <p:sp>
        <p:nvSpPr>
          <p:cNvPr id="1003" name="detection-input">
            <a:extLst>
              <a:ext uri="{FF2B5EF4-FFF2-40B4-BE49-F238E27FC236}">
                <a16:creationId xmlns:a16="http://schemas.microsoft.com/office/drawing/2014/main" id="{65724FC6-8B79-4326-A4B2-61A94ADDB466}"/>
              </a:ext>
            </a:extLst>
          </p:cNvPr>
          <p:cNvSpPr>
            <a:spLocks noGrp="1"/>
          </p:cNvSpPr>
          <p:nvPr/>
        </p:nvSpPr>
        <p:spPr>
          <a:xfrm>
            <a:off x="9001125" y="1362075"/>
            <a:ext cx="2238375"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400" b="1">
                <a:solidFill>
                  <a:srgbClr val="2869AF"/>
                </a:solidFill>
                <a:latin typeface="Calibri"/>
                <a:ea typeface="Calibri"/>
                <a:cs typeface="Calibri"/>
              </a:defRPr>
            </a:pPr>
            <a:r>
              <a:rPr sz="2400" b="1">
                <a:solidFill>
                  <a:srgbClr val="2869AF"/>
                </a:solidFill>
                <a:latin typeface="Calibri"/>
                <a:ea typeface="Calibri"/>
                <a:cs typeface="Calibri"/>
              </a:rPr>
              <a:t>RGB und Tiefe</a:t>
            </a:r>
          </a:p>
        </p:txBody>
      </p:sp>
      <p:sp>
        <p:nvSpPr>
          <p:cNvPr id="1004" name="detection-outputs">
            <a:extLst>
              <a:ext uri="{FF2B5EF4-FFF2-40B4-BE49-F238E27FC236}">
                <a16:creationId xmlns:a16="http://schemas.microsoft.com/office/drawing/2014/main" id="{FD672616-FA83-481C-A744-5E2B1D881F92}"/>
              </a:ext>
            </a:extLst>
          </p:cNvPr>
          <p:cNvSpPr>
            <a:spLocks noGrp="1"/>
          </p:cNvSpPr>
          <p:nvPr/>
        </p:nvSpPr>
        <p:spPr>
          <a:xfrm>
            <a:off x="9001125" y="2428875"/>
            <a:ext cx="2238375" cy="2533650"/>
          </a:xfrm>
          <a:prstGeom prst="rect">
            <a:avLst/>
          </a:prstGeom>
          <a:noFill/>
          <a:ln w="0">
            <a:noFill/>
          </a:ln>
        </p:spPr>
        <p:txBody>
          <a:bodyPr wrap="square" lIns="0" tIns="0" rIns="0" bIns="0" anchor="t">
            <a:noAutofit/>
          </a:bodyPr>
          <a:lstStyle/>
          <a:p>
            <a:pPr marL="342900" indent="-342900" algn="l">
              <a:lnSpc>
                <a:spcPct val="105000"/>
              </a:lnSpc>
              <a:spcBef>
                <a:spcPts val="0"/>
              </a:spcBef>
              <a:spcAft>
                <a:spcPts val="0"/>
              </a:spcAft>
              <a:buFont typeface="Arial" panose="020B0604020202020204" pitchFamily="34" charset="0"/>
              <a:buChar char="•"/>
              <a:defRPr sz="2200" b="0">
                <a:solidFill>
                  <a:srgbClr val="17232E"/>
                </a:solidFill>
                <a:latin typeface="Calibri"/>
                <a:ea typeface="Calibri"/>
                <a:cs typeface="Calibri"/>
              </a:defRPr>
            </a:pPr>
            <a:r>
              <a:rPr sz="2200" b="0" dirty="0">
                <a:solidFill>
                  <a:srgbClr val="17232E"/>
                </a:solidFill>
                <a:latin typeface="Calibri"/>
                <a:ea typeface="Calibri"/>
                <a:cs typeface="Calibri"/>
              </a:rPr>
              <a:t>ROI</a:t>
            </a:r>
          </a:p>
          <a:p>
            <a:pPr marL="342900" indent="-342900" algn="l">
              <a:lnSpc>
                <a:spcPct val="105000"/>
              </a:lnSpc>
              <a:spcBef>
                <a:spcPts val="0"/>
              </a:spcBef>
              <a:spcAft>
                <a:spcPts val="0"/>
              </a:spcAft>
              <a:buFont typeface="Arial" panose="020B0604020202020204" pitchFamily="34" charset="0"/>
              <a:buChar char="•"/>
              <a:defRPr sz="2200" b="0">
                <a:solidFill>
                  <a:srgbClr val="17232E"/>
                </a:solidFill>
                <a:latin typeface="Calibri"/>
                <a:ea typeface="Calibri"/>
                <a:cs typeface="Calibri"/>
              </a:defRPr>
            </a:pPr>
            <a:r>
              <a:rPr sz="2200" b="0" dirty="0">
                <a:solidFill>
                  <a:srgbClr val="17232E"/>
                </a:solidFill>
                <a:latin typeface="Calibri"/>
                <a:ea typeface="Calibri"/>
                <a:cs typeface="Calibri"/>
              </a:rPr>
              <a:t>ID und </a:t>
            </a:r>
            <a:r>
              <a:rPr sz="2200" b="0" dirty="0" err="1">
                <a:solidFill>
                  <a:srgbClr val="17232E"/>
                </a:solidFill>
                <a:latin typeface="Calibri"/>
                <a:ea typeface="Calibri"/>
                <a:cs typeface="Calibri"/>
              </a:rPr>
              <a:t>Farbe</a:t>
            </a:r>
            <a:endParaRPr sz="2200" b="0" dirty="0">
              <a:solidFill>
                <a:srgbClr val="17232E"/>
              </a:solidFill>
              <a:latin typeface="Calibri"/>
              <a:ea typeface="Calibri"/>
              <a:cs typeface="Calibri"/>
            </a:endParaRPr>
          </a:p>
          <a:p>
            <a:pPr marL="342900" indent="-342900" algn="l">
              <a:lnSpc>
                <a:spcPct val="105000"/>
              </a:lnSpc>
              <a:spcBef>
                <a:spcPts val="0"/>
              </a:spcBef>
              <a:spcAft>
                <a:spcPts val="0"/>
              </a:spcAft>
              <a:buFont typeface="Arial" panose="020B0604020202020204" pitchFamily="34" charset="0"/>
              <a:buChar char="•"/>
              <a:defRPr sz="2200" b="0">
                <a:solidFill>
                  <a:srgbClr val="17232E"/>
                </a:solidFill>
                <a:latin typeface="Calibri"/>
                <a:ea typeface="Calibri"/>
                <a:cs typeface="Calibri"/>
              </a:defRPr>
            </a:pPr>
            <a:r>
              <a:rPr sz="2200" b="0" dirty="0">
                <a:solidFill>
                  <a:srgbClr val="17232E"/>
                </a:solidFill>
                <a:latin typeface="Calibri"/>
                <a:ea typeface="Calibri"/>
                <a:cs typeface="Calibri"/>
              </a:rPr>
              <a:t>Position</a:t>
            </a:r>
          </a:p>
          <a:p>
            <a:pPr marL="342900" indent="-342900" algn="l">
              <a:lnSpc>
                <a:spcPct val="105000"/>
              </a:lnSpc>
              <a:spcBef>
                <a:spcPts val="0"/>
              </a:spcBef>
              <a:spcAft>
                <a:spcPts val="0"/>
              </a:spcAft>
              <a:buFont typeface="Arial" panose="020B0604020202020204" pitchFamily="34" charset="0"/>
              <a:buChar char="•"/>
              <a:defRPr sz="2200" b="0">
                <a:solidFill>
                  <a:srgbClr val="17232E"/>
                </a:solidFill>
                <a:latin typeface="Calibri"/>
                <a:ea typeface="Calibri"/>
                <a:cs typeface="Calibri"/>
              </a:defRPr>
            </a:pPr>
            <a:r>
              <a:rPr sz="2200" b="0" dirty="0" err="1">
                <a:solidFill>
                  <a:srgbClr val="17232E"/>
                </a:solidFill>
                <a:latin typeface="Calibri"/>
                <a:ea typeface="Calibri"/>
                <a:cs typeface="Calibri"/>
              </a:rPr>
              <a:t>Abmessungen</a:t>
            </a:r>
            <a:endParaRPr sz="2200" b="0" dirty="0">
              <a:solidFill>
                <a:srgbClr val="17232E"/>
              </a:solidFill>
              <a:latin typeface="Calibri"/>
              <a:ea typeface="Calibri"/>
              <a:cs typeface="Calibri"/>
            </a:endParaRPr>
          </a:p>
          <a:p>
            <a:pPr marL="342900" indent="-342900" algn="l">
              <a:lnSpc>
                <a:spcPct val="105000"/>
              </a:lnSpc>
              <a:spcBef>
                <a:spcPts val="0"/>
              </a:spcBef>
              <a:spcAft>
                <a:spcPts val="0"/>
              </a:spcAft>
              <a:buFont typeface="Arial" panose="020B0604020202020204" pitchFamily="34" charset="0"/>
              <a:buChar char="•"/>
              <a:defRPr sz="2200" b="0">
                <a:solidFill>
                  <a:srgbClr val="17232E"/>
                </a:solidFill>
                <a:latin typeface="Calibri"/>
                <a:ea typeface="Calibri"/>
                <a:cs typeface="Calibri"/>
              </a:defRPr>
            </a:pPr>
            <a:r>
              <a:rPr sz="2200" b="0" dirty="0" err="1">
                <a:solidFill>
                  <a:srgbClr val="17232E"/>
                </a:solidFill>
                <a:latin typeface="Calibri"/>
                <a:ea typeface="Calibri"/>
                <a:cs typeface="Calibri"/>
              </a:rPr>
              <a:t>Orientierung</a:t>
            </a:r>
            <a:endParaRPr sz="2200" b="0" dirty="0">
              <a:solidFill>
                <a:srgbClr val="17232E"/>
              </a:solidFill>
              <a:latin typeface="Calibri"/>
              <a:ea typeface="Calibri"/>
              <a:cs typeface="Calibri"/>
            </a:endParaRPr>
          </a:p>
        </p:txBody>
      </p:sp>
      <p:sp>
        <p:nvSpPr>
          <p:cNvPr id="1005" name="caption-7">
            <a:extLst>
              <a:ext uri="{FF2B5EF4-FFF2-40B4-BE49-F238E27FC236}">
                <a16:creationId xmlns:a16="http://schemas.microsoft.com/office/drawing/2014/main" id="{A94F0292-CDCF-409E-AA17-21E3E14ADA44}"/>
              </a:ext>
            </a:extLst>
          </p:cNvPr>
          <p:cNvSpPr>
            <a:spLocks noGrp="1"/>
          </p:cNvSpPr>
          <p:nvPr/>
        </p:nvSpPr>
        <p:spPr>
          <a:xfrm>
            <a:off x="333375" y="5743575"/>
            <a:ext cx="10906125" cy="2571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200" b="0">
                <a:solidFill>
                  <a:srgbClr val="61707D"/>
                </a:solidFill>
                <a:latin typeface="Calibri"/>
                <a:ea typeface="Calibri"/>
                <a:cs typeface="Calibri"/>
              </a:defRPr>
            </a:pPr>
            <a:r>
              <a:rPr sz="1200" b="0">
                <a:solidFill>
                  <a:srgbClr val="61707D"/>
                </a:solidFill>
                <a:latin typeface="Calibri"/>
                <a:ea typeface="Calibri"/>
                <a:cs typeface="Calibri"/>
              </a:rPr>
              <a:t>Objekt-IDs und Farben innerhalb des definierten ROI</a:t>
            </a:r>
          </a:p>
        </p:txBody>
      </p:sp>
      <p:sp>
        <p:nvSpPr>
          <p:cNvPr id="4" name="Datumsplatzhalter 3">
            <a:extLst>
              <a:ext uri="{FF2B5EF4-FFF2-40B4-BE49-F238E27FC236}">
                <a16:creationId xmlns:a16="http://schemas.microsoft.com/office/drawing/2014/main" id="{E0FFCA09-E868-9414-C3D5-52C11A450128}"/>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777BDD82-559A-FBCF-840E-DAED8E813974}"/>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BB7CC81-C6DE-2590-E212-45E5CDB9E723}"/>
              </a:ext>
            </a:extLst>
          </p:cNvPr>
          <p:cNvSpPr>
            <a:spLocks noGrp="1"/>
          </p:cNvSpPr>
          <p:nvPr>
            <p:ph type="sldNum" sz="quarter" idx="29"/>
          </p:nvPr>
        </p:nvSpPr>
        <p:spPr/>
        <p:txBody>
          <a:bodyPr/>
          <a:lstStyle/>
          <a:p>
            <a:fld id="{13005BA2-ABF8-0A46-8B15-84F2660EFA6C}" type="slidenum">
              <a:rPr lang="de-DE" smtClean="0"/>
              <a:pPr/>
              <a:t>7</a:t>
            </a:fld>
            <a:endParaRPr lang="de-DE"/>
          </a:p>
        </p:txBody>
      </p:sp>
    </p:spTree>
    <p:extLst>
      <p:ext uri="{BB962C8B-B14F-4D97-AF65-F5344CB8AC3E}">
        <p14:creationId xmlns:p14="http://schemas.microsoft.com/office/powerpoint/2010/main" val="3070971391"/>
      </p:ext>
    </p:extLst>
  </p:cSld>
  <p:clrMapOvr>
    <a:masterClrMapping/>
  </p:clrMapOvr>
  <p:transition spd="slow">
    <p:push dir="u"/>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6" name="history-label">
            <a:extLst>
              <a:ext uri="{FF2B5EF4-FFF2-40B4-BE49-F238E27FC236}">
                <a16:creationId xmlns:a16="http://schemas.microsoft.com/office/drawing/2014/main" id="{6DAB1685-A7A7-42AC-8AAE-29708A2C9586}"/>
              </a:ext>
            </a:extLst>
          </p:cNvPr>
          <p:cNvSpPr>
            <a:spLocks noGrp="1"/>
          </p:cNvSpPr>
          <p:nvPr/>
        </p:nvSpPr>
        <p:spPr>
          <a:xfrm>
            <a:off x="333375" y="1200150"/>
            <a:ext cx="6191250" cy="409575"/>
          </a:xfrm>
          <a:prstGeom prst="rect">
            <a:avLst/>
          </a:prstGeom>
          <a:noFill/>
          <a:ln w="0">
            <a:noFill/>
          </a:ln>
        </p:spPr>
        <p:txBody>
          <a:bodyPr wrap="none" lIns="0" tIns="0" rIns="0" bIns="0" anchor="t">
            <a:noAutofit/>
          </a:bodyPr>
          <a:lstStyle/>
          <a:p>
            <a:pPr algn="l">
              <a:spcBef>
                <a:spcPts val="0"/>
              </a:spcBef>
              <a:spcAft>
                <a:spcPts val="0"/>
              </a:spcAft>
              <a:defRPr sz="2200">
                <a:solidFill>
                  <a:srgbClr val="2869AF"/>
                </a:solidFill>
                <a:latin typeface="Calibri"/>
                <a:ea typeface="Calibri"/>
                <a:cs typeface="Calibri"/>
              </a:defRPr>
            </a:pPr>
            <a:r>
              <a:rPr sz="2200" dirty="0" err="1">
                <a:solidFill>
                  <a:srgbClr val="2869AF"/>
                </a:solidFill>
                <a:latin typeface="Calibri"/>
                <a:ea typeface="Calibri"/>
                <a:cs typeface="Calibri"/>
              </a:rPr>
              <a:t>Positionshistorie</a:t>
            </a:r>
            <a:r>
              <a:rPr lang="de-DE" sz="2200" dirty="0">
                <a:solidFill>
                  <a:srgbClr val="2869AF"/>
                </a:solidFill>
                <a:latin typeface="Calibri"/>
                <a:ea typeface="Calibri"/>
                <a:cs typeface="Calibri"/>
              </a:rPr>
              <a:t>; zeitlich einheitliche Abstände </a:t>
            </a:r>
            <a:endParaRPr sz="2200" dirty="0">
              <a:solidFill>
                <a:srgbClr val="2869AF"/>
              </a:solidFill>
              <a:latin typeface="Calibri"/>
              <a:ea typeface="Calibri"/>
              <a:cs typeface="Calibri"/>
            </a:endParaRPr>
          </a:p>
        </p:txBody>
      </p:sp>
      <p:sp>
        <p:nvSpPr>
          <p:cNvPr id="2002" name="x-coordinate">
            <a:extLst>
              <a:ext uri="{FF2B5EF4-FFF2-40B4-BE49-F238E27FC236}">
                <a16:creationId xmlns:a16="http://schemas.microsoft.com/office/drawing/2014/main" id="{D47A8F93-1AD2-4015-9BD6-9131895F5D96}"/>
              </a:ext>
            </a:extLst>
          </p:cNvPr>
          <p:cNvSpPr>
            <a:spLocks noGrp="1"/>
          </p:cNvSpPr>
          <p:nvPr/>
        </p:nvSpPr>
        <p:spPr>
          <a:xfrm>
            <a:off x="1222099" y="1790516"/>
            <a:ext cx="163582" cy="304800"/>
          </a:xfrm>
          <a:prstGeom prst="rect">
            <a:avLst/>
          </a:prstGeom>
          <a:noFill/>
          <a:ln w="0">
            <a:noFill/>
          </a:ln>
        </p:spPr>
        <p:txBody>
          <a:bodyPr wrap="none" lIns="0" tIns="0" rIns="0" bIns="0" anchor="t">
            <a:noAutofit/>
          </a:bodyPr>
          <a:lstStyle/>
          <a:p>
            <a:pPr algn="l">
              <a:spcBef>
                <a:spcPts val="0"/>
              </a:spcBef>
              <a:spcAft>
                <a:spcPts val="0"/>
              </a:spcAft>
              <a:defRPr sz="1800">
                <a:solidFill>
                  <a:srgbClr val="61707D"/>
                </a:solidFill>
                <a:latin typeface="Calibri"/>
                <a:ea typeface="Calibri"/>
                <a:cs typeface="Calibri"/>
              </a:defRPr>
            </a:pPr>
            <a:r>
              <a:rPr sz="1800" dirty="0">
                <a:solidFill>
                  <a:srgbClr val="61707D"/>
                </a:solidFill>
                <a:latin typeface="Calibri"/>
                <a:ea typeface="Calibri"/>
                <a:cs typeface="Calibri"/>
              </a:rPr>
              <a:t>x</a:t>
            </a:r>
          </a:p>
        </p:txBody>
      </p:sp>
      <p:sp>
        <p:nvSpPr>
          <p:cNvPr id="2003" name="camera-label">
            <a:extLst>
              <a:ext uri="{FF2B5EF4-FFF2-40B4-BE49-F238E27FC236}">
                <a16:creationId xmlns:a16="http://schemas.microsoft.com/office/drawing/2014/main" id="{66D958DD-4980-41C2-84A1-869C39F69CA4}"/>
              </a:ext>
            </a:extLst>
          </p:cNvPr>
          <p:cNvSpPr>
            <a:spLocks noGrp="1"/>
          </p:cNvSpPr>
          <p:nvPr/>
        </p:nvSpPr>
        <p:spPr>
          <a:xfrm>
            <a:off x="2428875" y="1924050"/>
            <a:ext cx="3143250" cy="323850"/>
          </a:xfrm>
          <a:prstGeom prst="rect">
            <a:avLst/>
          </a:prstGeom>
          <a:noFill/>
          <a:ln w="0">
            <a:noFill/>
          </a:ln>
        </p:spPr>
        <p:txBody>
          <a:bodyPr wrap="none" lIns="0" tIns="0" rIns="0" bIns="0" anchor="t">
            <a:noAutofit/>
          </a:bodyPr>
          <a:lstStyle/>
          <a:p>
            <a:pPr algn="l">
              <a:spcBef>
                <a:spcPts val="0"/>
              </a:spcBef>
              <a:spcAft>
                <a:spcPts val="0"/>
              </a:spcAft>
              <a:defRPr sz="2000">
                <a:solidFill>
                  <a:srgbClr val="2869AF"/>
                </a:solidFill>
                <a:latin typeface="Calibri"/>
                <a:ea typeface="Calibri"/>
                <a:cs typeface="Calibri"/>
              </a:defRPr>
            </a:pPr>
            <a:r>
              <a:rPr sz="2000">
                <a:solidFill>
                  <a:srgbClr val="2869AF"/>
                </a:solidFill>
                <a:latin typeface="Calibri"/>
                <a:ea typeface="Calibri"/>
                <a:cs typeface="Calibri"/>
              </a:rPr>
              <a:t>Kamerabereich</a:t>
            </a:r>
          </a:p>
        </p:txBody>
      </p:sp>
      <p:sp>
        <p:nvSpPr>
          <p:cNvPr id="2004" name="prediction-label">
            <a:extLst>
              <a:ext uri="{FF2B5EF4-FFF2-40B4-BE49-F238E27FC236}">
                <a16:creationId xmlns:a16="http://schemas.microsoft.com/office/drawing/2014/main" id="{96E3F936-146C-43AA-BE54-5597F8352E3C}"/>
              </a:ext>
            </a:extLst>
          </p:cNvPr>
          <p:cNvSpPr>
            <a:spLocks noGrp="1"/>
          </p:cNvSpPr>
          <p:nvPr/>
        </p:nvSpPr>
        <p:spPr>
          <a:xfrm>
            <a:off x="7848600" y="1924050"/>
            <a:ext cx="2381250" cy="323850"/>
          </a:xfrm>
          <a:prstGeom prst="rect">
            <a:avLst/>
          </a:prstGeom>
          <a:noFill/>
          <a:ln w="0">
            <a:noFill/>
          </a:ln>
        </p:spPr>
        <p:txBody>
          <a:bodyPr wrap="none" lIns="0" tIns="0" rIns="0" bIns="0" anchor="t">
            <a:noAutofit/>
          </a:bodyPr>
          <a:lstStyle/>
          <a:p>
            <a:pPr algn="l">
              <a:spcBef>
                <a:spcPts val="0"/>
              </a:spcBef>
              <a:spcAft>
                <a:spcPts val="0"/>
              </a:spcAft>
              <a:defRPr sz="2000">
                <a:solidFill>
                  <a:srgbClr val="61707D"/>
                </a:solidFill>
                <a:latin typeface="Calibri"/>
                <a:ea typeface="Calibri"/>
                <a:cs typeface="Calibri"/>
              </a:defRPr>
            </a:pPr>
            <a:r>
              <a:rPr sz="2000">
                <a:solidFill>
                  <a:srgbClr val="61707D"/>
                </a:solidFill>
                <a:latin typeface="Calibri"/>
                <a:ea typeface="Calibri"/>
                <a:cs typeface="Calibri"/>
              </a:rPr>
              <a:t>Vorhersage</a:t>
            </a:r>
          </a:p>
        </p:txBody>
      </p:sp>
      <p:sp>
        <p:nvSpPr>
          <p:cNvPr id="2005" name="belt-direction">
            <a:extLst>
              <a:ext uri="{FF2B5EF4-FFF2-40B4-BE49-F238E27FC236}">
                <a16:creationId xmlns:a16="http://schemas.microsoft.com/office/drawing/2014/main" id="{BB2051A6-16B8-4B11-A756-6D5005E366E2}"/>
              </a:ext>
            </a:extLst>
          </p:cNvPr>
          <p:cNvSpPr>
            <a:spLocks noGrp="1"/>
          </p:cNvSpPr>
          <p:nvPr/>
        </p:nvSpPr>
        <p:spPr>
          <a:xfrm>
            <a:off x="6974786" y="1540502"/>
            <a:ext cx="2501723" cy="304800"/>
          </a:xfrm>
          <a:prstGeom prst="rect">
            <a:avLst/>
          </a:prstGeom>
          <a:noFill/>
          <a:ln w="0">
            <a:noFill/>
          </a:ln>
        </p:spPr>
        <p:txBody>
          <a:bodyPr wrap="none" lIns="0" tIns="0" rIns="0" bIns="0" anchor="t">
            <a:noAutofit/>
          </a:bodyPr>
          <a:lstStyle/>
          <a:p>
            <a:pPr algn="r">
              <a:spcBef>
                <a:spcPts val="0"/>
              </a:spcBef>
              <a:spcAft>
                <a:spcPts val="0"/>
              </a:spcAft>
              <a:defRPr sz="1800">
                <a:solidFill>
                  <a:srgbClr val="61707D"/>
                </a:solidFill>
                <a:latin typeface="Calibri"/>
                <a:ea typeface="Calibri"/>
                <a:cs typeface="Calibri"/>
              </a:defRPr>
            </a:pPr>
            <a:r>
              <a:rPr lang="de-DE" sz="1800" dirty="0">
                <a:solidFill>
                  <a:srgbClr val="FF7E29"/>
                </a:solidFill>
                <a:latin typeface="Calibri"/>
                <a:ea typeface="Calibri"/>
                <a:cs typeface="Calibri"/>
              </a:rPr>
              <a:t>vermutete </a:t>
            </a:r>
            <a:r>
              <a:rPr sz="1800" dirty="0" err="1">
                <a:solidFill>
                  <a:srgbClr val="FF7E29"/>
                </a:solidFill>
                <a:latin typeface="Calibri"/>
                <a:ea typeface="Calibri"/>
                <a:cs typeface="Calibri"/>
              </a:rPr>
              <a:t>Bandrichtung</a:t>
            </a:r>
            <a:endParaRPr sz="1800" dirty="0">
              <a:solidFill>
                <a:srgbClr val="FF7E29"/>
              </a:solidFill>
              <a:latin typeface="Calibri"/>
              <a:ea typeface="Calibri"/>
              <a:cs typeface="Calibri"/>
            </a:endParaRPr>
          </a:p>
        </p:txBody>
      </p:sp>
      <p:sp>
        <p:nvSpPr>
          <p:cNvPr id="2008" name="belt-surface">
            <a:extLst>
              <a:ext uri="{FF2B5EF4-FFF2-40B4-BE49-F238E27FC236}">
                <a16:creationId xmlns:a16="http://schemas.microsoft.com/office/drawing/2014/main" id="{494A4E88-2C01-4B97-BE2A-DD2429C337F2}"/>
              </a:ext>
            </a:extLst>
          </p:cNvPr>
          <p:cNvSpPr>
            <a:spLocks noGrp="1"/>
          </p:cNvSpPr>
          <p:nvPr/>
        </p:nvSpPr>
        <p:spPr>
          <a:xfrm>
            <a:off x="1666875" y="2333625"/>
            <a:ext cx="8572500" cy="2952750"/>
          </a:xfrm>
          <a:prstGeom prst="rect">
            <a:avLst/>
          </a:prstGeom>
          <a:solidFill>
            <a:srgbClr val="EFF4F4"/>
          </a:solidFill>
          <a:ln w="0">
            <a:noFill/>
          </a:ln>
        </p:spPr>
      </p:sp>
      <p:sp>
        <p:nvSpPr>
          <p:cNvPr id="2009" name="camera-area">
            <a:extLst>
              <a:ext uri="{FF2B5EF4-FFF2-40B4-BE49-F238E27FC236}">
                <a16:creationId xmlns:a16="http://schemas.microsoft.com/office/drawing/2014/main" id="{94B3DDE9-D65C-403F-8087-58FA6C9F5D50}"/>
              </a:ext>
            </a:extLst>
          </p:cNvPr>
          <p:cNvSpPr>
            <a:spLocks noGrp="1"/>
          </p:cNvSpPr>
          <p:nvPr/>
        </p:nvSpPr>
        <p:spPr>
          <a:xfrm>
            <a:off x="1666875" y="2333625"/>
            <a:ext cx="4905375" cy="2952750"/>
          </a:xfrm>
          <a:prstGeom prst="rect">
            <a:avLst/>
          </a:prstGeom>
          <a:solidFill>
            <a:srgbClr val="E3EFF3"/>
          </a:solidFill>
          <a:ln w="0">
            <a:noFill/>
          </a:ln>
        </p:spPr>
        <p:txBody>
          <a:bodyPr/>
          <a:lstStyle/>
          <a:p>
            <a:endParaRPr lang="de-DE"/>
          </a:p>
        </p:txBody>
      </p:sp>
      <p:sp>
        <p:nvSpPr>
          <p:cNvPr id="2010" name="belt-upper-edge">
            <a:extLst>
              <a:ext uri="{FF2B5EF4-FFF2-40B4-BE49-F238E27FC236}">
                <a16:creationId xmlns:a16="http://schemas.microsoft.com/office/drawing/2014/main" id="{38198B2C-84F8-44C5-8270-AD333621237F}"/>
              </a:ext>
            </a:extLst>
          </p:cNvPr>
          <p:cNvSpPr>
            <a:spLocks noGrp="1"/>
          </p:cNvSpPr>
          <p:nvPr/>
        </p:nvSpPr>
        <p:spPr>
          <a:xfrm>
            <a:off x="1666875" y="2333625"/>
            <a:ext cx="8572500" cy="953"/>
          </a:xfrm>
          <a:custGeom>
            <a:avLst/>
            <a:gdLst/>
            <a:ahLst/>
            <a:cxnLst/>
            <a:rect l="0" t="0" r="0" b="0"/>
            <a:pathLst>
              <a:path w="8572500" h="953">
                <a:moveTo>
                  <a:pt x="0" y="0"/>
                </a:moveTo>
                <a:lnTo>
                  <a:pt x="8572500" y="0"/>
                </a:lnTo>
              </a:path>
            </a:pathLst>
          </a:custGeom>
          <a:noFill/>
          <a:ln w="11430">
            <a:solidFill>
              <a:srgbClr val="9EACB3"/>
            </a:solidFill>
            <a:prstDash val="solid"/>
          </a:ln>
        </p:spPr>
      </p:sp>
      <p:sp>
        <p:nvSpPr>
          <p:cNvPr id="2011" name="belt-lower-edge">
            <a:extLst>
              <a:ext uri="{FF2B5EF4-FFF2-40B4-BE49-F238E27FC236}">
                <a16:creationId xmlns:a16="http://schemas.microsoft.com/office/drawing/2014/main" id="{0DE913C9-8CDF-45EA-B263-CE69B733DEBA}"/>
              </a:ext>
            </a:extLst>
          </p:cNvPr>
          <p:cNvSpPr>
            <a:spLocks noGrp="1"/>
          </p:cNvSpPr>
          <p:nvPr/>
        </p:nvSpPr>
        <p:spPr>
          <a:xfrm>
            <a:off x="1666875" y="5286375"/>
            <a:ext cx="8572500" cy="953"/>
          </a:xfrm>
          <a:custGeom>
            <a:avLst/>
            <a:gdLst/>
            <a:ahLst/>
            <a:cxnLst/>
            <a:rect l="0" t="0" r="0" b="0"/>
            <a:pathLst>
              <a:path w="8572500" h="953">
                <a:moveTo>
                  <a:pt x="0" y="0"/>
                </a:moveTo>
                <a:lnTo>
                  <a:pt x="8572500" y="0"/>
                </a:lnTo>
              </a:path>
            </a:pathLst>
          </a:custGeom>
          <a:noFill/>
          <a:ln w="11430">
            <a:solidFill>
              <a:srgbClr val="9EACB3"/>
            </a:solidFill>
            <a:prstDash val="solid"/>
          </a:ln>
        </p:spPr>
      </p:sp>
      <p:sp>
        <p:nvSpPr>
          <p:cNvPr id="2012" name="start-axle">
            <a:extLst>
              <a:ext uri="{FF2B5EF4-FFF2-40B4-BE49-F238E27FC236}">
                <a16:creationId xmlns:a16="http://schemas.microsoft.com/office/drawing/2014/main" id="{7A9F18C4-8DDC-4382-932A-BBBA0CA089E8}"/>
              </a:ext>
            </a:extLst>
          </p:cNvPr>
          <p:cNvSpPr>
            <a:spLocks noGrp="1"/>
          </p:cNvSpPr>
          <p:nvPr/>
        </p:nvSpPr>
        <p:spPr>
          <a:xfrm>
            <a:off x="1552575" y="2162175"/>
            <a:ext cx="953" cy="3314700"/>
          </a:xfrm>
          <a:custGeom>
            <a:avLst/>
            <a:gdLst/>
            <a:ahLst/>
            <a:cxnLst/>
            <a:rect l="0" t="0" r="0" b="0"/>
            <a:pathLst>
              <a:path w="953" h="3314700">
                <a:moveTo>
                  <a:pt x="0" y="0"/>
                </a:moveTo>
                <a:lnTo>
                  <a:pt x="0" y="3314700"/>
                </a:lnTo>
              </a:path>
            </a:pathLst>
          </a:custGeom>
          <a:noFill/>
          <a:ln w="19050">
            <a:solidFill>
              <a:srgbClr val="7B8993"/>
            </a:solidFill>
            <a:prstDash val="solid"/>
          </a:ln>
        </p:spPr>
        <p:txBody>
          <a:bodyPr/>
          <a:lstStyle/>
          <a:p>
            <a:endParaRPr lang="de-DE"/>
          </a:p>
        </p:txBody>
      </p:sp>
      <p:sp>
        <p:nvSpPr>
          <p:cNvPr id="2013" name="start-roller">
            <a:extLst>
              <a:ext uri="{FF2B5EF4-FFF2-40B4-BE49-F238E27FC236}">
                <a16:creationId xmlns:a16="http://schemas.microsoft.com/office/drawing/2014/main" id="{261AC450-4E0C-4698-B3B4-F52280D90967}"/>
              </a:ext>
            </a:extLst>
          </p:cNvPr>
          <p:cNvSpPr>
            <a:spLocks noGrp="1"/>
          </p:cNvSpPr>
          <p:nvPr/>
        </p:nvSpPr>
        <p:spPr>
          <a:xfrm>
            <a:off x="1438275" y="2257425"/>
            <a:ext cx="228600" cy="3105150"/>
          </a:xfrm>
          <a:prstGeom prst="roundRect">
            <a:avLst>
              <a:gd name="adj" fmla="val 33333"/>
            </a:avLst>
          </a:prstGeom>
          <a:solidFill>
            <a:srgbClr val="C9D2D8"/>
          </a:solidFill>
          <a:ln w="11430">
            <a:solidFill>
              <a:srgbClr val="7B8993"/>
            </a:solidFill>
          </a:ln>
        </p:spPr>
        <p:txBody>
          <a:bodyPr/>
          <a:lstStyle/>
          <a:p>
            <a:endParaRPr lang="de-DE"/>
          </a:p>
        </p:txBody>
      </p:sp>
      <p:sp>
        <p:nvSpPr>
          <p:cNvPr id="2014" name="start-roller-centre">
            <a:extLst>
              <a:ext uri="{FF2B5EF4-FFF2-40B4-BE49-F238E27FC236}">
                <a16:creationId xmlns:a16="http://schemas.microsoft.com/office/drawing/2014/main" id="{F56D2934-C361-42E6-AF49-DF0C9EB1C5C3}"/>
              </a:ext>
            </a:extLst>
          </p:cNvPr>
          <p:cNvSpPr>
            <a:spLocks noGrp="1"/>
          </p:cNvSpPr>
          <p:nvPr/>
        </p:nvSpPr>
        <p:spPr>
          <a:xfrm>
            <a:off x="1552575" y="2333625"/>
            <a:ext cx="953" cy="2952750"/>
          </a:xfrm>
          <a:custGeom>
            <a:avLst/>
            <a:gdLst/>
            <a:ahLst/>
            <a:cxnLst/>
            <a:rect l="0" t="0" r="0" b="0"/>
            <a:pathLst>
              <a:path w="953" h="2952750">
                <a:moveTo>
                  <a:pt x="0" y="0"/>
                </a:moveTo>
                <a:lnTo>
                  <a:pt x="0" y="2952750"/>
                </a:lnTo>
              </a:path>
            </a:pathLst>
          </a:custGeom>
          <a:noFill/>
          <a:ln w="9525">
            <a:solidFill>
              <a:srgbClr val="9EACB3"/>
            </a:solidFill>
            <a:prstDash val="solid"/>
          </a:ln>
        </p:spPr>
      </p:sp>
      <p:sp>
        <p:nvSpPr>
          <p:cNvPr id="2015" name="end-axle">
            <a:extLst>
              <a:ext uri="{FF2B5EF4-FFF2-40B4-BE49-F238E27FC236}">
                <a16:creationId xmlns:a16="http://schemas.microsoft.com/office/drawing/2014/main" id="{B5A5F831-B233-4802-95F1-0FFB09FAC1B5}"/>
              </a:ext>
            </a:extLst>
          </p:cNvPr>
          <p:cNvSpPr>
            <a:spLocks noGrp="1"/>
          </p:cNvSpPr>
          <p:nvPr/>
        </p:nvSpPr>
        <p:spPr>
          <a:xfrm>
            <a:off x="10353675" y="2162175"/>
            <a:ext cx="953" cy="3314700"/>
          </a:xfrm>
          <a:custGeom>
            <a:avLst/>
            <a:gdLst/>
            <a:ahLst/>
            <a:cxnLst/>
            <a:rect l="0" t="0" r="0" b="0"/>
            <a:pathLst>
              <a:path w="953" h="3314700">
                <a:moveTo>
                  <a:pt x="0" y="0"/>
                </a:moveTo>
                <a:lnTo>
                  <a:pt x="0" y="3314700"/>
                </a:lnTo>
              </a:path>
            </a:pathLst>
          </a:custGeom>
          <a:noFill/>
          <a:ln w="19050">
            <a:solidFill>
              <a:srgbClr val="7B8993"/>
            </a:solidFill>
            <a:prstDash val="solid"/>
          </a:ln>
        </p:spPr>
      </p:sp>
      <p:sp>
        <p:nvSpPr>
          <p:cNvPr id="2016" name="end-roller">
            <a:extLst>
              <a:ext uri="{FF2B5EF4-FFF2-40B4-BE49-F238E27FC236}">
                <a16:creationId xmlns:a16="http://schemas.microsoft.com/office/drawing/2014/main" id="{4B819461-5F64-4494-8242-5BAF70F48DBE}"/>
              </a:ext>
            </a:extLst>
          </p:cNvPr>
          <p:cNvSpPr>
            <a:spLocks noGrp="1"/>
          </p:cNvSpPr>
          <p:nvPr/>
        </p:nvSpPr>
        <p:spPr>
          <a:xfrm>
            <a:off x="10239375" y="2257425"/>
            <a:ext cx="228600" cy="3105150"/>
          </a:xfrm>
          <a:prstGeom prst="roundRect">
            <a:avLst>
              <a:gd name="adj" fmla="val 33333"/>
            </a:avLst>
          </a:prstGeom>
          <a:solidFill>
            <a:srgbClr val="C9D2D8"/>
          </a:solidFill>
          <a:ln w="11430">
            <a:solidFill>
              <a:srgbClr val="7B8993"/>
            </a:solidFill>
          </a:ln>
        </p:spPr>
      </p:sp>
      <p:sp>
        <p:nvSpPr>
          <p:cNvPr id="2017" name="end-roller-centre">
            <a:extLst>
              <a:ext uri="{FF2B5EF4-FFF2-40B4-BE49-F238E27FC236}">
                <a16:creationId xmlns:a16="http://schemas.microsoft.com/office/drawing/2014/main" id="{DC52FBD5-4F82-4DCD-A224-E9F3DA727B98}"/>
              </a:ext>
            </a:extLst>
          </p:cNvPr>
          <p:cNvSpPr>
            <a:spLocks noGrp="1"/>
          </p:cNvSpPr>
          <p:nvPr/>
        </p:nvSpPr>
        <p:spPr>
          <a:xfrm>
            <a:off x="10353675" y="2333625"/>
            <a:ext cx="953" cy="2952750"/>
          </a:xfrm>
          <a:custGeom>
            <a:avLst/>
            <a:gdLst/>
            <a:ahLst/>
            <a:cxnLst/>
            <a:rect l="0" t="0" r="0" b="0"/>
            <a:pathLst>
              <a:path w="953" h="2952750">
                <a:moveTo>
                  <a:pt x="0" y="0"/>
                </a:moveTo>
                <a:lnTo>
                  <a:pt x="0" y="2952750"/>
                </a:lnTo>
              </a:path>
            </a:pathLst>
          </a:custGeom>
          <a:noFill/>
          <a:ln w="9525">
            <a:solidFill>
              <a:srgbClr val="9EACB3"/>
            </a:solidFill>
            <a:prstDash val="solid"/>
          </a:ln>
        </p:spPr>
      </p:sp>
      <p:sp>
        <p:nvSpPr>
          <p:cNvPr id="2018" name="camera-boundary">
            <a:extLst>
              <a:ext uri="{FF2B5EF4-FFF2-40B4-BE49-F238E27FC236}">
                <a16:creationId xmlns:a16="http://schemas.microsoft.com/office/drawing/2014/main" id="{7ACC7BF5-4E2A-4EFF-BD39-D062EE812A8A}"/>
              </a:ext>
            </a:extLst>
          </p:cNvPr>
          <p:cNvSpPr>
            <a:spLocks noGrp="1"/>
          </p:cNvSpPr>
          <p:nvPr/>
        </p:nvSpPr>
        <p:spPr>
          <a:xfrm>
            <a:off x="6572250" y="2333625"/>
            <a:ext cx="953" cy="2952750"/>
          </a:xfrm>
          <a:custGeom>
            <a:avLst/>
            <a:gdLst/>
            <a:ahLst/>
            <a:cxnLst/>
            <a:rect l="0" t="0" r="0" b="0"/>
            <a:pathLst>
              <a:path w="953" h="2952750">
                <a:moveTo>
                  <a:pt x="0" y="0"/>
                </a:moveTo>
                <a:lnTo>
                  <a:pt x="0" y="2952750"/>
                </a:lnTo>
              </a:path>
            </a:pathLst>
          </a:custGeom>
          <a:noFill/>
          <a:ln w="17145">
            <a:solidFill>
              <a:srgbClr val="61707D"/>
            </a:solidFill>
            <a:prstDash val="dash"/>
          </a:ln>
        </p:spPr>
      </p:sp>
      <p:sp>
        <p:nvSpPr>
          <p:cNvPr id="2019" name="object-1-fit">
            <a:extLst>
              <a:ext uri="{FF2B5EF4-FFF2-40B4-BE49-F238E27FC236}">
                <a16:creationId xmlns:a16="http://schemas.microsoft.com/office/drawing/2014/main" id="{2CD2B820-CEE1-4101-95E0-9FBCE4CF905F}"/>
              </a:ext>
            </a:extLst>
          </p:cNvPr>
          <p:cNvSpPr>
            <a:spLocks noGrp="1"/>
          </p:cNvSpPr>
          <p:nvPr/>
        </p:nvSpPr>
        <p:spPr>
          <a:xfrm>
            <a:off x="1762125" y="2520768"/>
            <a:ext cx="8905875" cy="1386441"/>
          </a:xfrm>
          <a:custGeom>
            <a:avLst/>
            <a:gdLst/>
            <a:ahLst/>
            <a:cxnLst/>
            <a:rect l="0" t="0" r="0" b="0"/>
            <a:pathLst>
              <a:path w="8905875" h="1386441">
                <a:moveTo>
                  <a:pt x="0" y="1386441"/>
                </a:moveTo>
                <a:lnTo>
                  <a:pt x="8905875" y="0"/>
                </a:lnTo>
              </a:path>
            </a:pathLst>
          </a:custGeom>
          <a:noFill/>
          <a:ln w="22860">
            <a:solidFill>
              <a:srgbClr val="2869AF"/>
            </a:solidFill>
            <a:prstDash val="dash"/>
          </a:ln>
        </p:spPr>
      </p:sp>
      <p:sp>
        <p:nvSpPr>
          <p:cNvPr id="2020" name="object-2-fit">
            <a:extLst>
              <a:ext uri="{FF2B5EF4-FFF2-40B4-BE49-F238E27FC236}">
                <a16:creationId xmlns:a16="http://schemas.microsoft.com/office/drawing/2014/main" id="{887AD399-32AA-48CE-BCBF-53CA2CCAF4F2}"/>
              </a:ext>
            </a:extLst>
          </p:cNvPr>
          <p:cNvSpPr>
            <a:spLocks noGrp="1"/>
          </p:cNvSpPr>
          <p:nvPr/>
        </p:nvSpPr>
        <p:spPr>
          <a:xfrm>
            <a:off x="1762125" y="4044875"/>
            <a:ext cx="8905875" cy="829377"/>
          </a:xfrm>
          <a:custGeom>
            <a:avLst/>
            <a:gdLst/>
            <a:ahLst/>
            <a:cxnLst/>
            <a:rect l="0" t="0" r="0" b="0"/>
            <a:pathLst>
              <a:path w="8905875" h="829377">
                <a:moveTo>
                  <a:pt x="0" y="829377"/>
                </a:moveTo>
                <a:lnTo>
                  <a:pt x="8905875" y="0"/>
                </a:lnTo>
              </a:path>
            </a:pathLst>
          </a:custGeom>
          <a:noFill/>
          <a:ln w="22860">
            <a:solidFill>
              <a:srgbClr val="237D7A"/>
            </a:solidFill>
            <a:prstDash val="dash"/>
          </a:ln>
        </p:spPr>
      </p:sp>
      <p:sp>
        <p:nvSpPr>
          <p:cNvPr id="2021" name="common-direction">
            <a:extLst>
              <a:ext uri="{FF2B5EF4-FFF2-40B4-BE49-F238E27FC236}">
                <a16:creationId xmlns:a16="http://schemas.microsoft.com/office/drawing/2014/main" id="{CD684C86-430B-4DD6-A9BF-11C923519E9B}"/>
              </a:ext>
            </a:extLst>
          </p:cNvPr>
          <p:cNvSpPr>
            <a:spLocks noGrp="1"/>
          </p:cNvSpPr>
          <p:nvPr/>
        </p:nvSpPr>
        <p:spPr>
          <a:xfrm>
            <a:off x="1762125" y="3282821"/>
            <a:ext cx="8905875" cy="1107909"/>
          </a:xfrm>
          <a:custGeom>
            <a:avLst/>
            <a:gdLst/>
            <a:ahLst/>
            <a:cxnLst/>
            <a:rect l="0" t="0" r="0" b="0"/>
            <a:pathLst>
              <a:path w="8905875" h="1107909">
                <a:moveTo>
                  <a:pt x="0" y="1107909"/>
                </a:moveTo>
                <a:lnTo>
                  <a:pt x="8905875" y="0"/>
                </a:lnTo>
              </a:path>
            </a:pathLst>
          </a:custGeom>
          <a:noFill/>
          <a:ln w="28575">
            <a:solidFill>
              <a:srgbClr val="C72C32"/>
            </a:solidFill>
            <a:prstDash val="solid"/>
          </a:ln>
        </p:spPr>
      </p:sp>
      <p:sp>
        <p:nvSpPr>
          <p:cNvPr id="2022" name="object-1-measurement-0">
            <a:extLst>
              <a:ext uri="{FF2B5EF4-FFF2-40B4-BE49-F238E27FC236}">
                <a16:creationId xmlns:a16="http://schemas.microsoft.com/office/drawing/2014/main" id="{BB0EC378-AC42-4AFD-BFF6-BF1AA914F29A}"/>
              </a:ext>
            </a:extLst>
          </p:cNvPr>
          <p:cNvSpPr>
            <a:spLocks noGrp="1"/>
          </p:cNvSpPr>
          <p:nvPr/>
        </p:nvSpPr>
        <p:spPr>
          <a:xfrm>
            <a:off x="2043113" y="3899106"/>
            <a:ext cx="104775" cy="104775"/>
          </a:xfrm>
          <a:prstGeom prst="ellipse">
            <a:avLst/>
          </a:prstGeom>
          <a:solidFill>
            <a:srgbClr val="2869AF"/>
          </a:solidFill>
          <a:ln w="11430">
            <a:solidFill>
              <a:srgbClr val="FFFFFF"/>
            </a:solidFill>
          </a:ln>
        </p:spPr>
      </p:sp>
      <p:sp>
        <p:nvSpPr>
          <p:cNvPr id="2023" name="object-1-measurement-1">
            <a:extLst>
              <a:ext uri="{FF2B5EF4-FFF2-40B4-BE49-F238E27FC236}">
                <a16:creationId xmlns:a16="http://schemas.microsoft.com/office/drawing/2014/main" id="{2FF8ACC6-42E4-43BC-8A85-7E8AF6B074CC}"/>
              </a:ext>
            </a:extLst>
          </p:cNvPr>
          <p:cNvSpPr>
            <a:spLocks noGrp="1"/>
          </p:cNvSpPr>
          <p:nvPr/>
        </p:nvSpPr>
        <p:spPr>
          <a:xfrm>
            <a:off x="2366963" y="3661000"/>
            <a:ext cx="104775" cy="104775"/>
          </a:xfrm>
          <a:prstGeom prst="ellipse">
            <a:avLst/>
          </a:prstGeom>
          <a:solidFill>
            <a:srgbClr val="2869AF"/>
          </a:solidFill>
          <a:ln w="11430">
            <a:solidFill>
              <a:srgbClr val="FFFFFF"/>
            </a:solidFill>
          </a:ln>
        </p:spPr>
      </p:sp>
      <p:sp>
        <p:nvSpPr>
          <p:cNvPr id="2024" name="object-1-measurement-2">
            <a:extLst>
              <a:ext uri="{FF2B5EF4-FFF2-40B4-BE49-F238E27FC236}">
                <a16:creationId xmlns:a16="http://schemas.microsoft.com/office/drawing/2014/main" id="{145123F5-3C7B-40AB-9873-1A3ECCF16FBF}"/>
              </a:ext>
            </a:extLst>
          </p:cNvPr>
          <p:cNvSpPr>
            <a:spLocks noGrp="1"/>
          </p:cNvSpPr>
          <p:nvPr/>
        </p:nvSpPr>
        <p:spPr>
          <a:xfrm>
            <a:off x="2757488" y="3765518"/>
            <a:ext cx="104775" cy="104775"/>
          </a:xfrm>
          <a:prstGeom prst="ellipse">
            <a:avLst/>
          </a:prstGeom>
          <a:solidFill>
            <a:srgbClr val="2869AF"/>
          </a:solidFill>
          <a:ln w="11430">
            <a:solidFill>
              <a:srgbClr val="FFFFFF"/>
            </a:solidFill>
          </a:ln>
        </p:spPr>
      </p:sp>
      <p:sp>
        <p:nvSpPr>
          <p:cNvPr id="2025" name="object-1-measurement-3">
            <a:extLst>
              <a:ext uri="{FF2B5EF4-FFF2-40B4-BE49-F238E27FC236}">
                <a16:creationId xmlns:a16="http://schemas.microsoft.com/office/drawing/2014/main" id="{53A9D273-3C26-45BB-8306-371FF6BFAF31}"/>
              </a:ext>
            </a:extLst>
          </p:cNvPr>
          <p:cNvSpPr>
            <a:spLocks noGrp="1"/>
          </p:cNvSpPr>
          <p:nvPr/>
        </p:nvSpPr>
        <p:spPr>
          <a:xfrm>
            <a:off x="3090863" y="3384795"/>
            <a:ext cx="104775" cy="104775"/>
          </a:xfrm>
          <a:prstGeom prst="ellipse">
            <a:avLst/>
          </a:prstGeom>
          <a:solidFill>
            <a:srgbClr val="2869AF"/>
          </a:solidFill>
          <a:ln w="11430">
            <a:solidFill>
              <a:srgbClr val="FFFFFF"/>
            </a:solidFill>
          </a:ln>
        </p:spPr>
      </p:sp>
      <p:sp>
        <p:nvSpPr>
          <p:cNvPr id="2026" name="object-1-measurement-4">
            <a:extLst>
              <a:ext uri="{FF2B5EF4-FFF2-40B4-BE49-F238E27FC236}">
                <a16:creationId xmlns:a16="http://schemas.microsoft.com/office/drawing/2014/main" id="{CB8782E3-0BA0-48C2-ACB2-A7C61D4282DE}"/>
              </a:ext>
            </a:extLst>
          </p:cNvPr>
          <p:cNvSpPr>
            <a:spLocks noGrp="1"/>
          </p:cNvSpPr>
          <p:nvPr/>
        </p:nvSpPr>
        <p:spPr>
          <a:xfrm>
            <a:off x="3452813" y="3634730"/>
            <a:ext cx="104775" cy="104775"/>
          </a:xfrm>
          <a:prstGeom prst="ellipse">
            <a:avLst/>
          </a:prstGeom>
          <a:solidFill>
            <a:srgbClr val="2869AF"/>
          </a:solidFill>
          <a:ln w="11430">
            <a:solidFill>
              <a:srgbClr val="FFFFFF"/>
            </a:solidFill>
          </a:ln>
        </p:spPr>
      </p:sp>
      <p:sp>
        <p:nvSpPr>
          <p:cNvPr id="2027" name="object-1-measurement-5">
            <a:extLst>
              <a:ext uri="{FF2B5EF4-FFF2-40B4-BE49-F238E27FC236}">
                <a16:creationId xmlns:a16="http://schemas.microsoft.com/office/drawing/2014/main" id="{E51B3613-B4B8-4E0D-BB77-B41180AE3C1D}"/>
              </a:ext>
            </a:extLst>
          </p:cNvPr>
          <p:cNvSpPr>
            <a:spLocks noGrp="1"/>
          </p:cNvSpPr>
          <p:nvPr/>
        </p:nvSpPr>
        <p:spPr>
          <a:xfrm>
            <a:off x="3871913" y="3514730"/>
            <a:ext cx="104775" cy="104775"/>
          </a:xfrm>
          <a:prstGeom prst="ellipse">
            <a:avLst/>
          </a:prstGeom>
          <a:solidFill>
            <a:srgbClr val="2869AF"/>
          </a:solidFill>
          <a:ln w="11430">
            <a:solidFill>
              <a:srgbClr val="FFFFFF"/>
            </a:solidFill>
          </a:ln>
        </p:spPr>
      </p:sp>
      <p:sp>
        <p:nvSpPr>
          <p:cNvPr id="2028" name="object-1-measurement-6">
            <a:extLst>
              <a:ext uri="{FF2B5EF4-FFF2-40B4-BE49-F238E27FC236}">
                <a16:creationId xmlns:a16="http://schemas.microsoft.com/office/drawing/2014/main" id="{0A3E13BC-C876-4DBE-AEA5-A2EB39CC20F7}"/>
              </a:ext>
            </a:extLst>
          </p:cNvPr>
          <p:cNvSpPr>
            <a:spLocks noGrp="1"/>
          </p:cNvSpPr>
          <p:nvPr/>
        </p:nvSpPr>
        <p:spPr>
          <a:xfrm>
            <a:off x="4233863" y="3567541"/>
            <a:ext cx="104775" cy="104775"/>
          </a:xfrm>
          <a:prstGeom prst="ellipse">
            <a:avLst/>
          </a:prstGeom>
          <a:solidFill>
            <a:srgbClr val="2869AF"/>
          </a:solidFill>
          <a:ln w="11430">
            <a:solidFill>
              <a:srgbClr val="FFFFFF"/>
            </a:solidFill>
          </a:ln>
        </p:spPr>
      </p:sp>
      <p:sp>
        <p:nvSpPr>
          <p:cNvPr id="2029" name="object-1-measurement-7">
            <a:extLst>
              <a:ext uri="{FF2B5EF4-FFF2-40B4-BE49-F238E27FC236}">
                <a16:creationId xmlns:a16="http://schemas.microsoft.com/office/drawing/2014/main" id="{BF11B6D4-A2D9-49B8-A070-F4B8A7575BB6}"/>
              </a:ext>
            </a:extLst>
          </p:cNvPr>
          <p:cNvSpPr>
            <a:spLocks noGrp="1"/>
          </p:cNvSpPr>
          <p:nvPr/>
        </p:nvSpPr>
        <p:spPr>
          <a:xfrm>
            <a:off x="4595813" y="3095651"/>
            <a:ext cx="104775" cy="104775"/>
          </a:xfrm>
          <a:prstGeom prst="ellipse">
            <a:avLst/>
          </a:prstGeom>
          <a:solidFill>
            <a:srgbClr val="2869AF"/>
          </a:solidFill>
          <a:ln w="11430">
            <a:solidFill>
              <a:srgbClr val="FFFFFF"/>
            </a:solidFill>
          </a:ln>
        </p:spPr>
      </p:sp>
      <p:sp>
        <p:nvSpPr>
          <p:cNvPr id="2030" name="object-1-measurement-8">
            <a:extLst>
              <a:ext uri="{FF2B5EF4-FFF2-40B4-BE49-F238E27FC236}">
                <a16:creationId xmlns:a16="http://schemas.microsoft.com/office/drawing/2014/main" id="{B5A9ED31-5DAC-49F4-94F5-288F6C00D801}"/>
              </a:ext>
            </a:extLst>
          </p:cNvPr>
          <p:cNvSpPr>
            <a:spLocks noGrp="1"/>
          </p:cNvSpPr>
          <p:nvPr/>
        </p:nvSpPr>
        <p:spPr>
          <a:xfrm>
            <a:off x="4948238" y="3433953"/>
            <a:ext cx="104775" cy="104775"/>
          </a:xfrm>
          <a:prstGeom prst="ellipse">
            <a:avLst/>
          </a:prstGeom>
          <a:solidFill>
            <a:srgbClr val="2869AF"/>
          </a:solidFill>
          <a:ln w="11430">
            <a:solidFill>
              <a:srgbClr val="FFFFFF"/>
            </a:solidFill>
          </a:ln>
        </p:spPr>
      </p:sp>
      <p:sp>
        <p:nvSpPr>
          <p:cNvPr id="2031" name="object-1-measurement-9">
            <a:extLst>
              <a:ext uri="{FF2B5EF4-FFF2-40B4-BE49-F238E27FC236}">
                <a16:creationId xmlns:a16="http://schemas.microsoft.com/office/drawing/2014/main" id="{0EBDA565-2935-40FE-B00E-0739EED80D9D}"/>
              </a:ext>
            </a:extLst>
          </p:cNvPr>
          <p:cNvSpPr>
            <a:spLocks noGrp="1"/>
          </p:cNvSpPr>
          <p:nvPr/>
        </p:nvSpPr>
        <p:spPr>
          <a:xfrm>
            <a:off x="5310188" y="3199771"/>
            <a:ext cx="104775" cy="104775"/>
          </a:xfrm>
          <a:prstGeom prst="ellipse">
            <a:avLst/>
          </a:prstGeom>
          <a:solidFill>
            <a:srgbClr val="2869AF"/>
          </a:solidFill>
          <a:ln w="11430">
            <a:solidFill>
              <a:srgbClr val="FFFFFF"/>
            </a:solidFill>
          </a:ln>
        </p:spPr>
      </p:sp>
      <p:sp>
        <p:nvSpPr>
          <p:cNvPr id="2032" name="object-1-measurement-10">
            <a:extLst>
              <a:ext uri="{FF2B5EF4-FFF2-40B4-BE49-F238E27FC236}">
                <a16:creationId xmlns:a16="http://schemas.microsoft.com/office/drawing/2014/main" id="{58C80422-C940-465B-BC73-7A6454ECA1C6}"/>
              </a:ext>
            </a:extLst>
          </p:cNvPr>
          <p:cNvSpPr>
            <a:spLocks noGrp="1"/>
          </p:cNvSpPr>
          <p:nvPr/>
        </p:nvSpPr>
        <p:spPr>
          <a:xfrm>
            <a:off x="5653088" y="3427659"/>
            <a:ext cx="104775" cy="104775"/>
          </a:xfrm>
          <a:prstGeom prst="ellipse">
            <a:avLst/>
          </a:prstGeom>
          <a:solidFill>
            <a:srgbClr val="2869AF"/>
          </a:solidFill>
          <a:ln w="11430">
            <a:solidFill>
              <a:srgbClr val="FFFFFF"/>
            </a:solidFill>
          </a:ln>
        </p:spPr>
      </p:sp>
      <p:sp>
        <p:nvSpPr>
          <p:cNvPr id="2033" name="object-1-measurement-11">
            <a:extLst>
              <a:ext uri="{FF2B5EF4-FFF2-40B4-BE49-F238E27FC236}">
                <a16:creationId xmlns:a16="http://schemas.microsoft.com/office/drawing/2014/main" id="{10BFF167-0B57-4E4E-B3F5-2FD8CCB4C910}"/>
              </a:ext>
            </a:extLst>
          </p:cNvPr>
          <p:cNvSpPr>
            <a:spLocks noGrp="1"/>
          </p:cNvSpPr>
          <p:nvPr/>
        </p:nvSpPr>
        <p:spPr>
          <a:xfrm>
            <a:off x="6148388" y="3162281"/>
            <a:ext cx="104775" cy="104775"/>
          </a:xfrm>
          <a:prstGeom prst="ellipse">
            <a:avLst/>
          </a:prstGeom>
          <a:solidFill>
            <a:srgbClr val="2869AF"/>
          </a:solidFill>
          <a:ln w="11430">
            <a:solidFill>
              <a:srgbClr val="FFFFFF"/>
            </a:solidFill>
          </a:ln>
        </p:spPr>
      </p:sp>
      <p:sp>
        <p:nvSpPr>
          <p:cNvPr id="2034" name="object-2-measurement-0">
            <a:extLst>
              <a:ext uri="{FF2B5EF4-FFF2-40B4-BE49-F238E27FC236}">
                <a16:creationId xmlns:a16="http://schemas.microsoft.com/office/drawing/2014/main" id="{1C13A53E-C41F-45B9-9019-726ABABB7191}"/>
              </a:ext>
            </a:extLst>
          </p:cNvPr>
          <p:cNvSpPr>
            <a:spLocks noGrp="1"/>
          </p:cNvSpPr>
          <p:nvPr/>
        </p:nvSpPr>
        <p:spPr>
          <a:xfrm>
            <a:off x="1995488" y="4924393"/>
            <a:ext cx="104775" cy="104775"/>
          </a:xfrm>
          <a:prstGeom prst="ellipse">
            <a:avLst/>
          </a:prstGeom>
          <a:solidFill>
            <a:srgbClr val="237D7A"/>
          </a:solidFill>
          <a:ln w="11430">
            <a:solidFill>
              <a:srgbClr val="FFFFFF"/>
            </a:solidFill>
          </a:ln>
        </p:spPr>
      </p:sp>
      <p:sp>
        <p:nvSpPr>
          <p:cNvPr id="2035" name="object-2-measurement-1">
            <a:extLst>
              <a:ext uri="{FF2B5EF4-FFF2-40B4-BE49-F238E27FC236}">
                <a16:creationId xmlns:a16="http://schemas.microsoft.com/office/drawing/2014/main" id="{0C99A01B-6701-49EC-8BF3-88D4514F4FFE}"/>
              </a:ext>
            </a:extLst>
          </p:cNvPr>
          <p:cNvSpPr>
            <a:spLocks noGrp="1"/>
          </p:cNvSpPr>
          <p:nvPr/>
        </p:nvSpPr>
        <p:spPr>
          <a:xfrm>
            <a:off x="2681288" y="4610565"/>
            <a:ext cx="104775" cy="104775"/>
          </a:xfrm>
          <a:prstGeom prst="ellipse">
            <a:avLst/>
          </a:prstGeom>
          <a:solidFill>
            <a:srgbClr val="237D7A"/>
          </a:solidFill>
          <a:ln w="11430">
            <a:solidFill>
              <a:srgbClr val="FFFFFF"/>
            </a:solidFill>
          </a:ln>
        </p:spPr>
      </p:sp>
      <p:sp>
        <p:nvSpPr>
          <p:cNvPr id="2036" name="object-2-measurement-2">
            <a:extLst>
              <a:ext uri="{FF2B5EF4-FFF2-40B4-BE49-F238E27FC236}">
                <a16:creationId xmlns:a16="http://schemas.microsoft.com/office/drawing/2014/main" id="{31E2DAF8-FEC4-43F3-B57C-F9BB6A3098AF}"/>
              </a:ext>
            </a:extLst>
          </p:cNvPr>
          <p:cNvSpPr>
            <a:spLocks noGrp="1"/>
          </p:cNvSpPr>
          <p:nvPr/>
        </p:nvSpPr>
        <p:spPr>
          <a:xfrm>
            <a:off x="3348038" y="4550515"/>
            <a:ext cx="104775" cy="104775"/>
          </a:xfrm>
          <a:prstGeom prst="ellipse">
            <a:avLst/>
          </a:prstGeom>
          <a:solidFill>
            <a:srgbClr val="237D7A"/>
          </a:solidFill>
          <a:ln w="11430">
            <a:solidFill>
              <a:srgbClr val="FFFFFF"/>
            </a:solidFill>
          </a:ln>
        </p:spPr>
      </p:sp>
      <p:sp>
        <p:nvSpPr>
          <p:cNvPr id="2037" name="object-2-measurement-3">
            <a:extLst>
              <a:ext uri="{FF2B5EF4-FFF2-40B4-BE49-F238E27FC236}">
                <a16:creationId xmlns:a16="http://schemas.microsoft.com/office/drawing/2014/main" id="{AA2CD1BA-57A3-4BFC-BCBF-0B6620894BF4}"/>
              </a:ext>
            </a:extLst>
          </p:cNvPr>
          <p:cNvSpPr>
            <a:spLocks noGrp="1"/>
          </p:cNvSpPr>
          <p:nvPr/>
        </p:nvSpPr>
        <p:spPr>
          <a:xfrm>
            <a:off x="4033838" y="4392810"/>
            <a:ext cx="104775" cy="104775"/>
          </a:xfrm>
          <a:prstGeom prst="ellipse">
            <a:avLst/>
          </a:prstGeom>
          <a:solidFill>
            <a:srgbClr val="237D7A"/>
          </a:solidFill>
          <a:ln w="11430">
            <a:solidFill>
              <a:srgbClr val="FFFFFF"/>
            </a:solidFill>
          </a:ln>
        </p:spPr>
      </p:sp>
      <p:sp>
        <p:nvSpPr>
          <p:cNvPr id="2038" name="object-2-measurement-4">
            <a:extLst>
              <a:ext uri="{FF2B5EF4-FFF2-40B4-BE49-F238E27FC236}">
                <a16:creationId xmlns:a16="http://schemas.microsoft.com/office/drawing/2014/main" id="{10056F00-32B3-4709-B059-CAA38059785E}"/>
              </a:ext>
            </a:extLst>
          </p:cNvPr>
          <p:cNvSpPr>
            <a:spLocks noGrp="1"/>
          </p:cNvSpPr>
          <p:nvPr/>
        </p:nvSpPr>
        <p:spPr>
          <a:xfrm>
            <a:off x="4748213" y="5087118"/>
            <a:ext cx="104775" cy="104775"/>
          </a:xfrm>
          <a:prstGeom prst="ellipse">
            <a:avLst/>
          </a:prstGeom>
          <a:solidFill>
            <a:srgbClr val="237D7A"/>
          </a:solidFill>
          <a:ln w="11430">
            <a:solidFill>
              <a:srgbClr val="FFFFFF"/>
            </a:solidFill>
          </a:ln>
        </p:spPr>
      </p:sp>
      <p:sp>
        <p:nvSpPr>
          <p:cNvPr id="2039" name="object-2-measurement-5">
            <a:extLst>
              <a:ext uri="{FF2B5EF4-FFF2-40B4-BE49-F238E27FC236}">
                <a16:creationId xmlns:a16="http://schemas.microsoft.com/office/drawing/2014/main" id="{41786125-404C-48B0-8F31-0D8D8608013A}"/>
              </a:ext>
            </a:extLst>
          </p:cNvPr>
          <p:cNvSpPr>
            <a:spLocks noGrp="1"/>
          </p:cNvSpPr>
          <p:nvPr/>
        </p:nvSpPr>
        <p:spPr>
          <a:xfrm>
            <a:off x="5395913" y="4566868"/>
            <a:ext cx="104775" cy="104775"/>
          </a:xfrm>
          <a:prstGeom prst="ellipse">
            <a:avLst/>
          </a:prstGeom>
          <a:solidFill>
            <a:srgbClr val="237D7A"/>
          </a:solidFill>
          <a:ln w="11430">
            <a:solidFill>
              <a:srgbClr val="FFFFFF"/>
            </a:solidFill>
          </a:ln>
        </p:spPr>
      </p:sp>
      <p:sp>
        <p:nvSpPr>
          <p:cNvPr id="2040" name="object-2-measurement-6">
            <a:extLst>
              <a:ext uri="{FF2B5EF4-FFF2-40B4-BE49-F238E27FC236}">
                <a16:creationId xmlns:a16="http://schemas.microsoft.com/office/drawing/2014/main" id="{0084BE32-42BF-49C3-8F43-2EF59AFD61F2}"/>
              </a:ext>
            </a:extLst>
          </p:cNvPr>
          <p:cNvSpPr>
            <a:spLocks noGrp="1"/>
          </p:cNvSpPr>
          <p:nvPr/>
        </p:nvSpPr>
        <p:spPr>
          <a:xfrm>
            <a:off x="6138863" y="4632674"/>
            <a:ext cx="104775" cy="104775"/>
          </a:xfrm>
          <a:prstGeom prst="ellipse">
            <a:avLst/>
          </a:prstGeom>
          <a:solidFill>
            <a:srgbClr val="237D7A"/>
          </a:solidFill>
          <a:ln w="11430">
            <a:solidFill>
              <a:srgbClr val="FFFFFF"/>
            </a:solidFill>
          </a:ln>
        </p:spPr>
      </p:sp>
      <p:sp>
        <p:nvSpPr>
          <p:cNvPr id="2041" name="x-axis">
            <a:extLst>
              <a:ext uri="{FF2B5EF4-FFF2-40B4-BE49-F238E27FC236}">
                <a16:creationId xmlns:a16="http://schemas.microsoft.com/office/drawing/2014/main" id="{0097C841-E857-40D4-B7D8-5CD6846BC403}"/>
              </a:ext>
            </a:extLst>
          </p:cNvPr>
          <p:cNvSpPr>
            <a:spLocks noGrp="1"/>
          </p:cNvSpPr>
          <p:nvPr/>
        </p:nvSpPr>
        <p:spPr>
          <a:xfrm>
            <a:off x="1266825" y="2171700"/>
            <a:ext cx="953" cy="3143250"/>
          </a:xfrm>
          <a:custGeom>
            <a:avLst/>
            <a:gdLst/>
            <a:ahLst/>
            <a:cxnLst/>
            <a:rect l="0" t="0" r="0" b="0"/>
            <a:pathLst>
              <a:path w="953" h="3143250">
                <a:moveTo>
                  <a:pt x="0" y="3143250"/>
                </a:moveTo>
                <a:lnTo>
                  <a:pt x="0" y="0"/>
                </a:lnTo>
              </a:path>
            </a:pathLst>
          </a:custGeom>
          <a:noFill/>
          <a:ln w="17145">
            <a:solidFill>
              <a:srgbClr val="61707D"/>
            </a:solidFill>
            <a:prstDash val="solid"/>
          </a:ln>
        </p:spPr>
      </p:sp>
      <p:sp>
        <p:nvSpPr>
          <p:cNvPr id="2042" name="x-axis-arrow">
            <a:extLst>
              <a:ext uri="{FF2B5EF4-FFF2-40B4-BE49-F238E27FC236}">
                <a16:creationId xmlns:a16="http://schemas.microsoft.com/office/drawing/2014/main" id="{8273BA8B-C30B-4194-835C-68C5700C566D}"/>
              </a:ext>
            </a:extLst>
          </p:cNvPr>
          <p:cNvSpPr>
            <a:spLocks noGrp="1"/>
          </p:cNvSpPr>
          <p:nvPr/>
        </p:nvSpPr>
        <p:spPr>
          <a:xfrm>
            <a:off x="1209675" y="2047875"/>
            <a:ext cx="114300" cy="133350"/>
          </a:xfrm>
          <a:custGeom>
            <a:avLst/>
            <a:gdLst/>
            <a:ahLst/>
            <a:cxnLst/>
            <a:rect l="0" t="0" r="0" b="0"/>
            <a:pathLst>
              <a:path w="114300" h="133350">
                <a:moveTo>
                  <a:pt x="57150" y="0"/>
                </a:moveTo>
                <a:lnTo>
                  <a:pt x="114300" y="133350"/>
                </a:lnTo>
                <a:lnTo>
                  <a:pt x="0" y="133350"/>
                </a:lnTo>
                <a:close/>
              </a:path>
            </a:pathLst>
          </a:custGeom>
          <a:solidFill>
            <a:srgbClr val="61707D"/>
          </a:solidFill>
          <a:ln w="0">
            <a:noFill/>
          </a:ln>
        </p:spPr>
      </p:sp>
      <p:sp>
        <p:nvSpPr>
          <p:cNvPr id="2043" name="y-axis">
            <a:extLst>
              <a:ext uri="{FF2B5EF4-FFF2-40B4-BE49-F238E27FC236}">
                <a16:creationId xmlns:a16="http://schemas.microsoft.com/office/drawing/2014/main" id="{65075377-C90D-4901-A1E4-462AB6903C15}"/>
              </a:ext>
            </a:extLst>
          </p:cNvPr>
          <p:cNvSpPr>
            <a:spLocks noGrp="1"/>
          </p:cNvSpPr>
          <p:nvPr/>
        </p:nvSpPr>
        <p:spPr>
          <a:xfrm>
            <a:off x="1266825" y="5314950"/>
            <a:ext cx="9401175" cy="953"/>
          </a:xfrm>
          <a:custGeom>
            <a:avLst/>
            <a:gdLst/>
            <a:ahLst/>
            <a:cxnLst/>
            <a:rect l="0" t="0" r="0" b="0"/>
            <a:pathLst>
              <a:path w="9401175" h="953">
                <a:moveTo>
                  <a:pt x="0" y="0"/>
                </a:moveTo>
                <a:lnTo>
                  <a:pt x="9401175" y="0"/>
                </a:lnTo>
              </a:path>
            </a:pathLst>
          </a:custGeom>
          <a:noFill/>
          <a:ln w="17145">
            <a:solidFill>
              <a:srgbClr val="61707D"/>
            </a:solidFill>
            <a:prstDash val="solid"/>
          </a:ln>
        </p:spPr>
      </p:sp>
      <p:sp>
        <p:nvSpPr>
          <p:cNvPr id="2044" name="y-axis-arrow">
            <a:extLst>
              <a:ext uri="{FF2B5EF4-FFF2-40B4-BE49-F238E27FC236}">
                <a16:creationId xmlns:a16="http://schemas.microsoft.com/office/drawing/2014/main" id="{4ABA07EF-7ECD-4B04-9117-D78BB90E8ECA}"/>
              </a:ext>
            </a:extLst>
          </p:cNvPr>
          <p:cNvSpPr>
            <a:spLocks noGrp="1"/>
          </p:cNvSpPr>
          <p:nvPr/>
        </p:nvSpPr>
        <p:spPr>
          <a:xfrm>
            <a:off x="10668000" y="5257800"/>
            <a:ext cx="133350" cy="114300"/>
          </a:xfrm>
          <a:custGeom>
            <a:avLst/>
            <a:gdLst/>
            <a:ahLst/>
            <a:cxnLst/>
            <a:rect l="0" t="0" r="0" b="0"/>
            <a:pathLst>
              <a:path w="133350" h="114300">
                <a:moveTo>
                  <a:pt x="133350" y="57150"/>
                </a:moveTo>
                <a:lnTo>
                  <a:pt x="0" y="114300"/>
                </a:lnTo>
                <a:lnTo>
                  <a:pt x="0" y="0"/>
                </a:lnTo>
                <a:close/>
              </a:path>
            </a:pathLst>
          </a:custGeom>
          <a:solidFill>
            <a:srgbClr val="61707D"/>
          </a:solidFill>
          <a:ln w="0">
            <a:noFill/>
          </a:ln>
        </p:spPr>
      </p:sp>
      <p:sp>
        <p:nvSpPr>
          <p:cNvPr id="2045" name="camera-end-label">
            <a:extLst>
              <a:ext uri="{FF2B5EF4-FFF2-40B4-BE49-F238E27FC236}">
                <a16:creationId xmlns:a16="http://schemas.microsoft.com/office/drawing/2014/main" id="{C56FE90E-CF75-4C6C-85DB-EF89688738D5}"/>
              </a:ext>
            </a:extLst>
          </p:cNvPr>
          <p:cNvSpPr>
            <a:spLocks noGrp="1"/>
          </p:cNvSpPr>
          <p:nvPr/>
        </p:nvSpPr>
        <p:spPr>
          <a:xfrm>
            <a:off x="5467350" y="5400675"/>
            <a:ext cx="2333625" cy="295275"/>
          </a:xfrm>
          <a:prstGeom prst="rect">
            <a:avLst/>
          </a:prstGeom>
          <a:noFill/>
          <a:ln w="0">
            <a:noFill/>
          </a:ln>
        </p:spPr>
        <p:txBody>
          <a:bodyPr wrap="none" lIns="0" tIns="0" rIns="0" bIns="0" anchor="t">
            <a:noAutofit/>
          </a:bodyPr>
          <a:lstStyle/>
          <a:p>
            <a:pPr algn="l">
              <a:spcBef>
                <a:spcPts val="0"/>
              </a:spcBef>
              <a:spcAft>
                <a:spcPts val="0"/>
              </a:spcAft>
              <a:defRPr sz="1700">
                <a:solidFill>
                  <a:srgbClr val="61707D"/>
                </a:solidFill>
                <a:latin typeface="Calibri"/>
                <a:ea typeface="Calibri"/>
                <a:cs typeface="Calibri"/>
              </a:defRPr>
            </a:pPr>
            <a:r>
              <a:rPr sz="1700">
                <a:solidFill>
                  <a:srgbClr val="61707D"/>
                </a:solidFill>
                <a:latin typeface="Calibri"/>
                <a:ea typeface="Calibri"/>
                <a:cs typeface="Calibri"/>
              </a:rPr>
              <a:t>Ende Kamerabild</a:t>
            </a:r>
          </a:p>
        </p:txBody>
      </p:sp>
      <p:sp>
        <p:nvSpPr>
          <p:cNvPr id="2046" name="y-coordinate">
            <a:extLst>
              <a:ext uri="{FF2B5EF4-FFF2-40B4-BE49-F238E27FC236}">
                <a16:creationId xmlns:a16="http://schemas.microsoft.com/office/drawing/2014/main" id="{D3C8B699-E5A9-40E0-922A-BEA5F9F9BA83}"/>
              </a:ext>
            </a:extLst>
          </p:cNvPr>
          <p:cNvSpPr>
            <a:spLocks noGrp="1"/>
          </p:cNvSpPr>
          <p:nvPr/>
        </p:nvSpPr>
        <p:spPr>
          <a:xfrm>
            <a:off x="10874112" y="5167956"/>
            <a:ext cx="214520" cy="295275"/>
          </a:xfrm>
          <a:prstGeom prst="rect">
            <a:avLst/>
          </a:prstGeom>
          <a:noFill/>
          <a:ln w="0">
            <a:noFill/>
          </a:ln>
        </p:spPr>
        <p:txBody>
          <a:bodyPr wrap="none" lIns="0" tIns="0" rIns="0" bIns="0" anchor="t">
            <a:noAutofit/>
          </a:bodyPr>
          <a:lstStyle/>
          <a:p>
            <a:pPr algn="l">
              <a:spcBef>
                <a:spcPts val="0"/>
              </a:spcBef>
              <a:spcAft>
                <a:spcPts val="0"/>
              </a:spcAft>
              <a:defRPr sz="1800">
                <a:solidFill>
                  <a:srgbClr val="61707D"/>
                </a:solidFill>
                <a:latin typeface="Calibri"/>
                <a:ea typeface="Calibri"/>
                <a:cs typeface="Calibri"/>
              </a:defRPr>
            </a:pPr>
            <a:r>
              <a:rPr sz="1800" dirty="0">
                <a:solidFill>
                  <a:srgbClr val="61707D"/>
                </a:solidFill>
                <a:latin typeface="Calibri"/>
                <a:ea typeface="Calibri"/>
                <a:cs typeface="Calibri"/>
              </a:rPr>
              <a:t>y</a:t>
            </a:r>
          </a:p>
        </p:txBody>
      </p:sp>
      <p:sp>
        <p:nvSpPr>
          <p:cNvPr id="2047" name="legend-object-1-fit">
            <a:extLst>
              <a:ext uri="{FF2B5EF4-FFF2-40B4-BE49-F238E27FC236}">
                <a16:creationId xmlns:a16="http://schemas.microsoft.com/office/drawing/2014/main" id="{3E6340EA-A9AE-4E80-9ADD-BAFC2A953DB4}"/>
              </a:ext>
            </a:extLst>
          </p:cNvPr>
          <p:cNvSpPr>
            <a:spLocks noGrp="1"/>
          </p:cNvSpPr>
          <p:nvPr/>
        </p:nvSpPr>
        <p:spPr>
          <a:xfrm>
            <a:off x="3399448" y="5877753"/>
            <a:ext cx="542925" cy="953"/>
          </a:xfrm>
          <a:custGeom>
            <a:avLst/>
            <a:gdLst/>
            <a:ahLst/>
            <a:cxnLst/>
            <a:rect l="0" t="0" r="0" b="0"/>
            <a:pathLst>
              <a:path w="542925" h="953">
                <a:moveTo>
                  <a:pt x="0" y="0"/>
                </a:moveTo>
                <a:lnTo>
                  <a:pt x="542925" y="0"/>
                </a:lnTo>
              </a:path>
            </a:pathLst>
          </a:custGeom>
          <a:noFill/>
          <a:ln w="22860">
            <a:solidFill>
              <a:srgbClr val="2869AF"/>
            </a:solidFill>
            <a:prstDash val="dash"/>
          </a:ln>
        </p:spPr>
      </p:sp>
      <p:sp>
        <p:nvSpPr>
          <p:cNvPr id="2048" name="legend-object-1-point">
            <a:extLst>
              <a:ext uri="{FF2B5EF4-FFF2-40B4-BE49-F238E27FC236}">
                <a16:creationId xmlns:a16="http://schemas.microsoft.com/office/drawing/2014/main" id="{EB68C668-D96F-4013-B956-BED4D7FC3DB7}"/>
              </a:ext>
            </a:extLst>
          </p:cNvPr>
          <p:cNvSpPr>
            <a:spLocks noGrp="1"/>
          </p:cNvSpPr>
          <p:nvPr/>
        </p:nvSpPr>
        <p:spPr>
          <a:xfrm>
            <a:off x="3628048" y="5830128"/>
            <a:ext cx="95250" cy="95250"/>
          </a:xfrm>
          <a:prstGeom prst="ellipse">
            <a:avLst/>
          </a:prstGeom>
          <a:solidFill>
            <a:srgbClr val="2869AF"/>
          </a:solidFill>
          <a:ln w="11430">
            <a:solidFill>
              <a:srgbClr val="FFFFFF"/>
            </a:solidFill>
          </a:ln>
        </p:spPr>
        <p:txBody>
          <a:bodyPr/>
          <a:lstStyle/>
          <a:p>
            <a:endParaRPr lang="de-DE"/>
          </a:p>
        </p:txBody>
      </p:sp>
      <p:sp>
        <p:nvSpPr>
          <p:cNvPr id="2049" name="legend-object-1">
            <a:extLst>
              <a:ext uri="{FF2B5EF4-FFF2-40B4-BE49-F238E27FC236}">
                <a16:creationId xmlns:a16="http://schemas.microsoft.com/office/drawing/2014/main" id="{0EA94913-B955-4B44-9EBB-74ED571188EC}"/>
              </a:ext>
            </a:extLst>
          </p:cNvPr>
          <p:cNvSpPr>
            <a:spLocks noGrp="1"/>
          </p:cNvSpPr>
          <p:nvPr/>
        </p:nvSpPr>
        <p:spPr>
          <a:xfrm>
            <a:off x="4075723" y="5734878"/>
            <a:ext cx="1619250" cy="304800"/>
          </a:xfrm>
          <a:prstGeom prst="rect">
            <a:avLst/>
          </a:prstGeom>
          <a:noFill/>
          <a:ln w="0">
            <a:noFill/>
          </a:ln>
        </p:spPr>
        <p:txBody>
          <a:bodyPr wrap="none" lIns="0" tIns="0" rIns="0" bIns="0" anchor="t">
            <a:noAutofit/>
          </a:bodyPr>
          <a:lstStyle/>
          <a:p>
            <a:pPr algn="l">
              <a:spcBef>
                <a:spcPts val="0"/>
              </a:spcBef>
              <a:spcAft>
                <a:spcPts val="0"/>
              </a:spcAft>
              <a:defRPr sz="1800">
                <a:solidFill>
                  <a:srgbClr val="2869AF"/>
                </a:solidFill>
                <a:latin typeface="Calibri"/>
                <a:ea typeface="Calibri"/>
                <a:cs typeface="Calibri"/>
              </a:defRPr>
            </a:pPr>
            <a:r>
              <a:rPr sz="1800">
                <a:solidFill>
                  <a:srgbClr val="2869AF"/>
                </a:solidFill>
                <a:latin typeface="Calibri"/>
                <a:ea typeface="Calibri"/>
                <a:cs typeface="Calibri"/>
              </a:rPr>
              <a:t>Objekt 1</a:t>
            </a:r>
          </a:p>
        </p:txBody>
      </p:sp>
      <p:sp>
        <p:nvSpPr>
          <p:cNvPr id="2050" name="legend-object-2-fit">
            <a:extLst>
              <a:ext uri="{FF2B5EF4-FFF2-40B4-BE49-F238E27FC236}">
                <a16:creationId xmlns:a16="http://schemas.microsoft.com/office/drawing/2014/main" id="{708E0098-9F8E-439D-98B5-C2CCC761C08D}"/>
              </a:ext>
            </a:extLst>
          </p:cNvPr>
          <p:cNvSpPr>
            <a:spLocks noGrp="1"/>
          </p:cNvSpPr>
          <p:nvPr/>
        </p:nvSpPr>
        <p:spPr>
          <a:xfrm>
            <a:off x="5178023" y="5877753"/>
            <a:ext cx="542925" cy="953"/>
          </a:xfrm>
          <a:custGeom>
            <a:avLst/>
            <a:gdLst/>
            <a:ahLst/>
            <a:cxnLst/>
            <a:rect l="0" t="0" r="0" b="0"/>
            <a:pathLst>
              <a:path w="542925" h="953">
                <a:moveTo>
                  <a:pt x="0" y="0"/>
                </a:moveTo>
                <a:lnTo>
                  <a:pt x="542925" y="0"/>
                </a:lnTo>
              </a:path>
            </a:pathLst>
          </a:custGeom>
          <a:noFill/>
          <a:ln w="22860">
            <a:solidFill>
              <a:srgbClr val="237D7A"/>
            </a:solidFill>
            <a:prstDash val="dash"/>
          </a:ln>
        </p:spPr>
        <p:txBody>
          <a:bodyPr/>
          <a:lstStyle/>
          <a:p>
            <a:endParaRPr lang="de-DE"/>
          </a:p>
        </p:txBody>
      </p:sp>
      <p:sp>
        <p:nvSpPr>
          <p:cNvPr id="2051" name="legend-object-2-point">
            <a:extLst>
              <a:ext uri="{FF2B5EF4-FFF2-40B4-BE49-F238E27FC236}">
                <a16:creationId xmlns:a16="http://schemas.microsoft.com/office/drawing/2014/main" id="{70CF4E9F-CCC4-449C-B95C-4B33B33EC334}"/>
              </a:ext>
            </a:extLst>
          </p:cNvPr>
          <p:cNvSpPr>
            <a:spLocks noGrp="1"/>
          </p:cNvSpPr>
          <p:nvPr/>
        </p:nvSpPr>
        <p:spPr>
          <a:xfrm>
            <a:off x="5406623" y="5830128"/>
            <a:ext cx="95250" cy="95250"/>
          </a:xfrm>
          <a:prstGeom prst="ellipse">
            <a:avLst/>
          </a:prstGeom>
          <a:solidFill>
            <a:srgbClr val="237D7A"/>
          </a:solidFill>
          <a:ln w="11430">
            <a:solidFill>
              <a:srgbClr val="FFFFFF"/>
            </a:solidFill>
          </a:ln>
        </p:spPr>
      </p:sp>
      <p:sp>
        <p:nvSpPr>
          <p:cNvPr id="2052" name="legend-object-2">
            <a:extLst>
              <a:ext uri="{FF2B5EF4-FFF2-40B4-BE49-F238E27FC236}">
                <a16:creationId xmlns:a16="http://schemas.microsoft.com/office/drawing/2014/main" id="{B776E6E8-2A05-4F71-BE60-53950CA97300}"/>
              </a:ext>
            </a:extLst>
          </p:cNvPr>
          <p:cNvSpPr>
            <a:spLocks noGrp="1"/>
          </p:cNvSpPr>
          <p:nvPr/>
        </p:nvSpPr>
        <p:spPr>
          <a:xfrm>
            <a:off x="5854298" y="5734878"/>
            <a:ext cx="1619250" cy="304800"/>
          </a:xfrm>
          <a:prstGeom prst="rect">
            <a:avLst/>
          </a:prstGeom>
          <a:noFill/>
          <a:ln w="0">
            <a:noFill/>
          </a:ln>
        </p:spPr>
        <p:txBody>
          <a:bodyPr wrap="none" lIns="0" tIns="0" rIns="0" bIns="0" anchor="t">
            <a:noAutofit/>
          </a:bodyPr>
          <a:lstStyle/>
          <a:p>
            <a:pPr algn="l">
              <a:spcBef>
                <a:spcPts val="0"/>
              </a:spcBef>
              <a:spcAft>
                <a:spcPts val="0"/>
              </a:spcAft>
              <a:defRPr sz="1800">
                <a:solidFill>
                  <a:srgbClr val="237D7A"/>
                </a:solidFill>
                <a:latin typeface="Calibri"/>
                <a:ea typeface="Calibri"/>
                <a:cs typeface="Calibri"/>
              </a:defRPr>
            </a:pPr>
            <a:r>
              <a:rPr sz="1800">
                <a:solidFill>
                  <a:srgbClr val="237D7A"/>
                </a:solidFill>
                <a:latin typeface="Calibri"/>
                <a:ea typeface="Calibri"/>
                <a:cs typeface="Calibri"/>
              </a:rPr>
              <a:t>Objekt 2</a:t>
            </a:r>
          </a:p>
        </p:txBody>
      </p:sp>
      <p:sp>
        <p:nvSpPr>
          <p:cNvPr id="2053" name="legend-common-line">
            <a:extLst>
              <a:ext uri="{FF2B5EF4-FFF2-40B4-BE49-F238E27FC236}">
                <a16:creationId xmlns:a16="http://schemas.microsoft.com/office/drawing/2014/main" id="{21289924-B33B-4D9A-9884-F6AA75F618B3}"/>
              </a:ext>
            </a:extLst>
          </p:cNvPr>
          <p:cNvSpPr>
            <a:spLocks noGrp="1"/>
          </p:cNvSpPr>
          <p:nvPr/>
        </p:nvSpPr>
        <p:spPr>
          <a:xfrm>
            <a:off x="6974786" y="5877753"/>
            <a:ext cx="552450" cy="953"/>
          </a:xfrm>
          <a:custGeom>
            <a:avLst/>
            <a:gdLst/>
            <a:ahLst/>
            <a:cxnLst/>
            <a:rect l="0" t="0" r="0" b="0"/>
            <a:pathLst>
              <a:path w="552450" h="953">
                <a:moveTo>
                  <a:pt x="0" y="0"/>
                </a:moveTo>
                <a:lnTo>
                  <a:pt x="552450" y="0"/>
                </a:lnTo>
              </a:path>
            </a:pathLst>
          </a:custGeom>
          <a:noFill/>
          <a:ln w="28575">
            <a:solidFill>
              <a:srgbClr val="C72C32"/>
            </a:solidFill>
            <a:prstDash val="solid"/>
          </a:ln>
        </p:spPr>
      </p:sp>
      <p:sp>
        <p:nvSpPr>
          <p:cNvPr id="2054" name="legend-common">
            <a:extLst>
              <a:ext uri="{FF2B5EF4-FFF2-40B4-BE49-F238E27FC236}">
                <a16:creationId xmlns:a16="http://schemas.microsoft.com/office/drawing/2014/main" id="{416C6A3A-2599-4DB1-938D-603A3488F5B7}"/>
              </a:ext>
            </a:extLst>
          </p:cNvPr>
          <p:cNvSpPr>
            <a:spLocks noGrp="1"/>
          </p:cNvSpPr>
          <p:nvPr/>
        </p:nvSpPr>
        <p:spPr>
          <a:xfrm>
            <a:off x="7660586" y="5734878"/>
            <a:ext cx="4381500" cy="304800"/>
          </a:xfrm>
          <a:prstGeom prst="rect">
            <a:avLst/>
          </a:prstGeom>
          <a:noFill/>
          <a:ln w="0">
            <a:noFill/>
          </a:ln>
        </p:spPr>
        <p:txBody>
          <a:bodyPr wrap="none" lIns="0" tIns="0" rIns="0" bIns="0" anchor="t">
            <a:noAutofit/>
          </a:bodyPr>
          <a:lstStyle/>
          <a:p>
            <a:pPr algn="l">
              <a:spcBef>
                <a:spcPts val="0"/>
              </a:spcBef>
              <a:spcAft>
                <a:spcPts val="0"/>
              </a:spcAft>
              <a:defRPr sz="1800">
                <a:solidFill>
                  <a:srgbClr val="C72C32"/>
                </a:solidFill>
                <a:latin typeface="Calibri"/>
                <a:ea typeface="Calibri"/>
                <a:cs typeface="Calibri"/>
              </a:defRPr>
            </a:pPr>
            <a:r>
              <a:rPr sz="1800">
                <a:solidFill>
                  <a:srgbClr val="C72C32"/>
                </a:solidFill>
                <a:latin typeface="Calibri"/>
                <a:ea typeface="Calibri"/>
                <a:cs typeface="Calibri"/>
              </a:rPr>
              <a:t>Gemeinsame Schätzung</a:t>
            </a:r>
          </a:p>
        </p:txBody>
      </p:sp>
      <p:sp>
        <p:nvSpPr>
          <p:cNvPr id="2055" name="schematic-caption">
            <a:extLst>
              <a:ext uri="{FF2B5EF4-FFF2-40B4-BE49-F238E27FC236}">
                <a16:creationId xmlns:a16="http://schemas.microsoft.com/office/drawing/2014/main" id="{9CFEBA4B-3614-451E-B1BB-D2A3724F9D86}"/>
              </a:ext>
            </a:extLst>
          </p:cNvPr>
          <p:cNvSpPr>
            <a:spLocks noGrp="1"/>
          </p:cNvSpPr>
          <p:nvPr/>
        </p:nvSpPr>
        <p:spPr>
          <a:xfrm>
            <a:off x="333375" y="1518259"/>
            <a:ext cx="4572000" cy="228600"/>
          </a:xfrm>
          <a:prstGeom prst="rect">
            <a:avLst/>
          </a:prstGeom>
          <a:noFill/>
          <a:ln w="0">
            <a:noFill/>
          </a:ln>
        </p:spPr>
        <p:txBody>
          <a:bodyPr wrap="none" lIns="0" tIns="0" rIns="0" bIns="0" anchor="t">
            <a:noAutofit/>
          </a:bodyPr>
          <a:lstStyle/>
          <a:p>
            <a:pPr algn="l">
              <a:spcBef>
                <a:spcPts val="0"/>
              </a:spcBef>
              <a:spcAft>
                <a:spcPts val="0"/>
              </a:spcAft>
              <a:defRPr sz="1200">
                <a:solidFill>
                  <a:srgbClr val="61707D"/>
                </a:solidFill>
                <a:latin typeface="Calibri"/>
                <a:ea typeface="Calibri"/>
                <a:cs typeface="Calibri"/>
              </a:defRPr>
            </a:pPr>
            <a:r>
              <a:rPr sz="1200" dirty="0" err="1">
                <a:solidFill>
                  <a:srgbClr val="61707D"/>
                </a:solidFill>
                <a:latin typeface="Calibri"/>
                <a:ea typeface="Calibri"/>
                <a:cs typeface="Calibri"/>
              </a:rPr>
              <a:t>Schematische</a:t>
            </a:r>
            <a:r>
              <a:rPr sz="1200" dirty="0">
                <a:solidFill>
                  <a:srgbClr val="61707D"/>
                </a:solidFill>
                <a:latin typeface="Calibri"/>
                <a:ea typeface="Calibri"/>
                <a:cs typeface="Calibri"/>
              </a:rPr>
              <a:t> </a:t>
            </a:r>
            <a:r>
              <a:rPr sz="1200" dirty="0" err="1">
                <a:solidFill>
                  <a:srgbClr val="61707D"/>
                </a:solidFill>
                <a:latin typeface="Calibri"/>
                <a:ea typeface="Calibri"/>
                <a:cs typeface="Calibri"/>
              </a:rPr>
              <a:t>Draufsicht</a:t>
            </a:r>
            <a:r>
              <a:rPr sz="1200" dirty="0">
                <a:solidFill>
                  <a:srgbClr val="61707D"/>
                </a:solidFill>
                <a:latin typeface="Calibri"/>
                <a:ea typeface="Calibri"/>
                <a:cs typeface="Calibri"/>
              </a:rPr>
              <a:t>, </a:t>
            </a:r>
            <a:r>
              <a:rPr sz="1200" dirty="0" err="1">
                <a:solidFill>
                  <a:srgbClr val="61707D"/>
                </a:solidFill>
                <a:latin typeface="Calibri"/>
                <a:ea typeface="Calibri"/>
                <a:cs typeface="Calibri"/>
              </a:rPr>
              <a:t>keine</a:t>
            </a:r>
            <a:r>
              <a:rPr sz="1200" dirty="0">
                <a:solidFill>
                  <a:srgbClr val="61707D"/>
                </a:solidFill>
                <a:latin typeface="Calibri"/>
                <a:ea typeface="Calibri"/>
                <a:cs typeface="Calibri"/>
              </a:rPr>
              <a:t> </a:t>
            </a:r>
            <a:r>
              <a:rPr sz="1200" dirty="0" err="1">
                <a:solidFill>
                  <a:srgbClr val="61707D"/>
                </a:solidFill>
                <a:latin typeface="Calibri"/>
                <a:ea typeface="Calibri"/>
                <a:cs typeface="Calibri"/>
              </a:rPr>
              <a:t>Messreihe</a:t>
            </a:r>
            <a:endParaRPr sz="1200" dirty="0">
              <a:solidFill>
                <a:srgbClr val="61707D"/>
              </a:solidFill>
              <a:latin typeface="Calibri"/>
              <a:ea typeface="Calibri"/>
              <a:cs typeface="Calibri"/>
            </a:endParaRPr>
          </a:p>
        </p:txBody>
      </p:sp>
      <p:sp>
        <p:nvSpPr>
          <p:cNvPr id="1029" name="slide-title">
            <a:extLst>
              <a:ext uri="{FF2B5EF4-FFF2-40B4-BE49-F238E27FC236}">
                <a16:creationId xmlns:a16="http://schemas.microsoft.com/office/drawing/2014/main" id="{B54BCDF7-FFDF-4370-9B80-864BD2837D09}"/>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sz="3200" b="0" dirty="0" err="1">
                <a:solidFill>
                  <a:srgbClr val="2869AF"/>
                </a:solidFill>
                <a:latin typeface="Calibri"/>
                <a:ea typeface="Calibri"/>
                <a:cs typeface="Calibri"/>
              </a:rPr>
              <a:t>Bewegungsschätzung</a:t>
            </a:r>
            <a:r>
              <a:rPr sz="3200" b="0" dirty="0">
                <a:solidFill>
                  <a:srgbClr val="2869AF"/>
                </a:solidFill>
                <a:latin typeface="Calibri"/>
                <a:ea typeface="Calibri"/>
                <a:cs typeface="Calibri"/>
              </a:rPr>
              <a:t> und </a:t>
            </a:r>
            <a:r>
              <a:rPr sz="3200" b="0" dirty="0" err="1">
                <a:solidFill>
                  <a:srgbClr val="2869AF"/>
                </a:solidFill>
                <a:latin typeface="Calibri"/>
                <a:ea typeface="Calibri"/>
                <a:cs typeface="Calibri"/>
              </a:rPr>
              <a:t>Vorhersage</a:t>
            </a:r>
            <a:endParaRPr sz="3200" b="0" dirty="0">
              <a:solidFill>
                <a:srgbClr val="2869AF"/>
              </a:solidFill>
              <a:latin typeface="Calibri"/>
              <a:ea typeface="Calibri"/>
              <a:cs typeface="Calibri"/>
            </a:endParaRPr>
          </a:p>
        </p:txBody>
      </p:sp>
      <p:sp>
        <p:nvSpPr>
          <p:cNvPr id="4" name="Datumsplatzhalter 3">
            <a:extLst>
              <a:ext uri="{FF2B5EF4-FFF2-40B4-BE49-F238E27FC236}">
                <a16:creationId xmlns:a16="http://schemas.microsoft.com/office/drawing/2014/main" id="{E0FFCA09-E868-9414-C3D5-52C11A450128}"/>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777BDD82-559A-FBCF-840E-DAED8E813974}"/>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BB7CC81-C6DE-2590-E212-45E5CDB9E723}"/>
              </a:ext>
            </a:extLst>
          </p:cNvPr>
          <p:cNvSpPr>
            <a:spLocks noGrp="1"/>
          </p:cNvSpPr>
          <p:nvPr>
            <p:ph type="sldNum" sz="quarter" idx="29"/>
          </p:nvPr>
        </p:nvSpPr>
        <p:spPr/>
        <p:txBody>
          <a:bodyPr/>
          <a:lstStyle/>
          <a:p>
            <a:fld id="{13005BA2-ABF8-0A46-8B15-84F2660EFA6C}" type="slidenum">
              <a:rPr lang="de-DE" smtClean="0"/>
              <a:pPr/>
              <a:t>8</a:t>
            </a:fld>
            <a:endParaRPr lang="de-DE"/>
          </a:p>
        </p:txBody>
      </p:sp>
      <p:sp>
        <p:nvSpPr>
          <p:cNvPr id="2" name="Textfeld 1">
            <a:extLst>
              <a:ext uri="{FF2B5EF4-FFF2-40B4-BE49-F238E27FC236}">
                <a16:creationId xmlns:a16="http://schemas.microsoft.com/office/drawing/2014/main" id="{AFE4A7B7-E125-6DC4-0872-C0C51D0D4F8C}"/>
              </a:ext>
            </a:extLst>
          </p:cNvPr>
          <p:cNvSpPr txBox="1"/>
          <p:nvPr/>
        </p:nvSpPr>
        <p:spPr>
          <a:xfrm>
            <a:off x="11430000" y="6899564"/>
            <a:ext cx="0" cy="0"/>
          </a:xfrm>
          <a:prstGeom prst="rect">
            <a:avLst/>
          </a:prstGeom>
          <a:ln>
            <a:noFill/>
          </a:ln>
        </p:spPr>
        <p:txBody>
          <a:bodyPr wrap="none" lIns="0" tIns="0" rIns="0" bIns="0" rtlCol="0" anchor="t" anchorCtr="0">
            <a:noAutofit/>
          </a:bodyPr>
          <a:lstStyle/>
          <a:p>
            <a:pPr algn="l"/>
            <a:endParaRPr lang="de-DE" sz="2500" dirty="0" err="1">
              <a:latin typeface="Calibri" pitchFamily="2" charset="77"/>
            </a:endParaRPr>
          </a:p>
        </p:txBody>
      </p:sp>
      <p:cxnSp>
        <p:nvCxnSpPr>
          <p:cNvPr id="7" name="Gerade Verbindung mit Pfeil 6">
            <a:extLst>
              <a:ext uri="{FF2B5EF4-FFF2-40B4-BE49-F238E27FC236}">
                <a16:creationId xmlns:a16="http://schemas.microsoft.com/office/drawing/2014/main" id="{4F539BFE-09C1-8B22-90F1-DA5875211CC1}"/>
              </a:ext>
            </a:extLst>
          </p:cNvPr>
          <p:cNvCxnSpPr/>
          <p:nvPr/>
        </p:nvCxnSpPr>
        <p:spPr>
          <a:xfrm>
            <a:off x="9621982" y="1697180"/>
            <a:ext cx="803564" cy="0"/>
          </a:xfrm>
          <a:prstGeom prst="straightConnector1">
            <a:avLst/>
          </a:prstGeom>
          <a:ln w="19050">
            <a:solidFill>
              <a:srgbClr val="FF7E29"/>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91437818"/>
      </p:ext>
    </p:extLst>
  </p:cSld>
  <p:clrMapOvr>
    <a:masterClrMapping/>
  </p:clrMapOvr>
  <p:transition spd="slow">
    <p:push dir="u"/>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C3D23-93B5-CE89-04CD-3DC6F6637948}"/>
            </a:ext>
          </a:extLst>
        </p:cNvPr>
        <p:cNvGrpSpPr/>
        <p:nvPr/>
      </p:nvGrpSpPr>
      <p:grpSpPr>
        <a:xfrm>
          <a:off x="0" y="0"/>
          <a:ext cx="0" cy="0"/>
          <a:chOff x="0" y="0"/>
          <a:chExt cx="0" cy="0"/>
        </a:xfrm>
      </p:grpSpPr>
      <p:grpSp>
        <p:nvGrpSpPr>
          <p:cNvPr id="2" name="Förderband (drehbare Gruppe)" descr="Bandfläche, Kamerabereich und Bandrollen. Messpunkte, Geraden, Achsen und Beschriftungen sind unabhängig bearbeitbar.">
            <a:extLst>
              <a:ext uri="{FF2B5EF4-FFF2-40B4-BE49-F238E27FC236}">
                <a16:creationId xmlns:a16="http://schemas.microsoft.com/office/drawing/2014/main" id="{26434613-5DBE-BEA3-0D0B-2B6E9F81A57E}"/>
              </a:ext>
            </a:extLst>
          </p:cNvPr>
          <p:cNvGrpSpPr/>
          <p:nvPr/>
        </p:nvGrpSpPr>
        <p:grpSpPr>
          <a:xfrm rot="21179339">
            <a:off x="1692851" y="2181224"/>
            <a:ext cx="9029700" cy="3314700"/>
            <a:chOff x="1438275" y="2162175"/>
            <a:chExt cx="9029700" cy="3314700"/>
          </a:xfrm>
        </p:grpSpPr>
        <p:sp>
          <p:nvSpPr>
            <p:cNvPr id="3" name="belt-surface">
              <a:extLst>
                <a:ext uri="{FF2B5EF4-FFF2-40B4-BE49-F238E27FC236}">
                  <a16:creationId xmlns:a16="http://schemas.microsoft.com/office/drawing/2014/main" id="{5600AE06-E05B-A66E-5B91-099F7D9AA264}"/>
                </a:ext>
              </a:extLst>
            </p:cNvPr>
            <p:cNvSpPr>
              <a:spLocks/>
            </p:cNvSpPr>
            <p:nvPr/>
          </p:nvSpPr>
          <p:spPr>
            <a:xfrm>
              <a:off x="1666875" y="2333625"/>
              <a:ext cx="8572500" cy="2952750"/>
            </a:xfrm>
            <a:prstGeom prst="rect">
              <a:avLst/>
            </a:prstGeom>
            <a:solidFill>
              <a:srgbClr val="EFF4F4"/>
            </a:solidFill>
            <a:ln w="0">
              <a:noFill/>
            </a:ln>
          </p:spPr>
        </p:sp>
        <p:sp>
          <p:nvSpPr>
            <p:cNvPr id="7" name="camera-area">
              <a:extLst>
                <a:ext uri="{FF2B5EF4-FFF2-40B4-BE49-F238E27FC236}">
                  <a16:creationId xmlns:a16="http://schemas.microsoft.com/office/drawing/2014/main" id="{F9A03585-E926-68A4-41BD-5A6454ED153F}"/>
                </a:ext>
              </a:extLst>
            </p:cNvPr>
            <p:cNvSpPr>
              <a:spLocks/>
            </p:cNvSpPr>
            <p:nvPr/>
          </p:nvSpPr>
          <p:spPr>
            <a:xfrm>
              <a:off x="1666875" y="2333625"/>
              <a:ext cx="4905375" cy="2952750"/>
            </a:xfrm>
            <a:prstGeom prst="rect">
              <a:avLst/>
            </a:prstGeom>
            <a:solidFill>
              <a:srgbClr val="E3EFF3"/>
            </a:solidFill>
            <a:ln w="0">
              <a:noFill/>
            </a:ln>
          </p:spPr>
        </p:sp>
        <p:sp>
          <p:nvSpPr>
            <p:cNvPr id="8" name="belt-upper-edge">
              <a:extLst>
                <a:ext uri="{FF2B5EF4-FFF2-40B4-BE49-F238E27FC236}">
                  <a16:creationId xmlns:a16="http://schemas.microsoft.com/office/drawing/2014/main" id="{B6710E29-4E9A-6649-024F-A3BB91DF8DB7}"/>
                </a:ext>
              </a:extLst>
            </p:cNvPr>
            <p:cNvSpPr>
              <a:spLocks/>
            </p:cNvSpPr>
            <p:nvPr/>
          </p:nvSpPr>
          <p:spPr>
            <a:xfrm>
              <a:off x="1666875" y="2333625"/>
              <a:ext cx="8572500" cy="953"/>
            </a:xfrm>
            <a:custGeom>
              <a:avLst/>
              <a:gdLst/>
              <a:ahLst/>
              <a:cxnLst/>
              <a:rect l="0" t="0" r="0" b="0"/>
              <a:pathLst>
                <a:path w="8572500" h="953">
                  <a:moveTo>
                    <a:pt x="0" y="0"/>
                  </a:moveTo>
                  <a:lnTo>
                    <a:pt x="8572500" y="0"/>
                  </a:lnTo>
                </a:path>
              </a:pathLst>
            </a:custGeom>
            <a:noFill/>
            <a:ln w="11430">
              <a:solidFill>
                <a:srgbClr val="9EACB3"/>
              </a:solidFill>
              <a:prstDash val="solid"/>
            </a:ln>
          </p:spPr>
        </p:sp>
        <p:sp>
          <p:nvSpPr>
            <p:cNvPr id="9" name="belt-lower-edge">
              <a:extLst>
                <a:ext uri="{FF2B5EF4-FFF2-40B4-BE49-F238E27FC236}">
                  <a16:creationId xmlns:a16="http://schemas.microsoft.com/office/drawing/2014/main" id="{C1BFC463-D8DD-E488-7103-ED455F2C050D}"/>
                </a:ext>
              </a:extLst>
            </p:cNvPr>
            <p:cNvSpPr>
              <a:spLocks/>
            </p:cNvSpPr>
            <p:nvPr/>
          </p:nvSpPr>
          <p:spPr>
            <a:xfrm>
              <a:off x="1666875" y="5286375"/>
              <a:ext cx="8572500" cy="953"/>
            </a:xfrm>
            <a:custGeom>
              <a:avLst/>
              <a:gdLst/>
              <a:ahLst/>
              <a:cxnLst/>
              <a:rect l="0" t="0" r="0" b="0"/>
              <a:pathLst>
                <a:path w="8572500" h="953">
                  <a:moveTo>
                    <a:pt x="0" y="0"/>
                  </a:moveTo>
                  <a:lnTo>
                    <a:pt x="8572500" y="0"/>
                  </a:lnTo>
                </a:path>
              </a:pathLst>
            </a:custGeom>
            <a:noFill/>
            <a:ln w="11430">
              <a:solidFill>
                <a:srgbClr val="9EACB3"/>
              </a:solidFill>
              <a:prstDash val="solid"/>
            </a:ln>
          </p:spPr>
        </p:sp>
        <p:sp>
          <p:nvSpPr>
            <p:cNvPr id="10" name="start-axle">
              <a:extLst>
                <a:ext uri="{FF2B5EF4-FFF2-40B4-BE49-F238E27FC236}">
                  <a16:creationId xmlns:a16="http://schemas.microsoft.com/office/drawing/2014/main" id="{A0676317-4574-F5F4-5F71-8C0B735DC095}"/>
                </a:ext>
              </a:extLst>
            </p:cNvPr>
            <p:cNvSpPr>
              <a:spLocks/>
            </p:cNvSpPr>
            <p:nvPr/>
          </p:nvSpPr>
          <p:spPr>
            <a:xfrm>
              <a:off x="1552575" y="2162175"/>
              <a:ext cx="953" cy="3314700"/>
            </a:xfrm>
            <a:custGeom>
              <a:avLst/>
              <a:gdLst/>
              <a:ahLst/>
              <a:cxnLst/>
              <a:rect l="0" t="0" r="0" b="0"/>
              <a:pathLst>
                <a:path w="953" h="3314700">
                  <a:moveTo>
                    <a:pt x="0" y="0"/>
                  </a:moveTo>
                  <a:lnTo>
                    <a:pt x="0" y="3314700"/>
                  </a:lnTo>
                </a:path>
              </a:pathLst>
            </a:custGeom>
            <a:noFill/>
            <a:ln w="19050">
              <a:solidFill>
                <a:srgbClr val="7B8993"/>
              </a:solidFill>
              <a:prstDash val="solid"/>
            </a:ln>
          </p:spPr>
        </p:sp>
        <p:sp>
          <p:nvSpPr>
            <p:cNvPr id="11" name="start-roller">
              <a:extLst>
                <a:ext uri="{FF2B5EF4-FFF2-40B4-BE49-F238E27FC236}">
                  <a16:creationId xmlns:a16="http://schemas.microsoft.com/office/drawing/2014/main" id="{6DB1B1D4-FF53-1F4F-B918-CD7F9BA56ACD}"/>
                </a:ext>
              </a:extLst>
            </p:cNvPr>
            <p:cNvSpPr>
              <a:spLocks/>
            </p:cNvSpPr>
            <p:nvPr/>
          </p:nvSpPr>
          <p:spPr>
            <a:xfrm>
              <a:off x="1438275" y="2257425"/>
              <a:ext cx="228600" cy="3105150"/>
            </a:xfrm>
            <a:prstGeom prst="roundRect">
              <a:avLst>
                <a:gd name="adj" fmla="val 33333"/>
              </a:avLst>
            </a:prstGeom>
            <a:solidFill>
              <a:srgbClr val="C9D2D8"/>
            </a:solidFill>
            <a:ln w="11430">
              <a:solidFill>
                <a:srgbClr val="7B8993"/>
              </a:solidFill>
            </a:ln>
          </p:spPr>
        </p:sp>
        <p:sp>
          <p:nvSpPr>
            <p:cNvPr id="12" name="start-roller-centre">
              <a:extLst>
                <a:ext uri="{FF2B5EF4-FFF2-40B4-BE49-F238E27FC236}">
                  <a16:creationId xmlns:a16="http://schemas.microsoft.com/office/drawing/2014/main" id="{5839CC34-D8EA-7FFD-3AFB-9EC096508616}"/>
                </a:ext>
              </a:extLst>
            </p:cNvPr>
            <p:cNvSpPr>
              <a:spLocks/>
            </p:cNvSpPr>
            <p:nvPr/>
          </p:nvSpPr>
          <p:spPr>
            <a:xfrm>
              <a:off x="1552575" y="2333625"/>
              <a:ext cx="953" cy="2952750"/>
            </a:xfrm>
            <a:custGeom>
              <a:avLst/>
              <a:gdLst/>
              <a:ahLst/>
              <a:cxnLst/>
              <a:rect l="0" t="0" r="0" b="0"/>
              <a:pathLst>
                <a:path w="953" h="2952750">
                  <a:moveTo>
                    <a:pt x="0" y="0"/>
                  </a:moveTo>
                  <a:lnTo>
                    <a:pt x="0" y="2952750"/>
                  </a:lnTo>
                </a:path>
              </a:pathLst>
            </a:custGeom>
            <a:noFill/>
            <a:ln w="9525">
              <a:solidFill>
                <a:srgbClr val="9EACB3"/>
              </a:solidFill>
              <a:prstDash val="solid"/>
            </a:ln>
          </p:spPr>
        </p:sp>
        <p:sp>
          <p:nvSpPr>
            <p:cNvPr id="13" name="end-axle">
              <a:extLst>
                <a:ext uri="{FF2B5EF4-FFF2-40B4-BE49-F238E27FC236}">
                  <a16:creationId xmlns:a16="http://schemas.microsoft.com/office/drawing/2014/main" id="{2B9E2674-A320-E41A-62F6-F60CE938F7E4}"/>
                </a:ext>
              </a:extLst>
            </p:cNvPr>
            <p:cNvSpPr>
              <a:spLocks/>
            </p:cNvSpPr>
            <p:nvPr/>
          </p:nvSpPr>
          <p:spPr>
            <a:xfrm>
              <a:off x="10353675" y="2162175"/>
              <a:ext cx="953" cy="3314700"/>
            </a:xfrm>
            <a:custGeom>
              <a:avLst/>
              <a:gdLst/>
              <a:ahLst/>
              <a:cxnLst/>
              <a:rect l="0" t="0" r="0" b="0"/>
              <a:pathLst>
                <a:path w="953" h="3314700">
                  <a:moveTo>
                    <a:pt x="0" y="0"/>
                  </a:moveTo>
                  <a:lnTo>
                    <a:pt x="0" y="3314700"/>
                  </a:lnTo>
                </a:path>
              </a:pathLst>
            </a:custGeom>
            <a:noFill/>
            <a:ln w="19050">
              <a:solidFill>
                <a:srgbClr val="7B8993"/>
              </a:solidFill>
              <a:prstDash val="solid"/>
            </a:ln>
          </p:spPr>
        </p:sp>
        <p:sp>
          <p:nvSpPr>
            <p:cNvPr id="14" name="end-roller">
              <a:extLst>
                <a:ext uri="{FF2B5EF4-FFF2-40B4-BE49-F238E27FC236}">
                  <a16:creationId xmlns:a16="http://schemas.microsoft.com/office/drawing/2014/main" id="{6EB2E68C-0424-F220-FFDB-A7C55628C29E}"/>
                </a:ext>
              </a:extLst>
            </p:cNvPr>
            <p:cNvSpPr>
              <a:spLocks/>
            </p:cNvSpPr>
            <p:nvPr/>
          </p:nvSpPr>
          <p:spPr>
            <a:xfrm>
              <a:off x="10239375" y="2257425"/>
              <a:ext cx="228600" cy="3105150"/>
            </a:xfrm>
            <a:prstGeom prst="roundRect">
              <a:avLst>
                <a:gd name="adj" fmla="val 33333"/>
              </a:avLst>
            </a:prstGeom>
            <a:solidFill>
              <a:srgbClr val="C9D2D8"/>
            </a:solidFill>
            <a:ln w="11430">
              <a:solidFill>
                <a:srgbClr val="7B8993"/>
              </a:solidFill>
            </a:ln>
          </p:spPr>
        </p:sp>
        <p:sp>
          <p:nvSpPr>
            <p:cNvPr id="15" name="end-roller-centre">
              <a:extLst>
                <a:ext uri="{FF2B5EF4-FFF2-40B4-BE49-F238E27FC236}">
                  <a16:creationId xmlns:a16="http://schemas.microsoft.com/office/drawing/2014/main" id="{2509C7FE-3267-ED62-2CF3-0304B470E98D}"/>
                </a:ext>
              </a:extLst>
            </p:cNvPr>
            <p:cNvSpPr>
              <a:spLocks/>
            </p:cNvSpPr>
            <p:nvPr/>
          </p:nvSpPr>
          <p:spPr>
            <a:xfrm>
              <a:off x="10353675" y="2333625"/>
              <a:ext cx="953" cy="2952750"/>
            </a:xfrm>
            <a:custGeom>
              <a:avLst/>
              <a:gdLst/>
              <a:ahLst/>
              <a:cxnLst/>
              <a:rect l="0" t="0" r="0" b="0"/>
              <a:pathLst>
                <a:path w="953" h="2952750">
                  <a:moveTo>
                    <a:pt x="0" y="0"/>
                  </a:moveTo>
                  <a:lnTo>
                    <a:pt x="0" y="2952750"/>
                  </a:lnTo>
                </a:path>
              </a:pathLst>
            </a:custGeom>
            <a:noFill/>
            <a:ln w="9525">
              <a:solidFill>
                <a:srgbClr val="9EACB3"/>
              </a:solidFill>
              <a:prstDash val="solid"/>
            </a:ln>
          </p:spPr>
        </p:sp>
        <p:sp>
          <p:nvSpPr>
            <p:cNvPr id="16" name="camera-boundary">
              <a:extLst>
                <a:ext uri="{FF2B5EF4-FFF2-40B4-BE49-F238E27FC236}">
                  <a16:creationId xmlns:a16="http://schemas.microsoft.com/office/drawing/2014/main" id="{C8C0534D-6A0B-5AAC-4DF7-28F3CE68B883}"/>
                </a:ext>
              </a:extLst>
            </p:cNvPr>
            <p:cNvSpPr>
              <a:spLocks/>
            </p:cNvSpPr>
            <p:nvPr/>
          </p:nvSpPr>
          <p:spPr>
            <a:xfrm>
              <a:off x="6572250" y="2333625"/>
              <a:ext cx="953" cy="2952750"/>
            </a:xfrm>
            <a:custGeom>
              <a:avLst/>
              <a:gdLst/>
              <a:ahLst/>
              <a:cxnLst/>
              <a:rect l="0" t="0" r="0" b="0"/>
              <a:pathLst>
                <a:path w="953" h="2952750">
                  <a:moveTo>
                    <a:pt x="0" y="0"/>
                  </a:moveTo>
                  <a:lnTo>
                    <a:pt x="0" y="2952750"/>
                  </a:lnTo>
                </a:path>
              </a:pathLst>
            </a:custGeom>
            <a:noFill/>
            <a:ln w="17145">
              <a:solidFill>
                <a:srgbClr val="61707D"/>
              </a:solidFill>
              <a:prstDash val="dash"/>
            </a:ln>
          </p:spPr>
        </p:sp>
      </p:grpSp>
      <p:sp>
        <p:nvSpPr>
          <p:cNvPr id="2056" name="history-label">
            <a:extLst>
              <a:ext uri="{FF2B5EF4-FFF2-40B4-BE49-F238E27FC236}">
                <a16:creationId xmlns:a16="http://schemas.microsoft.com/office/drawing/2014/main" id="{F0B2CE1A-B67C-4075-53A6-3BDAAEDCE327}"/>
              </a:ext>
            </a:extLst>
          </p:cNvPr>
          <p:cNvSpPr>
            <a:spLocks noGrp="1"/>
          </p:cNvSpPr>
          <p:nvPr/>
        </p:nvSpPr>
        <p:spPr>
          <a:xfrm>
            <a:off x="333375" y="1200150"/>
            <a:ext cx="6191250" cy="409575"/>
          </a:xfrm>
          <a:prstGeom prst="rect">
            <a:avLst/>
          </a:prstGeom>
          <a:noFill/>
          <a:ln w="0">
            <a:noFill/>
          </a:ln>
        </p:spPr>
        <p:txBody>
          <a:bodyPr wrap="none" lIns="0" tIns="0" rIns="0" bIns="0" anchor="t">
            <a:noAutofit/>
          </a:bodyPr>
          <a:lstStyle/>
          <a:p>
            <a:pPr algn="l">
              <a:spcBef>
                <a:spcPts val="0"/>
              </a:spcBef>
              <a:spcAft>
                <a:spcPts val="0"/>
              </a:spcAft>
              <a:defRPr sz="2200">
                <a:solidFill>
                  <a:srgbClr val="2869AF"/>
                </a:solidFill>
                <a:latin typeface="Calibri"/>
                <a:ea typeface="Calibri"/>
                <a:cs typeface="Calibri"/>
              </a:defRPr>
            </a:pPr>
            <a:r>
              <a:rPr sz="2200" dirty="0" err="1">
                <a:solidFill>
                  <a:srgbClr val="2869AF"/>
                </a:solidFill>
                <a:latin typeface="Calibri"/>
                <a:ea typeface="Calibri"/>
                <a:cs typeface="Calibri"/>
              </a:rPr>
              <a:t>Positionshistorie</a:t>
            </a:r>
            <a:r>
              <a:rPr lang="de-DE" sz="2200" dirty="0">
                <a:solidFill>
                  <a:srgbClr val="2869AF"/>
                </a:solidFill>
                <a:latin typeface="Calibri"/>
                <a:ea typeface="Calibri"/>
                <a:cs typeface="Calibri"/>
              </a:rPr>
              <a:t>; zeitlich einheitliche Abstände </a:t>
            </a:r>
            <a:endParaRPr sz="2200" dirty="0">
              <a:solidFill>
                <a:srgbClr val="2869AF"/>
              </a:solidFill>
              <a:latin typeface="Calibri"/>
              <a:ea typeface="Calibri"/>
              <a:cs typeface="Calibri"/>
            </a:endParaRPr>
          </a:p>
        </p:txBody>
      </p:sp>
      <p:sp>
        <p:nvSpPr>
          <p:cNvPr id="2002" name="x-coordinate">
            <a:extLst>
              <a:ext uri="{FF2B5EF4-FFF2-40B4-BE49-F238E27FC236}">
                <a16:creationId xmlns:a16="http://schemas.microsoft.com/office/drawing/2014/main" id="{3C4645FB-49B2-7CF4-47B1-275C265220F4}"/>
              </a:ext>
            </a:extLst>
          </p:cNvPr>
          <p:cNvSpPr>
            <a:spLocks noGrp="1"/>
          </p:cNvSpPr>
          <p:nvPr/>
        </p:nvSpPr>
        <p:spPr>
          <a:xfrm>
            <a:off x="1222099" y="1790516"/>
            <a:ext cx="163582" cy="304800"/>
          </a:xfrm>
          <a:prstGeom prst="rect">
            <a:avLst/>
          </a:prstGeom>
          <a:noFill/>
          <a:ln w="0">
            <a:noFill/>
          </a:ln>
        </p:spPr>
        <p:txBody>
          <a:bodyPr wrap="none" lIns="0" tIns="0" rIns="0" bIns="0" anchor="t">
            <a:noAutofit/>
          </a:bodyPr>
          <a:lstStyle/>
          <a:p>
            <a:pPr algn="l">
              <a:spcBef>
                <a:spcPts val="0"/>
              </a:spcBef>
              <a:spcAft>
                <a:spcPts val="0"/>
              </a:spcAft>
              <a:defRPr sz="1800">
                <a:solidFill>
                  <a:srgbClr val="61707D"/>
                </a:solidFill>
                <a:latin typeface="Calibri"/>
                <a:ea typeface="Calibri"/>
                <a:cs typeface="Calibri"/>
              </a:defRPr>
            </a:pPr>
            <a:r>
              <a:rPr sz="1800" dirty="0">
                <a:solidFill>
                  <a:srgbClr val="61707D"/>
                </a:solidFill>
                <a:latin typeface="Calibri"/>
                <a:ea typeface="Calibri"/>
                <a:cs typeface="Calibri"/>
              </a:rPr>
              <a:t>x</a:t>
            </a:r>
          </a:p>
        </p:txBody>
      </p:sp>
      <p:sp>
        <p:nvSpPr>
          <p:cNvPr id="2003" name="camera-label">
            <a:extLst>
              <a:ext uri="{FF2B5EF4-FFF2-40B4-BE49-F238E27FC236}">
                <a16:creationId xmlns:a16="http://schemas.microsoft.com/office/drawing/2014/main" id="{700BF985-5375-B074-DA5E-B90E8495D705}"/>
              </a:ext>
            </a:extLst>
          </p:cNvPr>
          <p:cNvSpPr>
            <a:spLocks noGrp="1"/>
          </p:cNvSpPr>
          <p:nvPr/>
        </p:nvSpPr>
        <p:spPr>
          <a:xfrm>
            <a:off x="2428875" y="1924050"/>
            <a:ext cx="3143250" cy="323850"/>
          </a:xfrm>
          <a:prstGeom prst="rect">
            <a:avLst/>
          </a:prstGeom>
          <a:noFill/>
          <a:ln w="0">
            <a:noFill/>
          </a:ln>
        </p:spPr>
        <p:txBody>
          <a:bodyPr wrap="none" lIns="0" tIns="0" rIns="0" bIns="0" anchor="t">
            <a:noAutofit/>
          </a:bodyPr>
          <a:lstStyle/>
          <a:p>
            <a:pPr algn="l">
              <a:spcBef>
                <a:spcPts val="0"/>
              </a:spcBef>
              <a:spcAft>
                <a:spcPts val="0"/>
              </a:spcAft>
              <a:defRPr sz="2000">
                <a:solidFill>
                  <a:srgbClr val="2869AF"/>
                </a:solidFill>
                <a:latin typeface="Calibri"/>
                <a:ea typeface="Calibri"/>
                <a:cs typeface="Calibri"/>
              </a:defRPr>
            </a:pPr>
            <a:r>
              <a:rPr sz="2000">
                <a:solidFill>
                  <a:srgbClr val="2869AF"/>
                </a:solidFill>
                <a:latin typeface="Calibri"/>
                <a:ea typeface="Calibri"/>
                <a:cs typeface="Calibri"/>
              </a:rPr>
              <a:t>Kamerabereich</a:t>
            </a:r>
          </a:p>
        </p:txBody>
      </p:sp>
      <p:sp>
        <p:nvSpPr>
          <p:cNvPr id="2004" name="prediction-label">
            <a:extLst>
              <a:ext uri="{FF2B5EF4-FFF2-40B4-BE49-F238E27FC236}">
                <a16:creationId xmlns:a16="http://schemas.microsoft.com/office/drawing/2014/main" id="{26A50858-BA4B-F13D-BC59-F3E37846DDBF}"/>
              </a:ext>
            </a:extLst>
          </p:cNvPr>
          <p:cNvSpPr>
            <a:spLocks noGrp="1"/>
          </p:cNvSpPr>
          <p:nvPr/>
        </p:nvSpPr>
        <p:spPr>
          <a:xfrm>
            <a:off x="7848600" y="1924050"/>
            <a:ext cx="2381250" cy="323850"/>
          </a:xfrm>
          <a:prstGeom prst="rect">
            <a:avLst/>
          </a:prstGeom>
          <a:noFill/>
          <a:ln w="0">
            <a:noFill/>
          </a:ln>
        </p:spPr>
        <p:txBody>
          <a:bodyPr wrap="none" lIns="0" tIns="0" rIns="0" bIns="0" anchor="t">
            <a:noAutofit/>
          </a:bodyPr>
          <a:lstStyle/>
          <a:p>
            <a:pPr algn="l">
              <a:spcBef>
                <a:spcPts val="0"/>
              </a:spcBef>
              <a:spcAft>
                <a:spcPts val="0"/>
              </a:spcAft>
              <a:defRPr sz="2000">
                <a:solidFill>
                  <a:srgbClr val="61707D"/>
                </a:solidFill>
                <a:latin typeface="Calibri"/>
                <a:ea typeface="Calibri"/>
                <a:cs typeface="Calibri"/>
              </a:defRPr>
            </a:pPr>
            <a:r>
              <a:rPr sz="2000">
                <a:solidFill>
                  <a:srgbClr val="61707D"/>
                </a:solidFill>
                <a:latin typeface="Calibri"/>
                <a:ea typeface="Calibri"/>
                <a:cs typeface="Calibri"/>
              </a:rPr>
              <a:t>Vorhersage</a:t>
            </a:r>
          </a:p>
        </p:txBody>
      </p:sp>
      <p:sp>
        <p:nvSpPr>
          <p:cNvPr id="2019" name="object-1-fit">
            <a:extLst>
              <a:ext uri="{FF2B5EF4-FFF2-40B4-BE49-F238E27FC236}">
                <a16:creationId xmlns:a16="http://schemas.microsoft.com/office/drawing/2014/main" id="{09172618-A906-C2B4-B54C-78C4152F847E}"/>
              </a:ext>
            </a:extLst>
          </p:cNvPr>
          <p:cNvSpPr>
            <a:spLocks noGrp="1"/>
          </p:cNvSpPr>
          <p:nvPr/>
        </p:nvSpPr>
        <p:spPr>
          <a:xfrm>
            <a:off x="1762125" y="2520768"/>
            <a:ext cx="8905875" cy="1386441"/>
          </a:xfrm>
          <a:custGeom>
            <a:avLst/>
            <a:gdLst/>
            <a:ahLst/>
            <a:cxnLst/>
            <a:rect l="0" t="0" r="0" b="0"/>
            <a:pathLst>
              <a:path w="8905875" h="1386441">
                <a:moveTo>
                  <a:pt x="0" y="1386441"/>
                </a:moveTo>
                <a:lnTo>
                  <a:pt x="8905875" y="0"/>
                </a:lnTo>
              </a:path>
            </a:pathLst>
          </a:custGeom>
          <a:noFill/>
          <a:ln w="22860">
            <a:solidFill>
              <a:srgbClr val="2869AF"/>
            </a:solidFill>
            <a:prstDash val="dash"/>
          </a:ln>
        </p:spPr>
      </p:sp>
      <p:sp>
        <p:nvSpPr>
          <p:cNvPr id="2020" name="object-2-fit">
            <a:extLst>
              <a:ext uri="{FF2B5EF4-FFF2-40B4-BE49-F238E27FC236}">
                <a16:creationId xmlns:a16="http://schemas.microsoft.com/office/drawing/2014/main" id="{BDF09334-253B-91DE-8381-F07A10BB38E5}"/>
              </a:ext>
            </a:extLst>
          </p:cNvPr>
          <p:cNvSpPr>
            <a:spLocks noGrp="1"/>
          </p:cNvSpPr>
          <p:nvPr/>
        </p:nvSpPr>
        <p:spPr>
          <a:xfrm>
            <a:off x="1762125" y="4044875"/>
            <a:ext cx="8905875" cy="829377"/>
          </a:xfrm>
          <a:custGeom>
            <a:avLst/>
            <a:gdLst/>
            <a:ahLst/>
            <a:cxnLst/>
            <a:rect l="0" t="0" r="0" b="0"/>
            <a:pathLst>
              <a:path w="8905875" h="829377">
                <a:moveTo>
                  <a:pt x="0" y="829377"/>
                </a:moveTo>
                <a:lnTo>
                  <a:pt x="8905875" y="0"/>
                </a:lnTo>
              </a:path>
            </a:pathLst>
          </a:custGeom>
          <a:noFill/>
          <a:ln w="22860">
            <a:solidFill>
              <a:srgbClr val="237D7A"/>
            </a:solidFill>
            <a:prstDash val="dash"/>
          </a:ln>
        </p:spPr>
      </p:sp>
      <p:sp>
        <p:nvSpPr>
          <p:cNvPr id="2021" name="common-direction">
            <a:extLst>
              <a:ext uri="{FF2B5EF4-FFF2-40B4-BE49-F238E27FC236}">
                <a16:creationId xmlns:a16="http://schemas.microsoft.com/office/drawing/2014/main" id="{34775B14-DABC-A889-E54E-494DB9DDFE90}"/>
              </a:ext>
            </a:extLst>
          </p:cNvPr>
          <p:cNvSpPr>
            <a:spLocks noGrp="1"/>
          </p:cNvSpPr>
          <p:nvPr/>
        </p:nvSpPr>
        <p:spPr>
          <a:xfrm>
            <a:off x="1762125" y="3282821"/>
            <a:ext cx="8905875" cy="1107909"/>
          </a:xfrm>
          <a:custGeom>
            <a:avLst/>
            <a:gdLst/>
            <a:ahLst/>
            <a:cxnLst/>
            <a:rect l="0" t="0" r="0" b="0"/>
            <a:pathLst>
              <a:path w="8905875" h="1107909">
                <a:moveTo>
                  <a:pt x="0" y="1107909"/>
                </a:moveTo>
                <a:lnTo>
                  <a:pt x="8905875" y="0"/>
                </a:lnTo>
              </a:path>
            </a:pathLst>
          </a:custGeom>
          <a:noFill/>
          <a:ln w="28575">
            <a:solidFill>
              <a:srgbClr val="C72C32"/>
            </a:solidFill>
            <a:prstDash val="solid"/>
          </a:ln>
        </p:spPr>
      </p:sp>
      <p:sp>
        <p:nvSpPr>
          <p:cNvPr id="2022" name="object-1-measurement-0">
            <a:extLst>
              <a:ext uri="{FF2B5EF4-FFF2-40B4-BE49-F238E27FC236}">
                <a16:creationId xmlns:a16="http://schemas.microsoft.com/office/drawing/2014/main" id="{FB624A1F-B8E3-AD05-FC60-C0F2302D8F00}"/>
              </a:ext>
            </a:extLst>
          </p:cNvPr>
          <p:cNvSpPr>
            <a:spLocks noGrp="1"/>
          </p:cNvSpPr>
          <p:nvPr/>
        </p:nvSpPr>
        <p:spPr>
          <a:xfrm>
            <a:off x="2043113" y="3899106"/>
            <a:ext cx="104775" cy="104775"/>
          </a:xfrm>
          <a:prstGeom prst="ellipse">
            <a:avLst/>
          </a:prstGeom>
          <a:solidFill>
            <a:srgbClr val="2869AF"/>
          </a:solidFill>
          <a:ln w="11430">
            <a:solidFill>
              <a:srgbClr val="FFFFFF"/>
            </a:solidFill>
          </a:ln>
        </p:spPr>
      </p:sp>
      <p:sp>
        <p:nvSpPr>
          <p:cNvPr id="2023" name="object-1-measurement-1">
            <a:extLst>
              <a:ext uri="{FF2B5EF4-FFF2-40B4-BE49-F238E27FC236}">
                <a16:creationId xmlns:a16="http://schemas.microsoft.com/office/drawing/2014/main" id="{29EE9256-8AB3-0223-845E-AD158CC389E1}"/>
              </a:ext>
            </a:extLst>
          </p:cNvPr>
          <p:cNvSpPr>
            <a:spLocks noGrp="1"/>
          </p:cNvSpPr>
          <p:nvPr/>
        </p:nvSpPr>
        <p:spPr>
          <a:xfrm>
            <a:off x="2366963" y="3661000"/>
            <a:ext cx="104775" cy="104775"/>
          </a:xfrm>
          <a:prstGeom prst="ellipse">
            <a:avLst/>
          </a:prstGeom>
          <a:solidFill>
            <a:srgbClr val="2869AF"/>
          </a:solidFill>
          <a:ln w="11430">
            <a:solidFill>
              <a:srgbClr val="FFFFFF"/>
            </a:solidFill>
          </a:ln>
        </p:spPr>
      </p:sp>
      <p:sp>
        <p:nvSpPr>
          <p:cNvPr id="2024" name="object-1-measurement-2">
            <a:extLst>
              <a:ext uri="{FF2B5EF4-FFF2-40B4-BE49-F238E27FC236}">
                <a16:creationId xmlns:a16="http://schemas.microsoft.com/office/drawing/2014/main" id="{4EF5BDE2-85CC-0315-5F24-2C610F9606A7}"/>
              </a:ext>
            </a:extLst>
          </p:cNvPr>
          <p:cNvSpPr>
            <a:spLocks noGrp="1"/>
          </p:cNvSpPr>
          <p:nvPr/>
        </p:nvSpPr>
        <p:spPr>
          <a:xfrm>
            <a:off x="2757488" y="3765518"/>
            <a:ext cx="104775" cy="104775"/>
          </a:xfrm>
          <a:prstGeom prst="ellipse">
            <a:avLst/>
          </a:prstGeom>
          <a:solidFill>
            <a:srgbClr val="2869AF"/>
          </a:solidFill>
          <a:ln w="11430">
            <a:solidFill>
              <a:srgbClr val="FFFFFF"/>
            </a:solidFill>
          </a:ln>
        </p:spPr>
      </p:sp>
      <p:sp>
        <p:nvSpPr>
          <p:cNvPr id="2025" name="object-1-measurement-3">
            <a:extLst>
              <a:ext uri="{FF2B5EF4-FFF2-40B4-BE49-F238E27FC236}">
                <a16:creationId xmlns:a16="http://schemas.microsoft.com/office/drawing/2014/main" id="{0073AC76-79AD-37D0-75E7-F26CD7EFBAF0}"/>
              </a:ext>
            </a:extLst>
          </p:cNvPr>
          <p:cNvSpPr>
            <a:spLocks noGrp="1"/>
          </p:cNvSpPr>
          <p:nvPr/>
        </p:nvSpPr>
        <p:spPr>
          <a:xfrm>
            <a:off x="3090863" y="3384795"/>
            <a:ext cx="104775" cy="104775"/>
          </a:xfrm>
          <a:prstGeom prst="ellipse">
            <a:avLst/>
          </a:prstGeom>
          <a:solidFill>
            <a:srgbClr val="2869AF"/>
          </a:solidFill>
          <a:ln w="11430">
            <a:solidFill>
              <a:srgbClr val="FFFFFF"/>
            </a:solidFill>
          </a:ln>
        </p:spPr>
      </p:sp>
      <p:sp>
        <p:nvSpPr>
          <p:cNvPr id="2026" name="object-1-measurement-4">
            <a:extLst>
              <a:ext uri="{FF2B5EF4-FFF2-40B4-BE49-F238E27FC236}">
                <a16:creationId xmlns:a16="http://schemas.microsoft.com/office/drawing/2014/main" id="{DCFB492F-4AD2-A917-1167-FD50142A8F18}"/>
              </a:ext>
            </a:extLst>
          </p:cNvPr>
          <p:cNvSpPr>
            <a:spLocks noGrp="1"/>
          </p:cNvSpPr>
          <p:nvPr/>
        </p:nvSpPr>
        <p:spPr>
          <a:xfrm>
            <a:off x="3452813" y="3634730"/>
            <a:ext cx="104775" cy="104775"/>
          </a:xfrm>
          <a:prstGeom prst="ellipse">
            <a:avLst/>
          </a:prstGeom>
          <a:solidFill>
            <a:srgbClr val="2869AF"/>
          </a:solidFill>
          <a:ln w="11430">
            <a:solidFill>
              <a:srgbClr val="FFFFFF"/>
            </a:solidFill>
          </a:ln>
        </p:spPr>
      </p:sp>
      <p:sp>
        <p:nvSpPr>
          <p:cNvPr id="2027" name="object-1-measurement-5">
            <a:extLst>
              <a:ext uri="{FF2B5EF4-FFF2-40B4-BE49-F238E27FC236}">
                <a16:creationId xmlns:a16="http://schemas.microsoft.com/office/drawing/2014/main" id="{2EB1D122-84AF-494D-EB82-7A45D1E3D1D9}"/>
              </a:ext>
            </a:extLst>
          </p:cNvPr>
          <p:cNvSpPr>
            <a:spLocks noGrp="1"/>
          </p:cNvSpPr>
          <p:nvPr/>
        </p:nvSpPr>
        <p:spPr>
          <a:xfrm>
            <a:off x="3871913" y="3514730"/>
            <a:ext cx="104775" cy="104775"/>
          </a:xfrm>
          <a:prstGeom prst="ellipse">
            <a:avLst/>
          </a:prstGeom>
          <a:solidFill>
            <a:srgbClr val="2869AF"/>
          </a:solidFill>
          <a:ln w="11430">
            <a:solidFill>
              <a:srgbClr val="FFFFFF"/>
            </a:solidFill>
          </a:ln>
        </p:spPr>
      </p:sp>
      <p:sp>
        <p:nvSpPr>
          <p:cNvPr id="2028" name="object-1-measurement-6">
            <a:extLst>
              <a:ext uri="{FF2B5EF4-FFF2-40B4-BE49-F238E27FC236}">
                <a16:creationId xmlns:a16="http://schemas.microsoft.com/office/drawing/2014/main" id="{1AE45EB2-00A5-1704-98C3-E0A72D9CA3FA}"/>
              </a:ext>
            </a:extLst>
          </p:cNvPr>
          <p:cNvSpPr>
            <a:spLocks noGrp="1"/>
          </p:cNvSpPr>
          <p:nvPr/>
        </p:nvSpPr>
        <p:spPr>
          <a:xfrm>
            <a:off x="4233863" y="3567541"/>
            <a:ext cx="104775" cy="104775"/>
          </a:xfrm>
          <a:prstGeom prst="ellipse">
            <a:avLst/>
          </a:prstGeom>
          <a:solidFill>
            <a:srgbClr val="2869AF"/>
          </a:solidFill>
          <a:ln w="11430">
            <a:solidFill>
              <a:srgbClr val="FFFFFF"/>
            </a:solidFill>
          </a:ln>
        </p:spPr>
      </p:sp>
      <p:sp>
        <p:nvSpPr>
          <p:cNvPr id="2029" name="object-1-measurement-7">
            <a:extLst>
              <a:ext uri="{FF2B5EF4-FFF2-40B4-BE49-F238E27FC236}">
                <a16:creationId xmlns:a16="http://schemas.microsoft.com/office/drawing/2014/main" id="{CAB1764B-DA5A-4992-7C62-F7045066F9F2}"/>
              </a:ext>
            </a:extLst>
          </p:cNvPr>
          <p:cNvSpPr>
            <a:spLocks noGrp="1"/>
          </p:cNvSpPr>
          <p:nvPr/>
        </p:nvSpPr>
        <p:spPr>
          <a:xfrm>
            <a:off x="4595813" y="3095651"/>
            <a:ext cx="104775" cy="104775"/>
          </a:xfrm>
          <a:prstGeom prst="ellipse">
            <a:avLst/>
          </a:prstGeom>
          <a:solidFill>
            <a:srgbClr val="2869AF"/>
          </a:solidFill>
          <a:ln w="11430">
            <a:solidFill>
              <a:srgbClr val="FFFFFF"/>
            </a:solidFill>
          </a:ln>
        </p:spPr>
      </p:sp>
      <p:sp>
        <p:nvSpPr>
          <p:cNvPr id="2030" name="object-1-measurement-8">
            <a:extLst>
              <a:ext uri="{FF2B5EF4-FFF2-40B4-BE49-F238E27FC236}">
                <a16:creationId xmlns:a16="http://schemas.microsoft.com/office/drawing/2014/main" id="{18093651-E0F1-A6CD-DA97-E45A1AFF6A64}"/>
              </a:ext>
            </a:extLst>
          </p:cNvPr>
          <p:cNvSpPr>
            <a:spLocks noGrp="1"/>
          </p:cNvSpPr>
          <p:nvPr/>
        </p:nvSpPr>
        <p:spPr>
          <a:xfrm>
            <a:off x="4948238" y="3433953"/>
            <a:ext cx="104775" cy="104775"/>
          </a:xfrm>
          <a:prstGeom prst="ellipse">
            <a:avLst/>
          </a:prstGeom>
          <a:solidFill>
            <a:srgbClr val="2869AF"/>
          </a:solidFill>
          <a:ln w="11430">
            <a:solidFill>
              <a:srgbClr val="FFFFFF"/>
            </a:solidFill>
          </a:ln>
        </p:spPr>
      </p:sp>
      <p:sp>
        <p:nvSpPr>
          <p:cNvPr id="2031" name="object-1-measurement-9">
            <a:extLst>
              <a:ext uri="{FF2B5EF4-FFF2-40B4-BE49-F238E27FC236}">
                <a16:creationId xmlns:a16="http://schemas.microsoft.com/office/drawing/2014/main" id="{0CF683A4-03FA-9DA8-9462-6244965EA12A}"/>
              </a:ext>
            </a:extLst>
          </p:cNvPr>
          <p:cNvSpPr>
            <a:spLocks noGrp="1"/>
          </p:cNvSpPr>
          <p:nvPr/>
        </p:nvSpPr>
        <p:spPr>
          <a:xfrm>
            <a:off x="5310188" y="3199771"/>
            <a:ext cx="104775" cy="104775"/>
          </a:xfrm>
          <a:prstGeom prst="ellipse">
            <a:avLst/>
          </a:prstGeom>
          <a:solidFill>
            <a:srgbClr val="2869AF"/>
          </a:solidFill>
          <a:ln w="11430">
            <a:solidFill>
              <a:srgbClr val="FFFFFF"/>
            </a:solidFill>
          </a:ln>
        </p:spPr>
      </p:sp>
      <p:sp>
        <p:nvSpPr>
          <p:cNvPr id="2032" name="object-1-measurement-10">
            <a:extLst>
              <a:ext uri="{FF2B5EF4-FFF2-40B4-BE49-F238E27FC236}">
                <a16:creationId xmlns:a16="http://schemas.microsoft.com/office/drawing/2014/main" id="{B3937FE8-24AB-41C9-D7A2-1B99B1695903}"/>
              </a:ext>
            </a:extLst>
          </p:cNvPr>
          <p:cNvSpPr>
            <a:spLocks noGrp="1"/>
          </p:cNvSpPr>
          <p:nvPr/>
        </p:nvSpPr>
        <p:spPr>
          <a:xfrm>
            <a:off x="5653088" y="3427659"/>
            <a:ext cx="104775" cy="104775"/>
          </a:xfrm>
          <a:prstGeom prst="ellipse">
            <a:avLst/>
          </a:prstGeom>
          <a:solidFill>
            <a:srgbClr val="2869AF"/>
          </a:solidFill>
          <a:ln w="11430">
            <a:solidFill>
              <a:srgbClr val="FFFFFF"/>
            </a:solidFill>
          </a:ln>
        </p:spPr>
      </p:sp>
      <p:sp>
        <p:nvSpPr>
          <p:cNvPr id="2033" name="object-1-measurement-11">
            <a:extLst>
              <a:ext uri="{FF2B5EF4-FFF2-40B4-BE49-F238E27FC236}">
                <a16:creationId xmlns:a16="http://schemas.microsoft.com/office/drawing/2014/main" id="{4CC15599-7BEB-A1EF-D809-D231E6B94521}"/>
              </a:ext>
            </a:extLst>
          </p:cNvPr>
          <p:cNvSpPr>
            <a:spLocks noGrp="1"/>
          </p:cNvSpPr>
          <p:nvPr/>
        </p:nvSpPr>
        <p:spPr>
          <a:xfrm>
            <a:off x="6148388" y="3162281"/>
            <a:ext cx="104775" cy="104775"/>
          </a:xfrm>
          <a:prstGeom prst="ellipse">
            <a:avLst/>
          </a:prstGeom>
          <a:solidFill>
            <a:srgbClr val="2869AF"/>
          </a:solidFill>
          <a:ln w="11430">
            <a:solidFill>
              <a:srgbClr val="FFFFFF"/>
            </a:solidFill>
          </a:ln>
        </p:spPr>
      </p:sp>
      <p:sp>
        <p:nvSpPr>
          <p:cNvPr id="2034" name="object-2-measurement-0">
            <a:extLst>
              <a:ext uri="{FF2B5EF4-FFF2-40B4-BE49-F238E27FC236}">
                <a16:creationId xmlns:a16="http://schemas.microsoft.com/office/drawing/2014/main" id="{12A2F190-7899-7190-4DF1-1824B8A03531}"/>
              </a:ext>
            </a:extLst>
          </p:cNvPr>
          <p:cNvSpPr>
            <a:spLocks noGrp="1"/>
          </p:cNvSpPr>
          <p:nvPr/>
        </p:nvSpPr>
        <p:spPr>
          <a:xfrm>
            <a:off x="1995488" y="4924393"/>
            <a:ext cx="104775" cy="104775"/>
          </a:xfrm>
          <a:prstGeom prst="ellipse">
            <a:avLst/>
          </a:prstGeom>
          <a:solidFill>
            <a:srgbClr val="237D7A"/>
          </a:solidFill>
          <a:ln w="11430">
            <a:solidFill>
              <a:srgbClr val="FFFFFF"/>
            </a:solidFill>
          </a:ln>
        </p:spPr>
      </p:sp>
      <p:sp>
        <p:nvSpPr>
          <p:cNvPr id="2035" name="object-2-measurement-1">
            <a:extLst>
              <a:ext uri="{FF2B5EF4-FFF2-40B4-BE49-F238E27FC236}">
                <a16:creationId xmlns:a16="http://schemas.microsoft.com/office/drawing/2014/main" id="{5D8D9221-5B3D-73E1-C52C-A977F0373193}"/>
              </a:ext>
            </a:extLst>
          </p:cNvPr>
          <p:cNvSpPr>
            <a:spLocks noGrp="1"/>
          </p:cNvSpPr>
          <p:nvPr/>
        </p:nvSpPr>
        <p:spPr>
          <a:xfrm>
            <a:off x="2681288" y="4610565"/>
            <a:ext cx="104775" cy="104775"/>
          </a:xfrm>
          <a:prstGeom prst="ellipse">
            <a:avLst/>
          </a:prstGeom>
          <a:solidFill>
            <a:srgbClr val="237D7A"/>
          </a:solidFill>
          <a:ln w="11430">
            <a:solidFill>
              <a:srgbClr val="FFFFFF"/>
            </a:solidFill>
          </a:ln>
        </p:spPr>
      </p:sp>
      <p:sp>
        <p:nvSpPr>
          <p:cNvPr id="2036" name="object-2-measurement-2">
            <a:extLst>
              <a:ext uri="{FF2B5EF4-FFF2-40B4-BE49-F238E27FC236}">
                <a16:creationId xmlns:a16="http://schemas.microsoft.com/office/drawing/2014/main" id="{44137530-331B-F659-80DE-01D035AE291F}"/>
              </a:ext>
            </a:extLst>
          </p:cNvPr>
          <p:cNvSpPr>
            <a:spLocks noGrp="1"/>
          </p:cNvSpPr>
          <p:nvPr/>
        </p:nvSpPr>
        <p:spPr>
          <a:xfrm>
            <a:off x="3348038" y="4550515"/>
            <a:ext cx="104775" cy="104775"/>
          </a:xfrm>
          <a:prstGeom prst="ellipse">
            <a:avLst/>
          </a:prstGeom>
          <a:solidFill>
            <a:srgbClr val="237D7A"/>
          </a:solidFill>
          <a:ln w="11430">
            <a:solidFill>
              <a:srgbClr val="FFFFFF"/>
            </a:solidFill>
          </a:ln>
        </p:spPr>
      </p:sp>
      <p:sp>
        <p:nvSpPr>
          <p:cNvPr id="2037" name="object-2-measurement-3">
            <a:extLst>
              <a:ext uri="{FF2B5EF4-FFF2-40B4-BE49-F238E27FC236}">
                <a16:creationId xmlns:a16="http://schemas.microsoft.com/office/drawing/2014/main" id="{D4CD03CD-E2BD-A7C4-2BE9-37A9EBC4F1B8}"/>
              </a:ext>
            </a:extLst>
          </p:cNvPr>
          <p:cNvSpPr>
            <a:spLocks noGrp="1"/>
          </p:cNvSpPr>
          <p:nvPr/>
        </p:nvSpPr>
        <p:spPr>
          <a:xfrm>
            <a:off x="4033838" y="4392810"/>
            <a:ext cx="104775" cy="104775"/>
          </a:xfrm>
          <a:prstGeom prst="ellipse">
            <a:avLst/>
          </a:prstGeom>
          <a:solidFill>
            <a:srgbClr val="237D7A"/>
          </a:solidFill>
          <a:ln w="11430">
            <a:solidFill>
              <a:srgbClr val="FFFFFF"/>
            </a:solidFill>
          </a:ln>
        </p:spPr>
      </p:sp>
      <p:sp>
        <p:nvSpPr>
          <p:cNvPr id="2038" name="object-2-measurement-4">
            <a:extLst>
              <a:ext uri="{FF2B5EF4-FFF2-40B4-BE49-F238E27FC236}">
                <a16:creationId xmlns:a16="http://schemas.microsoft.com/office/drawing/2014/main" id="{424C399C-2263-4E2D-24FC-9195D9527DE0}"/>
              </a:ext>
            </a:extLst>
          </p:cNvPr>
          <p:cNvSpPr>
            <a:spLocks noGrp="1"/>
          </p:cNvSpPr>
          <p:nvPr/>
        </p:nvSpPr>
        <p:spPr>
          <a:xfrm>
            <a:off x="4748213" y="5087118"/>
            <a:ext cx="104775" cy="104775"/>
          </a:xfrm>
          <a:prstGeom prst="ellipse">
            <a:avLst/>
          </a:prstGeom>
          <a:solidFill>
            <a:srgbClr val="237D7A"/>
          </a:solidFill>
          <a:ln w="11430">
            <a:solidFill>
              <a:srgbClr val="FFFFFF"/>
            </a:solidFill>
          </a:ln>
        </p:spPr>
      </p:sp>
      <p:sp>
        <p:nvSpPr>
          <p:cNvPr id="2039" name="object-2-measurement-5">
            <a:extLst>
              <a:ext uri="{FF2B5EF4-FFF2-40B4-BE49-F238E27FC236}">
                <a16:creationId xmlns:a16="http://schemas.microsoft.com/office/drawing/2014/main" id="{4DE9B8F5-D9D1-D78F-40BA-3DE67FF22C0C}"/>
              </a:ext>
            </a:extLst>
          </p:cNvPr>
          <p:cNvSpPr>
            <a:spLocks noGrp="1"/>
          </p:cNvSpPr>
          <p:nvPr/>
        </p:nvSpPr>
        <p:spPr>
          <a:xfrm>
            <a:off x="5395913" y="4566868"/>
            <a:ext cx="104775" cy="104775"/>
          </a:xfrm>
          <a:prstGeom prst="ellipse">
            <a:avLst/>
          </a:prstGeom>
          <a:solidFill>
            <a:srgbClr val="237D7A"/>
          </a:solidFill>
          <a:ln w="11430">
            <a:solidFill>
              <a:srgbClr val="FFFFFF"/>
            </a:solidFill>
          </a:ln>
        </p:spPr>
      </p:sp>
      <p:sp>
        <p:nvSpPr>
          <p:cNvPr id="2040" name="object-2-measurement-6">
            <a:extLst>
              <a:ext uri="{FF2B5EF4-FFF2-40B4-BE49-F238E27FC236}">
                <a16:creationId xmlns:a16="http://schemas.microsoft.com/office/drawing/2014/main" id="{AB6201A9-9841-FE65-0975-636E88D9C64C}"/>
              </a:ext>
            </a:extLst>
          </p:cNvPr>
          <p:cNvSpPr>
            <a:spLocks noGrp="1"/>
          </p:cNvSpPr>
          <p:nvPr/>
        </p:nvSpPr>
        <p:spPr>
          <a:xfrm>
            <a:off x="6138863" y="4632674"/>
            <a:ext cx="104775" cy="104775"/>
          </a:xfrm>
          <a:prstGeom prst="ellipse">
            <a:avLst/>
          </a:prstGeom>
          <a:solidFill>
            <a:srgbClr val="237D7A"/>
          </a:solidFill>
          <a:ln w="11430">
            <a:solidFill>
              <a:srgbClr val="FFFFFF"/>
            </a:solidFill>
          </a:ln>
        </p:spPr>
      </p:sp>
      <p:sp>
        <p:nvSpPr>
          <p:cNvPr id="2041" name="x-axis">
            <a:extLst>
              <a:ext uri="{FF2B5EF4-FFF2-40B4-BE49-F238E27FC236}">
                <a16:creationId xmlns:a16="http://schemas.microsoft.com/office/drawing/2014/main" id="{8EC23BCF-3978-0199-291F-6F7DE435BC92}"/>
              </a:ext>
            </a:extLst>
          </p:cNvPr>
          <p:cNvSpPr>
            <a:spLocks noGrp="1"/>
          </p:cNvSpPr>
          <p:nvPr/>
        </p:nvSpPr>
        <p:spPr>
          <a:xfrm>
            <a:off x="1266825" y="2171700"/>
            <a:ext cx="953" cy="3143250"/>
          </a:xfrm>
          <a:custGeom>
            <a:avLst/>
            <a:gdLst/>
            <a:ahLst/>
            <a:cxnLst/>
            <a:rect l="0" t="0" r="0" b="0"/>
            <a:pathLst>
              <a:path w="953" h="3143250">
                <a:moveTo>
                  <a:pt x="0" y="3143250"/>
                </a:moveTo>
                <a:lnTo>
                  <a:pt x="0" y="0"/>
                </a:lnTo>
              </a:path>
            </a:pathLst>
          </a:custGeom>
          <a:noFill/>
          <a:ln w="17145">
            <a:solidFill>
              <a:srgbClr val="61707D"/>
            </a:solidFill>
            <a:prstDash val="solid"/>
          </a:ln>
        </p:spPr>
      </p:sp>
      <p:sp>
        <p:nvSpPr>
          <p:cNvPr id="2042" name="x-axis-arrow">
            <a:extLst>
              <a:ext uri="{FF2B5EF4-FFF2-40B4-BE49-F238E27FC236}">
                <a16:creationId xmlns:a16="http://schemas.microsoft.com/office/drawing/2014/main" id="{8236D2ED-A9E6-02F5-F612-02B8D92B69DE}"/>
              </a:ext>
            </a:extLst>
          </p:cNvPr>
          <p:cNvSpPr>
            <a:spLocks noGrp="1"/>
          </p:cNvSpPr>
          <p:nvPr/>
        </p:nvSpPr>
        <p:spPr>
          <a:xfrm>
            <a:off x="1209675" y="2047875"/>
            <a:ext cx="114300" cy="133350"/>
          </a:xfrm>
          <a:custGeom>
            <a:avLst/>
            <a:gdLst/>
            <a:ahLst/>
            <a:cxnLst/>
            <a:rect l="0" t="0" r="0" b="0"/>
            <a:pathLst>
              <a:path w="114300" h="133350">
                <a:moveTo>
                  <a:pt x="57150" y="0"/>
                </a:moveTo>
                <a:lnTo>
                  <a:pt x="114300" y="133350"/>
                </a:lnTo>
                <a:lnTo>
                  <a:pt x="0" y="133350"/>
                </a:lnTo>
                <a:close/>
              </a:path>
            </a:pathLst>
          </a:custGeom>
          <a:solidFill>
            <a:srgbClr val="61707D"/>
          </a:solidFill>
          <a:ln w="0">
            <a:noFill/>
          </a:ln>
        </p:spPr>
      </p:sp>
      <p:sp>
        <p:nvSpPr>
          <p:cNvPr id="2043" name="y-axis">
            <a:extLst>
              <a:ext uri="{FF2B5EF4-FFF2-40B4-BE49-F238E27FC236}">
                <a16:creationId xmlns:a16="http://schemas.microsoft.com/office/drawing/2014/main" id="{61597B4E-D6F7-8DF0-C975-CD86B3559F11}"/>
              </a:ext>
            </a:extLst>
          </p:cNvPr>
          <p:cNvSpPr>
            <a:spLocks noGrp="1"/>
          </p:cNvSpPr>
          <p:nvPr/>
        </p:nvSpPr>
        <p:spPr>
          <a:xfrm>
            <a:off x="1266825" y="5321879"/>
            <a:ext cx="9401175" cy="953"/>
          </a:xfrm>
          <a:custGeom>
            <a:avLst/>
            <a:gdLst/>
            <a:ahLst/>
            <a:cxnLst/>
            <a:rect l="0" t="0" r="0" b="0"/>
            <a:pathLst>
              <a:path w="9401175" h="953">
                <a:moveTo>
                  <a:pt x="0" y="0"/>
                </a:moveTo>
                <a:lnTo>
                  <a:pt x="9401175" y="0"/>
                </a:lnTo>
              </a:path>
            </a:pathLst>
          </a:custGeom>
          <a:noFill/>
          <a:ln w="17145">
            <a:solidFill>
              <a:srgbClr val="61707D"/>
            </a:solidFill>
            <a:prstDash val="solid"/>
          </a:ln>
        </p:spPr>
        <p:txBody>
          <a:bodyPr/>
          <a:lstStyle/>
          <a:p>
            <a:endParaRPr lang="de-DE"/>
          </a:p>
        </p:txBody>
      </p:sp>
      <p:sp>
        <p:nvSpPr>
          <p:cNvPr id="2044" name="y-axis-arrow">
            <a:extLst>
              <a:ext uri="{FF2B5EF4-FFF2-40B4-BE49-F238E27FC236}">
                <a16:creationId xmlns:a16="http://schemas.microsoft.com/office/drawing/2014/main" id="{BAC9D17E-47FD-06E1-3FD8-3A1B2405D4B8}"/>
              </a:ext>
            </a:extLst>
          </p:cNvPr>
          <p:cNvSpPr>
            <a:spLocks noGrp="1"/>
          </p:cNvSpPr>
          <p:nvPr/>
        </p:nvSpPr>
        <p:spPr>
          <a:xfrm>
            <a:off x="10668000" y="5257800"/>
            <a:ext cx="133350" cy="114300"/>
          </a:xfrm>
          <a:custGeom>
            <a:avLst/>
            <a:gdLst/>
            <a:ahLst/>
            <a:cxnLst/>
            <a:rect l="0" t="0" r="0" b="0"/>
            <a:pathLst>
              <a:path w="133350" h="114300">
                <a:moveTo>
                  <a:pt x="133350" y="57150"/>
                </a:moveTo>
                <a:lnTo>
                  <a:pt x="0" y="114300"/>
                </a:lnTo>
                <a:lnTo>
                  <a:pt x="0" y="0"/>
                </a:lnTo>
                <a:close/>
              </a:path>
            </a:pathLst>
          </a:custGeom>
          <a:solidFill>
            <a:srgbClr val="61707D"/>
          </a:solidFill>
          <a:ln w="0">
            <a:noFill/>
          </a:ln>
        </p:spPr>
      </p:sp>
      <p:sp>
        <p:nvSpPr>
          <p:cNvPr id="2045" name="camera-end-label">
            <a:extLst>
              <a:ext uri="{FF2B5EF4-FFF2-40B4-BE49-F238E27FC236}">
                <a16:creationId xmlns:a16="http://schemas.microsoft.com/office/drawing/2014/main" id="{00EA4868-F418-32A1-958B-BE5571BEECEA}"/>
              </a:ext>
            </a:extLst>
          </p:cNvPr>
          <p:cNvSpPr>
            <a:spLocks noGrp="1"/>
          </p:cNvSpPr>
          <p:nvPr/>
        </p:nvSpPr>
        <p:spPr>
          <a:xfrm>
            <a:off x="5467350" y="5400675"/>
            <a:ext cx="2333625" cy="295275"/>
          </a:xfrm>
          <a:prstGeom prst="rect">
            <a:avLst/>
          </a:prstGeom>
          <a:noFill/>
          <a:ln w="0">
            <a:noFill/>
          </a:ln>
        </p:spPr>
        <p:txBody>
          <a:bodyPr wrap="none" lIns="0" tIns="0" rIns="0" bIns="0" anchor="t">
            <a:noAutofit/>
          </a:bodyPr>
          <a:lstStyle/>
          <a:p>
            <a:pPr algn="l">
              <a:spcBef>
                <a:spcPts val="0"/>
              </a:spcBef>
              <a:spcAft>
                <a:spcPts val="0"/>
              </a:spcAft>
              <a:defRPr sz="1700">
                <a:solidFill>
                  <a:srgbClr val="61707D"/>
                </a:solidFill>
                <a:latin typeface="Calibri"/>
                <a:ea typeface="Calibri"/>
                <a:cs typeface="Calibri"/>
              </a:defRPr>
            </a:pPr>
            <a:r>
              <a:rPr sz="1700">
                <a:solidFill>
                  <a:srgbClr val="61707D"/>
                </a:solidFill>
                <a:latin typeface="Calibri"/>
                <a:ea typeface="Calibri"/>
                <a:cs typeface="Calibri"/>
              </a:rPr>
              <a:t>Ende Kamerabild</a:t>
            </a:r>
          </a:p>
        </p:txBody>
      </p:sp>
      <p:sp>
        <p:nvSpPr>
          <p:cNvPr id="2046" name="y-coordinate">
            <a:extLst>
              <a:ext uri="{FF2B5EF4-FFF2-40B4-BE49-F238E27FC236}">
                <a16:creationId xmlns:a16="http://schemas.microsoft.com/office/drawing/2014/main" id="{8B558A94-8D22-ABFD-13D8-DE6AEE385E8A}"/>
              </a:ext>
            </a:extLst>
          </p:cNvPr>
          <p:cNvSpPr>
            <a:spLocks noGrp="1"/>
          </p:cNvSpPr>
          <p:nvPr/>
        </p:nvSpPr>
        <p:spPr>
          <a:xfrm>
            <a:off x="10874112" y="5167956"/>
            <a:ext cx="214520" cy="295275"/>
          </a:xfrm>
          <a:prstGeom prst="rect">
            <a:avLst/>
          </a:prstGeom>
          <a:noFill/>
          <a:ln w="0">
            <a:noFill/>
          </a:ln>
        </p:spPr>
        <p:txBody>
          <a:bodyPr wrap="none" lIns="0" tIns="0" rIns="0" bIns="0" anchor="t">
            <a:noAutofit/>
          </a:bodyPr>
          <a:lstStyle/>
          <a:p>
            <a:pPr algn="l">
              <a:spcBef>
                <a:spcPts val="0"/>
              </a:spcBef>
              <a:spcAft>
                <a:spcPts val="0"/>
              </a:spcAft>
              <a:defRPr sz="1800">
                <a:solidFill>
                  <a:srgbClr val="61707D"/>
                </a:solidFill>
                <a:latin typeface="Calibri"/>
                <a:ea typeface="Calibri"/>
                <a:cs typeface="Calibri"/>
              </a:defRPr>
            </a:pPr>
            <a:r>
              <a:rPr sz="1800" dirty="0">
                <a:solidFill>
                  <a:srgbClr val="61707D"/>
                </a:solidFill>
                <a:latin typeface="Calibri"/>
                <a:ea typeface="Calibri"/>
                <a:cs typeface="Calibri"/>
              </a:rPr>
              <a:t>y</a:t>
            </a:r>
          </a:p>
        </p:txBody>
      </p:sp>
      <p:sp>
        <p:nvSpPr>
          <p:cNvPr id="2055" name="schematic-caption">
            <a:extLst>
              <a:ext uri="{FF2B5EF4-FFF2-40B4-BE49-F238E27FC236}">
                <a16:creationId xmlns:a16="http://schemas.microsoft.com/office/drawing/2014/main" id="{3A12A4B6-9166-CBD8-B700-7BFAD44405EF}"/>
              </a:ext>
            </a:extLst>
          </p:cNvPr>
          <p:cNvSpPr>
            <a:spLocks noGrp="1"/>
          </p:cNvSpPr>
          <p:nvPr/>
        </p:nvSpPr>
        <p:spPr>
          <a:xfrm>
            <a:off x="333375" y="1518259"/>
            <a:ext cx="4572000" cy="228600"/>
          </a:xfrm>
          <a:prstGeom prst="rect">
            <a:avLst/>
          </a:prstGeom>
          <a:noFill/>
          <a:ln w="0">
            <a:noFill/>
          </a:ln>
        </p:spPr>
        <p:txBody>
          <a:bodyPr wrap="none" lIns="0" tIns="0" rIns="0" bIns="0" anchor="t">
            <a:noAutofit/>
          </a:bodyPr>
          <a:lstStyle/>
          <a:p>
            <a:pPr algn="l">
              <a:spcBef>
                <a:spcPts val="0"/>
              </a:spcBef>
              <a:spcAft>
                <a:spcPts val="0"/>
              </a:spcAft>
              <a:defRPr sz="1200">
                <a:solidFill>
                  <a:srgbClr val="61707D"/>
                </a:solidFill>
                <a:latin typeface="Calibri"/>
                <a:ea typeface="Calibri"/>
                <a:cs typeface="Calibri"/>
              </a:defRPr>
            </a:pPr>
            <a:r>
              <a:rPr sz="1200" dirty="0" err="1">
                <a:solidFill>
                  <a:srgbClr val="61707D"/>
                </a:solidFill>
                <a:latin typeface="Calibri"/>
                <a:ea typeface="Calibri"/>
                <a:cs typeface="Calibri"/>
              </a:rPr>
              <a:t>Schematische</a:t>
            </a:r>
            <a:r>
              <a:rPr sz="1200" dirty="0">
                <a:solidFill>
                  <a:srgbClr val="61707D"/>
                </a:solidFill>
                <a:latin typeface="Calibri"/>
                <a:ea typeface="Calibri"/>
                <a:cs typeface="Calibri"/>
              </a:rPr>
              <a:t> </a:t>
            </a:r>
            <a:r>
              <a:rPr sz="1200" dirty="0" err="1">
                <a:solidFill>
                  <a:srgbClr val="61707D"/>
                </a:solidFill>
                <a:latin typeface="Calibri"/>
                <a:ea typeface="Calibri"/>
                <a:cs typeface="Calibri"/>
              </a:rPr>
              <a:t>Draufsicht</a:t>
            </a:r>
            <a:r>
              <a:rPr sz="1200" dirty="0">
                <a:solidFill>
                  <a:srgbClr val="61707D"/>
                </a:solidFill>
                <a:latin typeface="Calibri"/>
                <a:ea typeface="Calibri"/>
                <a:cs typeface="Calibri"/>
              </a:rPr>
              <a:t>, </a:t>
            </a:r>
            <a:r>
              <a:rPr sz="1200" dirty="0" err="1">
                <a:solidFill>
                  <a:srgbClr val="61707D"/>
                </a:solidFill>
                <a:latin typeface="Calibri"/>
                <a:ea typeface="Calibri"/>
                <a:cs typeface="Calibri"/>
              </a:rPr>
              <a:t>keine</a:t>
            </a:r>
            <a:r>
              <a:rPr sz="1200" dirty="0">
                <a:solidFill>
                  <a:srgbClr val="61707D"/>
                </a:solidFill>
                <a:latin typeface="Calibri"/>
                <a:ea typeface="Calibri"/>
                <a:cs typeface="Calibri"/>
              </a:rPr>
              <a:t> </a:t>
            </a:r>
            <a:r>
              <a:rPr sz="1200" dirty="0" err="1">
                <a:solidFill>
                  <a:srgbClr val="61707D"/>
                </a:solidFill>
                <a:latin typeface="Calibri"/>
                <a:ea typeface="Calibri"/>
                <a:cs typeface="Calibri"/>
              </a:rPr>
              <a:t>Messreihe</a:t>
            </a:r>
            <a:endParaRPr sz="1200" dirty="0">
              <a:solidFill>
                <a:srgbClr val="61707D"/>
              </a:solidFill>
              <a:latin typeface="Calibri"/>
              <a:ea typeface="Calibri"/>
              <a:cs typeface="Calibri"/>
            </a:endParaRPr>
          </a:p>
        </p:txBody>
      </p:sp>
      <p:sp>
        <p:nvSpPr>
          <p:cNvPr id="1029" name="slide-title">
            <a:extLst>
              <a:ext uri="{FF2B5EF4-FFF2-40B4-BE49-F238E27FC236}">
                <a16:creationId xmlns:a16="http://schemas.microsoft.com/office/drawing/2014/main" id="{A7CF258C-C08B-E1F0-F23F-7CA313E514CA}"/>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sz="3200" b="0" dirty="0" err="1">
                <a:solidFill>
                  <a:srgbClr val="2869AF"/>
                </a:solidFill>
                <a:latin typeface="Calibri"/>
                <a:ea typeface="Calibri"/>
                <a:cs typeface="Calibri"/>
              </a:rPr>
              <a:t>Bewegungsschätzung</a:t>
            </a:r>
            <a:r>
              <a:rPr sz="3200" b="0" dirty="0">
                <a:solidFill>
                  <a:srgbClr val="2869AF"/>
                </a:solidFill>
                <a:latin typeface="Calibri"/>
                <a:ea typeface="Calibri"/>
                <a:cs typeface="Calibri"/>
              </a:rPr>
              <a:t> und </a:t>
            </a:r>
            <a:r>
              <a:rPr sz="3200" b="0" dirty="0" err="1">
                <a:solidFill>
                  <a:srgbClr val="2869AF"/>
                </a:solidFill>
                <a:latin typeface="Calibri"/>
                <a:ea typeface="Calibri"/>
                <a:cs typeface="Calibri"/>
              </a:rPr>
              <a:t>Vorhersage</a:t>
            </a:r>
            <a:endParaRPr sz="3200" b="0" dirty="0">
              <a:solidFill>
                <a:srgbClr val="2869AF"/>
              </a:solidFill>
              <a:latin typeface="Calibri"/>
              <a:ea typeface="Calibri"/>
              <a:cs typeface="Calibri"/>
            </a:endParaRPr>
          </a:p>
        </p:txBody>
      </p:sp>
      <p:sp>
        <p:nvSpPr>
          <p:cNvPr id="4" name="Datumsplatzhalter 3">
            <a:extLst>
              <a:ext uri="{FF2B5EF4-FFF2-40B4-BE49-F238E27FC236}">
                <a16:creationId xmlns:a16="http://schemas.microsoft.com/office/drawing/2014/main" id="{902161BE-CDD6-6C84-11D1-8BB18F2FE369}"/>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FC15D078-A8E9-454D-C765-AAC2645CCD36}"/>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A34A1B7-BFDF-AB1D-BE93-C9E9540BBC0B}"/>
              </a:ext>
            </a:extLst>
          </p:cNvPr>
          <p:cNvSpPr>
            <a:spLocks noGrp="1"/>
          </p:cNvSpPr>
          <p:nvPr>
            <p:ph type="sldNum" sz="quarter" idx="29"/>
          </p:nvPr>
        </p:nvSpPr>
        <p:spPr/>
        <p:txBody>
          <a:bodyPr/>
          <a:lstStyle/>
          <a:p>
            <a:fld id="{13005BA2-ABF8-0A46-8B15-84F2660EFA6C}" type="slidenum">
              <a:rPr lang="de-DE" smtClean="0"/>
              <a:pPr/>
              <a:t>9</a:t>
            </a:fld>
            <a:endParaRPr lang="de-DE"/>
          </a:p>
        </p:txBody>
      </p:sp>
      <p:sp>
        <p:nvSpPr>
          <p:cNvPr id="34" name="legend-object-1-fit">
            <a:extLst>
              <a:ext uri="{FF2B5EF4-FFF2-40B4-BE49-F238E27FC236}">
                <a16:creationId xmlns:a16="http://schemas.microsoft.com/office/drawing/2014/main" id="{CDA3E83E-FC2F-D963-2731-8DD5EA7E5174}"/>
              </a:ext>
            </a:extLst>
          </p:cNvPr>
          <p:cNvSpPr>
            <a:spLocks noGrp="1"/>
          </p:cNvSpPr>
          <p:nvPr/>
        </p:nvSpPr>
        <p:spPr>
          <a:xfrm>
            <a:off x="3399448" y="5877753"/>
            <a:ext cx="542925" cy="953"/>
          </a:xfrm>
          <a:custGeom>
            <a:avLst/>
            <a:gdLst/>
            <a:ahLst/>
            <a:cxnLst/>
            <a:rect l="0" t="0" r="0" b="0"/>
            <a:pathLst>
              <a:path w="542925" h="953">
                <a:moveTo>
                  <a:pt x="0" y="0"/>
                </a:moveTo>
                <a:lnTo>
                  <a:pt x="542925" y="0"/>
                </a:lnTo>
              </a:path>
            </a:pathLst>
          </a:custGeom>
          <a:noFill/>
          <a:ln w="22860">
            <a:solidFill>
              <a:srgbClr val="2869AF"/>
            </a:solidFill>
            <a:prstDash val="dash"/>
          </a:ln>
        </p:spPr>
      </p:sp>
      <p:sp>
        <p:nvSpPr>
          <p:cNvPr id="36" name="legend-object-1-point">
            <a:extLst>
              <a:ext uri="{FF2B5EF4-FFF2-40B4-BE49-F238E27FC236}">
                <a16:creationId xmlns:a16="http://schemas.microsoft.com/office/drawing/2014/main" id="{60C56EBC-A2C2-C47C-D75E-28EC8138D671}"/>
              </a:ext>
            </a:extLst>
          </p:cNvPr>
          <p:cNvSpPr>
            <a:spLocks noGrp="1"/>
          </p:cNvSpPr>
          <p:nvPr/>
        </p:nvSpPr>
        <p:spPr>
          <a:xfrm>
            <a:off x="3628048" y="5830128"/>
            <a:ext cx="95250" cy="95250"/>
          </a:xfrm>
          <a:prstGeom prst="ellipse">
            <a:avLst/>
          </a:prstGeom>
          <a:solidFill>
            <a:srgbClr val="2869AF"/>
          </a:solidFill>
          <a:ln w="11430">
            <a:solidFill>
              <a:srgbClr val="FFFFFF"/>
            </a:solidFill>
          </a:ln>
        </p:spPr>
        <p:txBody>
          <a:bodyPr/>
          <a:lstStyle/>
          <a:p>
            <a:endParaRPr lang="de-DE"/>
          </a:p>
        </p:txBody>
      </p:sp>
      <p:sp>
        <p:nvSpPr>
          <p:cNvPr id="38" name="legend-object-1">
            <a:extLst>
              <a:ext uri="{FF2B5EF4-FFF2-40B4-BE49-F238E27FC236}">
                <a16:creationId xmlns:a16="http://schemas.microsoft.com/office/drawing/2014/main" id="{ED593219-3EB8-5C5C-12CB-D55628D6C60C}"/>
              </a:ext>
            </a:extLst>
          </p:cNvPr>
          <p:cNvSpPr>
            <a:spLocks noGrp="1"/>
          </p:cNvSpPr>
          <p:nvPr/>
        </p:nvSpPr>
        <p:spPr>
          <a:xfrm>
            <a:off x="4075723" y="5734878"/>
            <a:ext cx="1619250" cy="304800"/>
          </a:xfrm>
          <a:prstGeom prst="rect">
            <a:avLst/>
          </a:prstGeom>
          <a:noFill/>
          <a:ln w="0">
            <a:noFill/>
          </a:ln>
        </p:spPr>
        <p:txBody>
          <a:bodyPr wrap="none" lIns="0" tIns="0" rIns="0" bIns="0" anchor="t">
            <a:noAutofit/>
          </a:bodyPr>
          <a:lstStyle/>
          <a:p>
            <a:pPr algn="l">
              <a:spcBef>
                <a:spcPts val="0"/>
              </a:spcBef>
              <a:spcAft>
                <a:spcPts val="0"/>
              </a:spcAft>
              <a:defRPr sz="1800">
                <a:solidFill>
                  <a:srgbClr val="2869AF"/>
                </a:solidFill>
                <a:latin typeface="Calibri"/>
                <a:ea typeface="Calibri"/>
                <a:cs typeface="Calibri"/>
              </a:defRPr>
            </a:pPr>
            <a:r>
              <a:rPr sz="1800">
                <a:solidFill>
                  <a:srgbClr val="2869AF"/>
                </a:solidFill>
                <a:latin typeface="Calibri"/>
                <a:ea typeface="Calibri"/>
                <a:cs typeface="Calibri"/>
              </a:rPr>
              <a:t>Objekt 1</a:t>
            </a:r>
          </a:p>
        </p:txBody>
      </p:sp>
      <p:sp>
        <p:nvSpPr>
          <p:cNvPr id="40" name="legend-object-2-fit">
            <a:extLst>
              <a:ext uri="{FF2B5EF4-FFF2-40B4-BE49-F238E27FC236}">
                <a16:creationId xmlns:a16="http://schemas.microsoft.com/office/drawing/2014/main" id="{AAC02427-F647-5E50-6062-73C39D36E691}"/>
              </a:ext>
            </a:extLst>
          </p:cNvPr>
          <p:cNvSpPr>
            <a:spLocks noGrp="1"/>
          </p:cNvSpPr>
          <p:nvPr/>
        </p:nvSpPr>
        <p:spPr>
          <a:xfrm>
            <a:off x="5178023" y="5877753"/>
            <a:ext cx="542925" cy="953"/>
          </a:xfrm>
          <a:custGeom>
            <a:avLst/>
            <a:gdLst/>
            <a:ahLst/>
            <a:cxnLst/>
            <a:rect l="0" t="0" r="0" b="0"/>
            <a:pathLst>
              <a:path w="542925" h="953">
                <a:moveTo>
                  <a:pt x="0" y="0"/>
                </a:moveTo>
                <a:lnTo>
                  <a:pt x="542925" y="0"/>
                </a:lnTo>
              </a:path>
            </a:pathLst>
          </a:custGeom>
          <a:noFill/>
          <a:ln w="22860">
            <a:solidFill>
              <a:srgbClr val="237D7A"/>
            </a:solidFill>
            <a:prstDash val="dash"/>
          </a:ln>
        </p:spPr>
        <p:txBody>
          <a:bodyPr/>
          <a:lstStyle/>
          <a:p>
            <a:endParaRPr lang="de-DE"/>
          </a:p>
        </p:txBody>
      </p:sp>
      <p:sp>
        <p:nvSpPr>
          <p:cNvPr id="42" name="legend-object-2-point">
            <a:extLst>
              <a:ext uri="{FF2B5EF4-FFF2-40B4-BE49-F238E27FC236}">
                <a16:creationId xmlns:a16="http://schemas.microsoft.com/office/drawing/2014/main" id="{56E5A7C4-1952-6244-EA2C-E1A67DA893F2}"/>
              </a:ext>
            </a:extLst>
          </p:cNvPr>
          <p:cNvSpPr>
            <a:spLocks noGrp="1"/>
          </p:cNvSpPr>
          <p:nvPr/>
        </p:nvSpPr>
        <p:spPr>
          <a:xfrm>
            <a:off x="5406623" y="5830128"/>
            <a:ext cx="95250" cy="95250"/>
          </a:xfrm>
          <a:prstGeom prst="ellipse">
            <a:avLst/>
          </a:prstGeom>
          <a:solidFill>
            <a:srgbClr val="237D7A"/>
          </a:solidFill>
          <a:ln w="11430">
            <a:solidFill>
              <a:srgbClr val="FFFFFF"/>
            </a:solidFill>
          </a:ln>
        </p:spPr>
      </p:sp>
      <p:sp>
        <p:nvSpPr>
          <p:cNvPr id="44" name="legend-object-2">
            <a:extLst>
              <a:ext uri="{FF2B5EF4-FFF2-40B4-BE49-F238E27FC236}">
                <a16:creationId xmlns:a16="http://schemas.microsoft.com/office/drawing/2014/main" id="{5158627B-0FDC-FB7F-066A-D58BE7E4E730}"/>
              </a:ext>
            </a:extLst>
          </p:cNvPr>
          <p:cNvSpPr>
            <a:spLocks noGrp="1"/>
          </p:cNvSpPr>
          <p:nvPr/>
        </p:nvSpPr>
        <p:spPr>
          <a:xfrm>
            <a:off x="5854298" y="5734878"/>
            <a:ext cx="1619250" cy="304800"/>
          </a:xfrm>
          <a:prstGeom prst="rect">
            <a:avLst/>
          </a:prstGeom>
          <a:noFill/>
          <a:ln w="0">
            <a:noFill/>
          </a:ln>
        </p:spPr>
        <p:txBody>
          <a:bodyPr wrap="none" lIns="0" tIns="0" rIns="0" bIns="0" anchor="t">
            <a:noAutofit/>
          </a:bodyPr>
          <a:lstStyle/>
          <a:p>
            <a:pPr algn="l">
              <a:spcBef>
                <a:spcPts val="0"/>
              </a:spcBef>
              <a:spcAft>
                <a:spcPts val="0"/>
              </a:spcAft>
              <a:defRPr sz="1800">
                <a:solidFill>
                  <a:srgbClr val="237D7A"/>
                </a:solidFill>
                <a:latin typeface="Calibri"/>
                <a:ea typeface="Calibri"/>
                <a:cs typeface="Calibri"/>
              </a:defRPr>
            </a:pPr>
            <a:r>
              <a:rPr sz="1800">
                <a:solidFill>
                  <a:srgbClr val="237D7A"/>
                </a:solidFill>
                <a:latin typeface="Calibri"/>
                <a:ea typeface="Calibri"/>
                <a:cs typeface="Calibri"/>
              </a:rPr>
              <a:t>Objekt 2</a:t>
            </a:r>
          </a:p>
        </p:txBody>
      </p:sp>
      <p:sp>
        <p:nvSpPr>
          <p:cNvPr id="46" name="legend-common-line">
            <a:extLst>
              <a:ext uri="{FF2B5EF4-FFF2-40B4-BE49-F238E27FC236}">
                <a16:creationId xmlns:a16="http://schemas.microsoft.com/office/drawing/2014/main" id="{D1D89BEB-D335-2A66-D101-3612FF38941D}"/>
              </a:ext>
            </a:extLst>
          </p:cNvPr>
          <p:cNvSpPr>
            <a:spLocks noGrp="1"/>
          </p:cNvSpPr>
          <p:nvPr/>
        </p:nvSpPr>
        <p:spPr>
          <a:xfrm>
            <a:off x="6974786" y="5877753"/>
            <a:ext cx="552450" cy="953"/>
          </a:xfrm>
          <a:custGeom>
            <a:avLst/>
            <a:gdLst/>
            <a:ahLst/>
            <a:cxnLst/>
            <a:rect l="0" t="0" r="0" b="0"/>
            <a:pathLst>
              <a:path w="552450" h="953">
                <a:moveTo>
                  <a:pt x="0" y="0"/>
                </a:moveTo>
                <a:lnTo>
                  <a:pt x="552450" y="0"/>
                </a:lnTo>
              </a:path>
            </a:pathLst>
          </a:custGeom>
          <a:noFill/>
          <a:ln w="28575">
            <a:solidFill>
              <a:srgbClr val="C72C32"/>
            </a:solidFill>
            <a:prstDash val="solid"/>
          </a:ln>
        </p:spPr>
      </p:sp>
      <p:sp>
        <p:nvSpPr>
          <p:cNvPr id="48" name="legend-common">
            <a:extLst>
              <a:ext uri="{FF2B5EF4-FFF2-40B4-BE49-F238E27FC236}">
                <a16:creationId xmlns:a16="http://schemas.microsoft.com/office/drawing/2014/main" id="{D084591C-9E13-3CF1-953B-333F6A093CA2}"/>
              </a:ext>
            </a:extLst>
          </p:cNvPr>
          <p:cNvSpPr>
            <a:spLocks noGrp="1"/>
          </p:cNvSpPr>
          <p:nvPr/>
        </p:nvSpPr>
        <p:spPr>
          <a:xfrm>
            <a:off x="7660586" y="5734878"/>
            <a:ext cx="4381500" cy="304800"/>
          </a:xfrm>
          <a:prstGeom prst="rect">
            <a:avLst/>
          </a:prstGeom>
          <a:noFill/>
          <a:ln w="0">
            <a:noFill/>
          </a:ln>
        </p:spPr>
        <p:txBody>
          <a:bodyPr wrap="none" lIns="0" tIns="0" rIns="0" bIns="0" anchor="t">
            <a:noAutofit/>
          </a:bodyPr>
          <a:lstStyle/>
          <a:p>
            <a:pPr algn="l">
              <a:spcBef>
                <a:spcPts val="0"/>
              </a:spcBef>
              <a:spcAft>
                <a:spcPts val="0"/>
              </a:spcAft>
              <a:defRPr sz="1800">
                <a:solidFill>
                  <a:srgbClr val="C72C32"/>
                </a:solidFill>
                <a:latin typeface="Calibri"/>
                <a:ea typeface="Calibri"/>
                <a:cs typeface="Calibri"/>
              </a:defRPr>
            </a:pPr>
            <a:r>
              <a:rPr sz="1800">
                <a:solidFill>
                  <a:srgbClr val="C72C32"/>
                </a:solidFill>
                <a:latin typeface="Calibri"/>
                <a:ea typeface="Calibri"/>
                <a:cs typeface="Calibri"/>
              </a:rPr>
              <a:t>Gemeinsame Schätzung</a:t>
            </a:r>
          </a:p>
        </p:txBody>
      </p:sp>
      <p:sp>
        <p:nvSpPr>
          <p:cNvPr id="1025" name="belt-direction">
            <a:extLst>
              <a:ext uri="{FF2B5EF4-FFF2-40B4-BE49-F238E27FC236}">
                <a16:creationId xmlns:a16="http://schemas.microsoft.com/office/drawing/2014/main" id="{296928B9-864A-A4A5-9B75-E8383B80EA63}"/>
              </a:ext>
            </a:extLst>
          </p:cNvPr>
          <p:cNvSpPr>
            <a:spLocks noGrp="1"/>
          </p:cNvSpPr>
          <p:nvPr/>
        </p:nvSpPr>
        <p:spPr>
          <a:xfrm rot="21261339">
            <a:off x="6974786" y="1532112"/>
            <a:ext cx="2501723" cy="304800"/>
          </a:xfrm>
          <a:prstGeom prst="rect">
            <a:avLst/>
          </a:prstGeom>
          <a:noFill/>
          <a:ln w="0">
            <a:noFill/>
          </a:ln>
        </p:spPr>
        <p:txBody>
          <a:bodyPr wrap="none" lIns="0" tIns="0" rIns="0" bIns="0" anchor="t">
            <a:noAutofit/>
          </a:bodyPr>
          <a:lstStyle/>
          <a:p>
            <a:pPr algn="r">
              <a:spcBef>
                <a:spcPts val="0"/>
              </a:spcBef>
              <a:spcAft>
                <a:spcPts val="0"/>
              </a:spcAft>
              <a:defRPr sz="1800">
                <a:solidFill>
                  <a:srgbClr val="61707D"/>
                </a:solidFill>
                <a:latin typeface="Calibri"/>
                <a:ea typeface="Calibri"/>
                <a:cs typeface="Calibri"/>
              </a:defRPr>
            </a:pPr>
            <a:r>
              <a:rPr lang="de-DE" sz="1800" dirty="0">
                <a:solidFill>
                  <a:srgbClr val="00B050"/>
                </a:solidFill>
                <a:latin typeface="Calibri"/>
                <a:ea typeface="Calibri"/>
                <a:cs typeface="Calibri"/>
              </a:rPr>
              <a:t>tatsächliche </a:t>
            </a:r>
            <a:r>
              <a:rPr sz="1800" dirty="0" err="1">
                <a:solidFill>
                  <a:srgbClr val="00B050"/>
                </a:solidFill>
                <a:latin typeface="Calibri"/>
                <a:ea typeface="Calibri"/>
                <a:cs typeface="Calibri"/>
              </a:rPr>
              <a:t>Bandrichtung</a:t>
            </a:r>
            <a:endParaRPr sz="1800" dirty="0">
              <a:solidFill>
                <a:srgbClr val="00B050"/>
              </a:solidFill>
              <a:latin typeface="Calibri"/>
              <a:ea typeface="Calibri"/>
              <a:cs typeface="Calibri"/>
            </a:endParaRPr>
          </a:p>
        </p:txBody>
      </p:sp>
      <p:cxnSp>
        <p:nvCxnSpPr>
          <p:cNvPr id="1026" name="Gerade Verbindung mit Pfeil 1025">
            <a:extLst>
              <a:ext uri="{FF2B5EF4-FFF2-40B4-BE49-F238E27FC236}">
                <a16:creationId xmlns:a16="http://schemas.microsoft.com/office/drawing/2014/main" id="{37CFF21F-B760-C491-657F-2265EFC5AD2C}"/>
              </a:ext>
            </a:extLst>
          </p:cNvPr>
          <p:cNvCxnSpPr>
            <a:cxnSpLocks/>
          </p:cNvCxnSpPr>
          <p:nvPr/>
        </p:nvCxnSpPr>
        <p:spPr>
          <a:xfrm rot="21261339">
            <a:off x="9621982" y="1515606"/>
            <a:ext cx="803564" cy="0"/>
          </a:xfrm>
          <a:prstGeom prst="straightConnector1">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23025389"/>
      </p:ext>
    </p:extLst>
  </p:cSld>
  <p:clrMapOvr>
    <a:masterClrMapping/>
  </p:clrMapOvr>
  <mc:AlternateContent xmlns:mc="http://schemas.openxmlformats.org/markup-compatibility/2006">
    <mc:Choice xmlns:p14="http://schemas.microsoft.com/office/powerpoint/2010/main" Requires="p14">
      <p:transition p14:dur="0"/>
    </mc:Choice>
    <mc:Fallback>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8" name="slide-title">
            <a:extLst>
              <a:ext uri="{FF2B5EF4-FFF2-40B4-BE49-F238E27FC236}">
                <a16:creationId xmlns:a16="http://schemas.microsoft.com/office/drawing/2014/main" id="{DA63A62F-3C3F-4733-93FC-CB33A7B23978}"/>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sz="3200" b="0" dirty="0" err="1">
                <a:solidFill>
                  <a:srgbClr val="2869AF"/>
                </a:solidFill>
                <a:latin typeface="Calibri"/>
                <a:ea typeface="Calibri"/>
                <a:cs typeface="Calibri"/>
              </a:rPr>
              <a:t>Zielauswahl</a:t>
            </a:r>
            <a:r>
              <a:rPr sz="3200" b="0" dirty="0">
                <a:solidFill>
                  <a:srgbClr val="2869AF"/>
                </a:solidFill>
                <a:latin typeface="Calibri"/>
                <a:ea typeface="Calibri"/>
                <a:cs typeface="Calibri"/>
              </a:rPr>
              <a:t> und </a:t>
            </a:r>
            <a:r>
              <a:rPr sz="3200" b="0" dirty="0" err="1">
                <a:solidFill>
                  <a:srgbClr val="2869AF"/>
                </a:solidFill>
                <a:latin typeface="Calibri"/>
                <a:ea typeface="Calibri"/>
                <a:cs typeface="Calibri"/>
              </a:rPr>
              <a:t>Erreichbarkeit</a:t>
            </a:r>
            <a:endParaRPr sz="3200" b="0" dirty="0">
              <a:solidFill>
                <a:srgbClr val="2869AF"/>
              </a:solidFill>
              <a:latin typeface="Calibri"/>
              <a:ea typeface="Calibri"/>
              <a:cs typeface="Calibri"/>
            </a:endParaRPr>
          </a:p>
        </p:txBody>
      </p:sp>
      <p:sp>
        <p:nvSpPr>
          <p:cNvPr id="1002" name="conveyor">
            <a:extLst>
              <a:ext uri="{FF2B5EF4-FFF2-40B4-BE49-F238E27FC236}">
                <a16:creationId xmlns:a16="http://schemas.microsoft.com/office/drawing/2014/main" id="{06E110AE-F1EE-40A7-91D1-AC360E7E0633}"/>
              </a:ext>
            </a:extLst>
          </p:cNvPr>
          <p:cNvSpPr>
            <a:spLocks noGrp="1"/>
          </p:cNvSpPr>
          <p:nvPr/>
        </p:nvSpPr>
        <p:spPr>
          <a:xfrm>
            <a:off x="762000" y="2524125"/>
            <a:ext cx="10048875" cy="1857375"/>
          </a:xfrm>
          <a:prstGeom prst="rect">
            <a:avLst/>
          </a:prstGeom>
          <a:solidFill>
            <a:srgbClr val="EAF0F5"/>
          </a:solidFill>
          <a:ln w="9525">
            <a:solidFill>
              <a:srgbClr val="ADB8C3"/>
            </a:solidFill>
          </a:ln>
        </p:spPr>
      </p:sp>
      <p:sp>
        <p:nvSpPr>
          <p:cNvPr id="1003" name="grip-zone">
            <a:extLst>
              <a:ext uri="{FF2B5EF4-FFF2-40B4-BE49-F238E27FC236}">
                <a16:creationId xmlns:a16="http://schemas.microsoft.com/office/drawing/2014/main" id="{D499349D-2AC6-45BA-83CC-5479179DBC16}"/>
              </a:ext>
            </a:extLst>
          </p:cNvPr>
          <p:cNvSpPr>
            <a:spLocks noGrp="1"/>
          </p:cNvSpPr>
          <p:nvPr/>
        </p:nvSpPr>
        <p:spPr>
          <a:xfrm>
            <a:off x="4000500" y="2524125"/>
            <a:ext cx="6286500" cy="1857375"/>
          </a:xfrm>
          <a:prstGeom prst="rect">
            <a:avLst/>
          </a:prstGeom>
          <a:solidFill>
            <a:srgbClr val="E9F2EB"/>
          </a:solidFill>
          <a:ln w="15240">
            <a:solidFill>
              <a:srgbClr val="39734C"/>
            </a:solidFill>
          </a:ln>
        </p:spPr>
      </p:sp>
      <p:sp>
        <p:nvSpPr>
          <p:cNvPr id="1004" name="grip-zone-label">
            <a:extLst>
              <a:ext uri="{FF2B5EF4-FFF2-40B4-BE49-F238E27FC236}">
                <a16:creationId xmlns:a16="http://schemas.microsoft.com/office/drawing/2014/main" id="{53F8AE99-821F-423C-ADCC-F340EDF2D1DE}"/>
              </a:ext>
            </a:extLst>
          </p:cNvPr>
          <p:cNvSpPr>
            <a:spLocks noGrp="1"/>
          </p:cNvSpPr>
          <p:nvPr/>
        </p:nvSpPr>
        <p:spPr>
          <a:xfrm>
            <a:off x="4206875" y="2647950"/>
            <a:ext cx="2333625" cy="333375"/>
          </a:xfrm>
          <a:prstGeom prst="rect">
            <a:avLst/>
          </a:prstGeom>
          <a:noFill/>
          <a:ln w="0">
            <a:noFill/>
          </a:ln>
        </p:spPr>
        <p:txBody>
          <a:bodyPr wrap="square" lIns="0" tIns="0" rIns="0" bIns="0" anchor="t">
            <a:noAutofit/>
          </a:bodyPr>
          <a:lstStyle/>
          <a:p>
            <a:pPr>
              <a:lnSpc>
                <a:spcPct val="105000"/>
              </a:lnSpc>
              <a:spcBef>
                <a:spcPts val="0"/>
              </a:spcBef>
              <a:spcAft>
                <a:spcPts val="0"/>
              </a:spcAft>
              <a:buNone/>
              <a:defRPr sz="2100" b="0">
                <a:solidFill>
                  <a:srgbClr val="39734C"/>
                </a:solidFill>
                <a:latin typeface="Calibri"/>
                <a:ea typeface="Calibri"/>
                <a:cs typeface="Calibri"/>
              </a:defRPr>
            </a:pPr>
            <a:r>
              <a:rPr sz="2100" b="0" dirty="0" err="1">
                <a:solidFill>
                  <a:srgbClr val="39734C"/>
                </a:solidFill>
                <a:latin typeface="Calibri"/>
                <a:ea typeface="Calibri"/>
                <a:cs typeface="Calibri"/>
              </a:rPr>
              <a:t>Greifzone</a:t>
            </a:r>
            <a:endParaRPr sz="2100" b="0" dirty="0">
              <a:solidFill>
                <a:srgbClr val="39734C"/>
              </a:solidFill>
              <a:latin typeface="Calibri"/>
              <a:ea typeface="Calibri"/>
              <a:cs typeface="Calibri"/>
            </a:endParaRPr>
          </a:p>
        </p:txBody>
      </p:sp>
      <p:sp>
        <p:nvSpPr>
          <p:cNvPr id="1005" name="belt-direction">
            <a:extLst>
              <a:ext uri="{FF2B5EF4-FFF2-40B4-BE49-F238E27FC236}">
                <a16:creationId xmlns:a16="http://schemas.microsoft.com/office/drawing/2014/main" id="{D66EE593-5C04-4A92-A6C0-0A1FAD9D542E}"/>
              </a:ext>
            </a:extLst>
          </p:cNvPr>
          <p:cNvSpPr>
            <a:spLocks noGrp="1"/>
          </p:cNvSpPr>
          <p:nvPr/>
        </p:nvSpPr>
        <p:spPr>
          <a:xfrm>
            <a:off x="762000" y="1781175"/>
            <a:ext cx="2095500" cy="266700"/>
          </a:xfrm>
          <a:prstGeom prst="rightArrow">
            <a:avLst/>
          </a:prstGeom>
          <a:solidFill>
            <a:srgbClr val="2869AF"/>
          </a:solidFill>
          <a:ln w="0">
            <a:noFill/>
          </a:ln>
        </p:spPr>
      </p:sp>
      <p:sp>
        <p:nvSpPr>
          <p:cNvPr id="1006" name="belt-direction-label">
            <a:extLst>
              <a:ext uri="{FF2B5EF4-FFF2-40B4-BE49-F238E27FC236}">
                <a16:creationId xmlns:a16="http://schemas.microsoft.com/office/drawing/2014/main" id="{E4C50435-83D4-4122-99A9-7FA091E61F91}"/>
              </a:ext>
            </a:extLst>
          </p:cNvPr>
          <p:cNvSpPr>
            <a:spLocks noGrp="1"/>
          </p:cNvSpPr>
          <p:nvPr/>
        </p:nvSpPr>
        <p:spPr>
          <a:xfrm>
            <a:off x="3238500" y="1724025"/>
            <a:ext cx="2428875" cy="38100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000" b="0">
                <a:solidFill>
                  <a:srgbClr val="2869AF"/>
                </a:solidFill>
                <a:latin typeface="Calibri"/>
                <a:ea typeface="Calibri"/>
                <a:cs typeface="Calibri"/>
              </a:defRPr>
            </a:pPr>
            <a:r>
              <a:rPr sz="2000" b="0">
                <a:solidFill>
                  <a:srgbClr val="2869AF"/>
                </a:solidFill>
                <a:latin typeface="Calibri"/>
                <a:ea typeface="Calibri"/>
                <a:cs typeface="Calibri"/>
              </a:rPr>
              <a:t>Bandrichtung</a:t>
            </a:r>
          </a:p>
        </p:txBody>
      </p:sp>
      <p:sp>
        <p:nvSpPr>
          <p:cNvPr id="1007" name="normal-grip-plane">
            <a:extLst>
              <a:ext uri="{FF2B5EF4-FFF2-40B4-BE49-F238E27FC236}">
                <a16:creationId xmlns:a16="http://schemas.microsoft.com/office/drawing/2014/main" id="{E6A18E1D-2166-42EB-81A8-F13C249FE7B9}"/>
              </a:ext>
            </a:extLst>
          </p:cNvPr>
          <p:cNvSpPr>
            <a:spLocks noGrp="1"/>
          </p:cNvSpPr>
          <p:nvPr/>
        </p:nvSpPr>
        <p:spPr>
          <a:xfrm>
            <a:off x="8572500" y="2381249"/>
            <a:ext cx="45719" cy="2728563"/>
          </a:xfrm>
          <a:custGeom>
            <a:avLst/>
            <a:gdLst/>
            <a:ahLst/>
            <a:cxnLst/>
            <a:rect l="0" t="0" r="0" b="0"/>
            <a:pathLst>
              <a:path w="953" h="2152650">
                <a:moveTo>
                  <a:pt x="0" y="0"/>
                </a:moveTo>
                <a:lnTo>
                  <a:pt x="0" y="2152650"/>
                </a:lnTo>
              </a:path>
            </a:pathLst>
          </a:custGeom>
          <a:noFill/>
          <a:ln w="28575">
            <a:solidFill>
              <a:srgbClr val="2869AF"/>
            </a:solidFill>
            <a:prstDash val="dash"/>
          </a:ln>
        </p:spPr>
        <p:txBody>
          <a:bodyPr/>
          <a:lstStyle/>
          <a:p>
            <a:endParaRPr lang="de-DE"/>
          </a:p>
        </p:txBody>
      </p:sp>
      <p:sp>
        <p:nvSpPr>
          <p:cNvPr id="1008" name="fast-grip-plane">
            <a:extLst>
              <a:ext uri="{FF2B5EF4-FFF2-40B4-BE49-F238E27FC236}">
                <a16:creationId xmlns:a16="http://schemas.microsoft.com/office/drawing/2014/main" id="{F3FA55B6-7962-4CB7-8D4E-A6659A4DB67F}"/>
              </a:ext>
            </a:extLst>
          </p:cNvPr>
          <p:cNvSpPr>
            <a:spLocks noGrp="1"/>
          </p:cNvSpPr>
          <p:nvPr/>
        </p:nvSpPr>
        <p:spPr>
          <a:xfrm>
            <a:off x="8181659" y="2047875"/>
            <a:ext cx="45719" cy="2486025"/>
          </a:xfrm>
          <a:custGeom>
            <a:avLst/>
            <a:gdLst/>
            <a:ahLst/>
            <a:cxnLst/>
            <a:rect l="0" t="0" r="0" b="0"/>
            <a:pathLst>
              <a:path w="953" h="2152650">
                <a:moveTo>
                  <a:pt x="0" y="0"/>
                </a:moveTo>
                <a:lnTo>
                  <a:pt x="0" y="2152650"/>
                </a:lnTo>
              </a:path>
            </a:pathLst>
          </a:custGeom>
          <a:noFill/>
          <a:ln w="28575">
            <a:solidFill>
              <a:schemeClr val="accent2">
                <a:lumMod val="60000"/>
                <a:lumOff val="40000"/>
              </a:schemeClr>
            </a:solidFill>
            <a:prstDash val="dash"/>
          </a:ln>
        </p:spPr>
        <p:txBody>
          <a:bodyPr/>
          <a:lstStyle/>
          <a:p>
            <a:endParaRPr lang="de-DE"/>
          </a:p>
        </p:txBody>
      </p:sp>
      <p:sp>
        <p:nvSpPr>
          <p:cNvPr id="1009" name="normal-plane-label">
            <a:extLst>
              <a:ext uri="{FF2B5EF4-FFF2-40B4-BE49-F238E27FC236}">
                <a16:creationId xmlns:a16="http://schemas.microsoft.com/office/drawing/2014/main" id="{1809F7FE-64BD-47B1-9087-9B8E3525DB95}"/>
              </a:ext>
            </a:extLst>
          </p:cNvPr>
          <p:cNvSpPr>
            <a:spLocks noGrp="1"/>
          </p:cNvSpPr>
          <p:nvPr/>
        </p:nvSpPr>
        <p:spPr>
          <a:xfrm>
            <a:off x="7572375" y="5109813"/>
            <a:ext cx="2000250" cy="361950"/>
          </a:xfrm>
          <a:prstGeom prst="rect">
            <a:avLst/>
          </a:prstGeom>
          <a:noFill/>
          <a:ln w="0">
            <a:noFill/>
          </a:ln>
        </p:spPr>
        <p:txBody>
          <a:bodyPr wrap="square" lIns="0" tIns="0" rIns="0" bIns="0" anchor="t">
            <a:noAutofit/>
          </a:bodyPr>
          <a:lstStyle/>
          <a:p>
            <a:pPr algn="ctr">
              <a:lnSpc>
                <a:spcPct val="105000"/>
              </a:lnSpc>
              <a:spcBef>
                <a:spcPts val="0"/>
              </a:spcBef>
              <a:spcAft>
                <a:spcPts val="0"/>
              </a:spcAft>
              <a:buNone/>
              <a:defRPr sz="2000" b="0">
                <a:solidFill>
                  <a:srgbClr val="2869AF"/>
                </a:solidFill>
                <a:latin typeface="Calibri"/>
                <a:ea typeface="Calibri"/>
                <a:cs typeface="Calibri"/>
              </a:defRPr>
            </a:pPr>
            <a:r>
              <a:rPr lang="de-DE" sz="2000" dirty="0">
                <a:solidFill>
                  <a:srgbClr val="2869AF"/>
                </a:solidFill>
                <a:latin typeface="Calibri"/>
                <a:ea typeface="Calibri"/>
                <a:cs typeface="Calibri"/>
              </a:rPr>
              <a:t>Ebene spät. Griff</a:t>
            </a:r>
            <a:endParaRPr sz="2000" b="0" dirty="0">
              <a:solidFill>
                <a:srgbClr val="2869AF"/>
              </a:solidFill>
              <a:latin typeface="Calibri"/>
              <a:ea typeface="Calibri"/>
              <a:cs typeface="Calibri"/>
            </a:endParaRPr>
          </a:p>
        </p:txBody>
      </p:sp>
      <p:sp>
        <p:nvSpPr>
          <p:cNvPr id="1010" name="faster-plane-label">
            <a:extLst>
              <a:ext uri="{FF2B5EF4-FFF2-40B4-BE49-F238E27FC236}">
                <a16:creationId xmlns:a16="http://schemas.microsoft.com/office/drawing/2014/main" id="{44DC8F82-30EC-41BF-B8EB-01D5B1E9ADBA}"/>
              </a:ext>
            </a:extLst>
          </p:cNvPr>
          <p:cNvSpPr>
            <a:spLocks noGrp="1"/>
          </p:cNvSpPr>
          <p:nvPr/>
        </p:nvSpPr>
        <p:spPr>
          <a:xfrm>
            <a:off x="6975476" y="1412877"/>
            <a:ext cx="2406648" cy="619124"/>
          </a:xfrm>
          <a:prstGeom prst="rect">
            <a:avLst/>
          </a:prstGeom>
          <a:noFill/>
          <a:ln w="0">
            <a:noFill/>
          </a:ln>
        </p:spPr>
        <p:txBody>
          <a:bodyPr wrap="square" lIns="0" tIns="0" rIns="0" bIns="0" anchor="t">
            <a:noAutofit/>
          </a:bodyPr>
          <a:lstStyle/>
          <a:p>
            <a:pPr algn="ctr">
              <a:lnSpc>
                <a:spcPct val="105000"/>
              </a:lnSpc>
              <a:spcBef>
                <a:spcPts val="0"/>
              </a:spcBef>
              <a:spcAft>
                <a:spcPts val="0"/>
              </a:spcAft>
              <a:buNone/>
              <a:defRPr sz="1800" b="0">
                <a:solidFill>
                  <a:srgbClr val="C86C18"/>
                </a:solidFill>
                <a:latin typeface="Calibri"/>
                <a:ea typeface="Calibri"/>
                <a:cs typeface="Calibri"/>
              </a:defRPr>
            </a:pPr>
            <a:r>
              <a:rPr lang="de-DE" sz="1800" b="0" dirty="0">
                <a:solidFill>
                  <a:schemeClr val="accent2">
                    <a:lumMod val="60000"/>
                    <a:lumOff val="40000"/>
                  </a:schemeClr>
                </a:solidFill>
                <a:latin typeface="Calibri"/>
                <a:ea typeface="Calibri"/>
                <a:cs typeface="Calibri"/>
              </a:rPr>
              <a:t>Ebene spät. Griff bei höherer Geschwindigkeit</a:t>
            </a:r>
            <a:endParaRPr sz="1800" b="0" dirty="0">
              <a:solidFill>
                <a:schemeClr val="accent2">
                  <a:lumMod val="60000"/>
                  <a:lumOff val="40000"/>
                </a:schemeClr>
              </a:solidFill>
              <a:latin typeface="Calibri"/>
              <a:ea typeface="Calibri"/>
              <a:cs typeface="Calibri"/>
            </a:endParaRPr>
          </a:p>
        </p:txBody>
      </p:sp>
      <p:sp>
        <p:nvSpPr>
          <p:cNvPr id="1011" name="unstable-object">
            <a:extLst>
              <a:ext uri="{FF2B5EF4-FFF2-40B4-BE49-F238E27FC236}">
                <a16:creationId xmlns:a16="http://schemas.microsoft.com/office/drawing/2014/main" id="{4BD14D1F-6912-4A3C-8FEE-E8960D196216}"/>
              </a:ext>
            </a:extLst>
          </p:cNvPr>
          <p:cNvSpPr>
            <a:spLocks noGrp="1"/>
          </p:cNvSpPr>
          <p:nvPr/>
        </p:nvSpPr>
        <p:spPr>
          <a:xfrm>
            <a:off x="2000250" y="3152775"/>
            <a:ext cx="762000" cy="666750"/>
          </a:xfrm>
          <a:prstGeom prst="rect">
            <a:avLst/>
          </a:prstGeom>
          <a:solidFill>
            <a:srgbClr val="DCE1E5"/>
          </a:solidFill>
          <a:ln w="15240">
            <a:solidFill>
              <a:srgbClr val="61707D"/>
            </a:solidFill>
          </a:ln>
        </p:spPr>
        <p:txBody>
          <a:bodyPr lIns="76200" tIns="38100" rIns="76200" bIns="38100" anchor="ctr">
            <a:noAutofit/>
          </a:bodyPr>
          <a:lstStyle/>
          <a:p>
            <a:pPr algn="ctr">
              <a:lnSpc>
                <a:spcPct val="103000"/>
              </a:lnSpc>
              <a:spcBef>
                <a:spcPts val="0"/>
              </a:spcBef>
              <a:spcAft>
                <a:spcPts val="0"/>
              </a:spcAft>
              <a:buNone/>
              <a:defRPr sz="2400">
                <a:solidFill>
                  <a:srgbClr val="17232E"/>
                </a:solidFill>
                <a:latin typeface="Calibri"/>
                <a:ea typeface="Calibri"/>
                <a:cs typeface="Calibri"/>
              </a:defRPr>
            </a:pPr>
            <a:r>
              <a:rPr sz="2400">
                <a:solidFill>
                  <a:srgbClr val="17232E"/>
                </a:solidFill>
                <a:latin typeface="Calibri"/>
                <a:ea typeface="Calibri"/>
                <a:cs typeface="Calibri"/>
              </a:rPr>
              <a:t>A</a:t>
            </a:r>
          </a:p>
        </p:txBody>
      </p:sp>
      <p:sp>
        <p:nvSpPr>
          <p:cNvPr id="1012" name="selected-object">
            <a:extLst>
              <a:ext uri="{FF2B5EF4-FFF2-40B4-BE49-F238E27FC236}">
                <a16:creationId xmlns:a16="http://schemas.microsoft.com/office/drawing/2014/main" id="{A699B7A2-B8EB-4F1A-9CEA-B9AE59157863}"/>
              </a:ext>
            </a:extLst>
          </p:cNvPr>
          <p:cNvSpPr>
            <a:spLocks noGrp="1"/>
          </p:cNvSpPr>
          <p:nvPr/>
        </p:nvSpPr>
        <p:spPr>
          <a:xfrm>
            <a:off x="4953000" y="3152775"/>
            <a:ext cx="857250" cy="666750"/>
          </a:xfrm>
          <a:prstGeom prst="rect">
            <a:avLst/>
          </a:prstGeom>
          <a:solidFill>
            <a:srgbClr val="2869AF"/>
          </a:solidFill>
          <a:ln w="15240">
            <a:solidFill>
              <a:srgbClr val="2869AF"/>
            </a:solidFill>
          </a:ln>
        </p:spPr>
        <p:txBody>
          <a:bodyPr lIns="76200" tIns="38100" rIns="76200" bIns="38100" anchor="ctr">
            <a:noAutofit/>
          </a:bodyPr>
          <a:lstStyle/>
          <a:p>
            <a:pPr algn="ctr">
              <a:lnSpc>
                <a:spcPct val="103000"/>
              </a:lnSpc>
              <a:spcBef>
                <a:spcPts val="0"/>
              </a:spcBef>
              <a:spcAft>
                <a:spcPts val="0"/>
              </a:spcAft>
              <a:buNone/>
              <a:defRPr sz="2400">
                <a:solidFill>
                  <a:srgbClr val="FFFFFF"/>
                </a:solidFill>
                <a:latin typeface="Calibri"/>
                <a:ea typeface="Calibri"/>
                <a:cs typeface="Calibri"/>
              </a:defRPr>
            </a:pPr>
            <a:r>
              <a:rPr sz="2400">
                <a:solidFill>
                  <a:srgbClr val="FFFFFF"/>
                </a:solidFill>
                <a:latin typeface="Calibri"/>
                <a:ea typeface="Calibri"/>
                <a:cs typeface="Calibri"/>
              </a:rPr>
              <a:t>B</a:t>
            </a:r>
          </a:p>
        </p:txBody>
      </p:sp>
      <p:sp>
        <p:nvSpPr>
          <p:cNvPr id="1013" name="late-object">
            <a:extLst>
              <a:ext uri="{FF2B5EF4-FFF2-40B4-BE49-F238E27FC236}">
                <a16:creationId xmlns:a16="http://schemas.microsoft.com/office/drawing/2014/main" id="{D6713A25-39E3-4BF8-B133-A73BBBCDEEC1}"/>
              </a:ext>
            </a:extLst>
          </p:cNvPr>
          <p:cNvSpPr>
            <a:spLocks noGrp="1"/>
          </p:cNvSpPr>
          <p:nvPr/>
        </p:nvSpPr>
        <p:spPr>
          <a:xfrm>
            <a:off x="9153525" y="3152775"/>
            <a:ext cx="781050" cy="666750"/>
          </a:xfrm>
          <a:prstGeom prst="rect">
            <a:avLst/>
          </a:prstGeom>
          <a:solidFill>
            <a:srgbClr val="FFF1E3"/>
          </a:solidFill>
          <a:ln w="15240">
            <a:solidFill>
              <a:srgbClr val="C86C18"/>
            </a:solidFill>
          </a:ln>
        </p:spPr>
        <p:txBody>
          <a:bodyPr lIns="76200" tIns="38100" rIns="76200" bIns="38100" anchor="ctr">
            <a:noAutofit/>
          </a:bodyPr>
          <a:lstStyle/>
          <a:p>
            <a:pPr algn="ctr">
              <a:lnSpc>
                <a:spcPct val="103000"/>
              </a:lnSpc>
              <a:spcBef>
                <a:spcPts val="0"/>
              </a:spcBef>
              <a:spcAft>
                <a:spcPts val="0"/>
              </a:spcAft>
              <a:buNone/>
              <a:defRPr sz="2400">
                <a:solidFill>
                  <a:srgbClr val="17232E"/>
                </a:solidFill>
                <a:latin typeface="Calibri"/>
                <a:ea typeface="Calibri"/>
                <a:cs typeface="Calibri"/>
              </a:defRPr>
            </a:pPr>
            <a:r>
              <a:rPr sz="2400">
                <a:solidFill>
                  <a:srgbClr val="17232E"/>
                </a:solidFill>
                <a:latin typeface="Calibri"/>
                <a:ea typeface="Calibri"/>
                <a:cs typeface="Calibri"/>
              </a:rPr>
              <a:t>C</a:t>
            </a:r>
          </a:p>
        </p:txBody>
      </p:sp>
      <p:sp>
        <p:nvSpPr>
          <p:cNvPr id="1014" name="unstable-label">
            <a:extLst>
              <a:ext uri="{FF2B5EF4-FFF2-40B4-BE49-F238E27FC236}">
                <a16:creationId xmlns:a16="http://schemas.microsoft.com/office/drawing/2014/main" id="{BF925AE4-B5DF-4F86-AE91-DF5C60F72CBC}"/>
              </a:ext>
            </a:extLst>
          </p:cNvPr>
          <p:cNvSpPr>
            <a:spLocks noGrp="1"/>
          </p:cNvSpPr>
          <p:nvPr/>
        </p:nvSpPr>
        <p:spPr>
          <a:xfrm>
            <a:off x="1141346" y="4629150"/>
            <a:ext cx="2476500" cy="352425"/>
          </a:xfrm>
          <a:prstGeom prst="rect">
            <a:avLst/>
          </a:prstGeom>
          <a:noFill/>
          <a:ln w="0">
            <a:noFill/>
          </a:ln>
        </p:spPr>
        <p:txBody>
          <a:bodyPr wrap="square" lIns="0" tIns="0" rIns="0" bIns="0" anchor="t">
            <a:noAutofit/>
          </a:bodyPr>
          <a:lstStyle/>
          <a:p>
            <a:pPr algn="ctr">
              <a:lnSpc>
                <a:spcPct val="105000"/>
              </a:lnSpc>
              <a:spcBef>
                <a:spcPts val="0"/>
              </a:spcBef>
              <a:spcAft>
                <a:spcPts val="0"/>
              </a:spcAft>
              <a:buNone/>
              <a:defRPr sz="2000" b="0">
                <a:solidFill>
                  <a:srgbClr val="61707D"/>
                </a:solidFill>
                <a:latin typeface="Calibri"/>
                <a:ea typeface="Calibri"/>
                <a:cs typeface="Calibri"/>
              </a:defRPr>
            </a:pPr>
            <a:r>
              <a:rPr lang="de-DE" sz="2000" b="0" dirty="0">
                <a:solidFill>
                  <a:srgbClr val="61707D"/>
                </a:solidFill>
                <a:latin typeface="Calibri"/>
                <a:ea typeface="Calibri"/>
                <a:cs typeface="Calibri"/>
              </a:rPr>
              <a:t>Block erfassen &amp; einschwingen</a:t>
            </a:r>
            <a:endParaRPr sz="2000" b="0" dirty="0">
              <a:solidFill>
                <a:srgbClr val="61707D"/>
              </a:solidFill>
              <a:latin typeface="Calibri"/>
              <a:ea typeface="Calibri"/>
              <a:cs typeface="Calibri"/>
            </a:endParaRPr>
          </a:p>
        </p:txBody>
      </p:sp>
      <p:sp>
        <p:nvSpPr>
          <p:cNvPr id="1015" name="selected-label">
            <a:extLst>
              <a:ext uri="{FF2B5EF4-FFF2-40B4-BE49-F238E27FC236}">
                <a16:creationId xmlns:a16="http://schemas.microsoft.com/office/drawing/2014/main" id="{70D1634B-182F-4522-A2EA-FC4280D89DCE}"/>
              </a:ext>
            </a:extLst>
          </p:cNvPr>
          <p:cNvSpPr>
            <a:spLocks noGrp="1"/>
          </p:cNvSpPr>
          <p:nvPr/>
        </p:nvSpPr>
        <p:spPr>
          <a:xfrm>
            <a:off x="4476750" y="4629150"/>
            <a:ext cx="2095500" cy="352425"/>
          </a:xfrm>
          <a:prstGeom prst="rect">
            <a:avLst/>
          </a:prstGeom>
          <a:noFill/>
          <a:ln w="0">
            <a:noFill/>
          </a:ln>
        </p:spPr>
        <p:txBody>
          <a:bodyPr wrap="square" lIns="0" tIns="0" rIns="0" bIns="0" anchor="t">
            <a:noAutofit/>
          </a:bodyPr>
          <a:lstStyle/>
          <a:p>
            <a:pPr algn="ctr">
              <a:lnSpc>
                <a:spcPct val="105000"/>
              </a:lnSpc>
              <a:spcBef>
                <a:spcPts val="0"/>
              </a:spcBef>
              <a:spcAft>
                <a:spcPts val="0"/>
              </a:spcAft>
              <a:buNone/>
              <a:defRPr sz="2000" b="0">
                <a:solidFill>
                  <a:srgbClr val="2869AF"/>
                </a:solidFill>
                <a:latin typeface="Calibri"/>
                <a:ea typeface="Calibri"/>
                <a:cs typeface="Calibri"/>
              </a:defRPr>
            </a:pPr>
            <a:r>
              <a:rPr lang="de-DE" sz="2000" b="0" dirty="0">
                <a:solidFill>
                  <a:srgbClr val="2869AF"/>
                </a:solidFill>
                <a:latin typeface="Calibri"/>
                <a:ea typeface="Calibri"/>
                <a:cs typeface="Calibri"/>
              </a:rPr>
              <a:t>Block a</a:t>
            </a:r>
            <a:r>
              <a:rPr sz="2000" b="0" dirty="0" err="1">
                <a:solidFill>
                  <a:srgbClr val="2869AF"/>
                </a:solidFill>
                <a:latin typeface="Calibri"/>
                <a:ea typeface="Calibri"/>
                <a:cs typeface="Calibri"/>
              </a:rPr>
              <a:t>usgewählt</a:t>
            </a:r>
            <a:endParaRPr sz="2000" b="0" dirty="0">
              <a:solidFill>
                <a:srgbClr val="2869AF"/>
              </a:solidFill>
              <a:latin typeface="Calibri"/>
              <a:ea typeface="Calibri"/>
              <a:cs typeface="Calibri"/>
            </a:endParaRPr>
          </a:p>
        </p:txBody>
      </p:sp>
      <p:sp>
        <p:nvSpPr>
          <p:cNvPr id="1016" name="late-label">
            <a:extLst>
              <a:ext uri="{FF2B5EF4-FFF2-40B4-BE49-F238E27FC236}">
                <a16:creationId xmlns:a16="http://schemas.microsoft.com/office/drawing/2014/main" id="{92F92F70-E486-48E8-AD73-4EAF0D6040B3}"/>
              </a:ext>
            </a:extLst>
          </p:cNvPr>
          <p:cNvSpPr>
            <a:spLocks noGrp="1"/>
          </p:cNvSpPr>
          <p:nvPr/>
        </p:nvSpPr>
        <p:spPr>
          <a:xfrm>
            <a:off x="8836025" y="4422775"/>
            <a:ext cx="2018984" cy="352425"/>
          </a:xfrm>
          <a:prstGeom prst="rect">
            <a:avLst/>
          </a:prstGeom>
          <a:noFill/>
          <a:ln w="0">
            <a:noFill/>
          </a:ln>
        </p:spPr>
        <p:txBody>
          <a:bodyPr wrap="square" lIns="0" tIns="0" rIns="0" bIns="0" anchor="t">
            <a:noAutofit/>
          </a:bodyPr>
          <a:lstStyle/>
          <a:p>
            <a:pPr algn="ctr">
              <a:lnSpc>
                <a:spcPct val="105000"/>
              </a:lnSpc>
              <a:spcBef>
                <a:spcPts val="0"/>
              </a:spcBef>
              <a:spcAft>
                <a:spcPts val="0"/>
              </a:spcAft>
              <a:buNone/>
              <a:defRPr sz="2000" b="0">
                <a:solidFill>
                  <a:srgbClr val="C86C18"/>
                </a:solidFill>
                <a:latin typeface="Calibri"/>
                <a:ea typeface="Calibri"/>
                <a:cs typeface="Calibri"/>
              </a:defRPr>
            </a:pPr>
            <a:r>
              <a:rPr lang="de-DE" sz="2000" dirty="0">
                <a:solidFill>
                  <a:srgbClr val="C86C18"/>
                </a:solidFill>
                <a:latin typeface="Calibri"/>
                <a:ea typeface="Calibri"/>
                <a:cs typeface="Calibri"/>
              </a:rPr>
              <a:t>nicht mehr greifbar</a:t>
            </a:r>
            <a:endParaRPr sz="2000" b="0" dirty="0">
              <a:solidFill>
                <a:srgbClr val="C86C18"/>
              </a:solidFill>
              <a:latin typeface="Calibri"/>
              <a:ea typeface="Calibri"/>
              <a:cs typeface="Calibri"/>
            </a:endParaRPr>
          </a:p>
        </p:txBody>
      </p:sp>
      <p:sp>
        <p:nvSpPr>
          <p:cNvPr id="1017" name="caption-9">
            <a:extLst>
              <a:ext uri="{FF2B5EF4-FFF2-40B4-BE49-F238E27FC236}">
                <a16:creationId xmlns:a16="http://schemas.microsoft.com/office/drawing/2014/main" id="{0DF87677-71B5-44B7-8258-A5ADBFD634B4}"/>
              </a:ext>
            </a:extLst>
          </p:cNvPr>
          <p:cNvSpPr>
            <a:spLocks noGrp="1"/>
          </p:cNvSpPr>
          <p:nvPr/>
        </p:nvSpPr>
        <p:spPr>
          <a:xfrm>
            <a:off x="333375" y="5743575"/>
            <a:ext cx="10906125" cy="2571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200" b="0">
                <a:solidFill>
                  <a:srgbClr val="61707D"/>
                </a:solidFill>
                <a:latin typeface="Calibri"/>
                <a:ea typeface="Calibri"/>
                <a:cs typeface="Calibri"/>
              </a:defRPr>
            </a:pPr>
            <a:r>
              <a:rPr sz="1200" b="0">
                <a:solidFill>
                  <a:srgbClr val="61707D"/>
                </a:solidFill>
                <a:latin typeface="Calibri"/>
                <a:ea typeface="Calibri"/>
                <a:cs typeface="Calibri"/>
              </a:rPr>
              <a:t>Schematische Kandidaten und geschwindigkeitsabhängige Greifebene</a:t>
            </a:r>
          </a:p>
        </p:txBody>
      </p:sp>
      <p:sp>
        <p:nvSpPr>
          <p:cNvPr id="4" name="Datumsplatzhalter 3">
            <a:extLst>
              <a:ext uri="{FF2B5EF4-FFF2-40B4-BE49-F238E27FC236}">
                <a16:creationId xmlns:a16="http://schemas.microsoft.com/office/drawing/2014/main" id="{E0FFCA09-E868-9414-C3D5-52C11A450128}"/>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777BDD82-559A-FBCF-840E-DAED8E813974}"/>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BB7CC81-C6DE-2590-E212-45E5CDB9E723}"/>
              </a:ext>
            </a:extLst>
          </p:cNvPr>
          <p:cNvSpPr>
            <a:spLocks noGrp="1"/>
          </p:cNvSpPr>
          <p:nvPr>
            <p:ph type="sldNum" sz="quarter" idx="29"/>
          </p:nvPr>
        </p:nvSpPr>
        <p:spPr/>
        <p:txBody>
          <a:bodyPr/>
          <a:lstStyle/>
          <a:p>
            <a:fld id="{13005BA2-ABF8-0A46-8B15-84F2660EFA6C}" type="slidenum">
              <a:rPr lang="de-DE" smtClean="0"/>
              <a:pPr/>
              <a:t>10</a:t>
            </a:fld>
            <a:endParaRPr lang="de-DE"/>
          </a:p>
        </p:txBody>
      </p:sp>
      <p:sp>
        <p:nvSpPr>
          <p:cNvPr id="28" name="Ellipse 27">
            <a:extLst>
              <a:ext uri="{FF2B5EF4-FFF2-40B4-BE49-F238E27FC236}">
                <a16:creationId xmlns:a16="http://schemas.microsoft.com/office/drawing/2014/main" id="{FB4AC40B-D575-CE46-9C3C-D88DDDEBDFFC}"/>
              </a:ext>
            </a:extLst>
          </p:cNvPr>
          <p:cNvSpPr>
            <a:spLocks noGrp="1"/>
          </p:cNvSpPr>
          <p:nvPr/>
        </p:nvSpPr>
        <p:spPr>
          <a:xfrm>
            <a:off x="8784907" y="351009"/>
            <a:ext cx="323850" cy="323850"/>
          </a:xfrm>
          <a:prstGeom prst="ellipse">
            <a:avLst/>
          </a:prstGeom>
          <a:solidFill>
            <a:srgbClr val="DCE3E6"/>
          </a:solidFill>
          <a:ln w="11430">
            <a:solidFill>
              <a:srgbClr val="263238"/>
            </a:solidFill>
            <a:prstDash val="solid"/>
          </a:ln>
        </p:spPr>
        <p:txBody>
          <a:bodyPr/>
          <a:lstStyle/>
          <a:p>
            <a:endParaRPr lang="de-DE"/>
          </a:p>
        </p:txBody>
      </p:sp>
      <p:sp>
        <p:nvSpPr>
          <p:cNvPr id="30" name="Rechteck: abgerundete Ecken 29">
            <a:extLst>
              <a:ext uri="{FF2B5EF4-FFF2-40B4-BE49-F238E27FC236}">
                <a16:creationId xmlns:a16="http://schemas.microsoft.com/office/drawing/2014/main" id="{FC25956C-F9E8-22C7-40D1-42205E064E21}"/>
              </a:ext>
            </a:extLst>
          </p:cNvPr>
          <p:cNvSpPr>
            <a:spLocks noGrp="1"/>
          </p:cNvSpPr>
          <p:nvPr/>
        </p:nvSpPr>
        <p:spPr>
          <a:xfrm rot="1683492">
            <a:off x="8806616" y="610864"/>
            <a:ext cx="1047750" cy="171450"/>
          </a:xfrm>
          <a:prstGeom prst="roundRect">
            <a:avLst>
              <a:gd name="adj" fmla="val 33333"/>
            </a:avLst>
          </a:prstGeom>
          <a:solidFill>
            <a:srgbClr val="DCE3E6"/>
          </a:solidFill>
          <a:ln w="0">
            <a:solidFill>
              <a:srgbClr val="DCE3E6"/>
            </a:solidFill>
            <a:prstDash val="solid"/>
          </a:ln>
        </p:spPr>
        <p:txBody>
          <a:bodyPr/>
          <a:lstStyle/>
          <a:p>
            <a:endParaRPr lang="de-DE"/>
          </a:p>
        </p:txBody>
      </p:sp>
      <p:sp>
        <p:nvSpPr>
          <p:cNvPr id="32" name="Ellipse 31">
            <a:extLst>
              <a:ext uri="{FF2B5EF4-FFF2-40B4-BE49-F238E27FC236}">
                <a16:creationId xmlns:a16="http://schemas.microsoft.com/office/drawing/2014/main" id="{13151373-9620-43F2-D9CE-F1C65F1A51B7}"/>
              </a:ext>
            </a:extLst>
          </p:cNvPr>
          <p:cNvSpPr>
            <a:spLocks noGrp="1"/>
          </p:cNvSpPr>
          <p:nvPr/>
        </p:nvSpPr>
        <p:spPr>
          <a:xfrm>
            <a:off x="9572625" y="749300"/>
            <a:ext cx="304800" cy="304800"/>
          </a:xfrm>
          <a:prstGeom prst="ellipse">
            <a:avLst/>
          </a:prstGeom>
          <a:solidFill>
            <a:srgbClr val="DCE3E6"/>
          </a:solidFill>
          <a:ln w="11430">
            <a:solidFill>
              <a:srgbClr val="263238"/>
            </a:solidFill>
            <a:prstDash val="solid"/>
          </a:ln>
        </p:spPr>
      </p:sp>
      <p:sp>
        <p:nvSpPr>
          <p:cNvPr id="34" name="Ellipse 33">
            <a:extLst>
              <a:ext uri="{FF2B5EF4-FFF2-40B4-BE49-F238E27FC236}">
                <a16:creationId xmlns:a16="http://schemas.microsoft.com/office/drawing/2014/main" id="{29EE048F-C1E2-04B2-7A6E-394C418526AF}"/>
              </a:ext>
            </a:extLst>
          </p:cNvPr>
          <p:cNvSpPr>
            <a:spLocks noGrp="1"/>
          </p:cNvSpPr>
          <p:nvPr/>
        </p:nvSpPr>
        <p:spPr>
          <a:xfrm>
            <a:off x="9667875" y="825500"/>
            <a:ext cx="133350" cy="133350"/>
          </a:xfrm>
          <a:prstGeom prst="ellipse">
            <a:avLst/>
          </a:prstGeom>
          <a:solidFill>
            <a:srgbClr val="147EAE"/>
          </a:solidFill>
          <a:ln w="0">
            <a:solidFill>
              <a:srgbClr val="147EAE"/>
            </a:solidFill>
            <a:prstDash val="solid"/>
          </a:ln>
        </p:spPr>
      </p:sp>
      <p:sp>
        <p:nvSpPr>
          <p:cNvPr id="36" name="Gerader Verbinder 35">
            <a:extLst>
              <a:ext uri="{FF2B5EF4-FFF2-40B4-BE49-F238E27FC236}">
                <a16:creationId xmlns:a16="http://schemas.microsoft.com/office/drawing/2014/main" id="{D28BF024-2692-F460-CEDE-F10B46B37BC4}"/>
              </a:ext>
            </a:extLst>
          </p:cNvPr>
          <p:cNvSpPr>
            <a:spLocks noGrp="1"/>
          </p:cNvSpPr>
          <p:nvPr/>
        </p:nvSpPr>
        <p:spPr>
          <a:xfrm>
            <a:off x="9734550" y="958850"/>
            <a:ext cx="0" cy="495300"/>
          </a:xfrm>
          <a:prstGeom prst="line">
            <a:avLst/>
          </a:prstGeom>
          <a:noFill/>
          <a:ln w="11430">
            <a:solidFill>
              <a:srgbClr val="5C6770"/>
            </a:solidFill>
            <a:prstDash val="dash"/>
          </a:ln>
        </p:spPr>
      </p:sp>
      <p:sp>
        <p:nvSpPr>
          <p:cNvPr id="38" name="Rechteck: abgerundete Ecken 37">
            <a:extLst>
              <a:ext uri="{FF2B5EF4-FFF2-40B4-BE49-F238E27FC236}">
                <a16:creationId xmlns:a16="http://schemas.microsoft.com/office/drawing/2014/main" id="{81F695D2-5C04-984E-79AF-8B67659BEE74}"/>
              </a:ext>
            </a:extLst>
          </p:cNvPr>
          <p:cNvSpPr>
            <a:spLocks noGrp="1"/>
          </p:cNvSpPr>
          <p:nvPr/>
        </p:nvSpPr>
        <p:spPr>
          <a:xfrm>
            <a:off x="9448800" y="1454150"/>
            <a:ext cx="571500" cy="723900"/>
          </a:xfrm>
          <a:prstGeom prst="roundRect">
            <a:avLst>
              <a:gd name="adj" fmla="val 5000"/>
            </a:avLst>
          </a:prstGeom>
          <a:solidFill>
            <a:srgbClr val="FFFFFF"/>
          </a:solidFill>
          <a:ln w="13335">
            <a:solidFill>
              <a:srgbClr val="263238"/>
            </a:solidFill>
            <a:prstDash val="solid"/>
          </a:ln>
        </p:spPr>
      </p:sp>
      <p:sp>
        <p:nvSpPr>
          <p:cNvPr id="40" name="Rechteck: abgerundete Ecken 39">
            <a:extLst>
              <a:ext uri="{FF2B5EF4-FFF2-40B4-BE49-F238E27FC236}">
                <a16:creationId xmlns:a16="http://schemas.microsoft.com/office/drawing/2014/main" id="{2CFF33D7-A15C-6611-50B7-216929EE5F4D}"/>
              </a:ext>
            </a:extLst>
          </p:cNvPr>
          <p:cNvSpPr>
            <a:spLocks noGrp="1"/>
          </p:cNvSpPr>
          <p:nvPr/>
        </p:nvSpPr>
        <p:spPr>
          <a:xfrm>
            <a:off x="9334500" y="2120900"/>
            <a:ext cx="171450" cy="666750"/>
          </a:xfrm>
          <a:prstGeom prst="roundRect">
            <a:avLst>
              <a:gd name="adj" fmla="val 11111"/>
            </a:avLst>
          </a:prstGeom>
          <a:solidFill>
            <a:srgbClr val="DCE3E6"/>
          </a:solidFill>
          <a:ln w="11430">
            <a:solidFill>
              <a:srgbClr val="263238"/>
            </a:solidFill>
            <a:prstDash val="solid"/>
          </a:ln>
        </p:spPr>
      </p:sp>
      <p:sp>
        <p:nvSpPr>
          <p:cNvPr id="42" name="Rechteck: abgerundete Ecken 41">
            <a:extLst>
              <a:ext uri="{FF2B5EF4-FFF2-40B4-BE49-F238E27FC236}">
                <a16:creationId xmlns:a16="http://schemas.microsoft.com/office/drawing/2014/main" id="{1DC5DF24-28E4-3594-6B86-91C188BA0C81}"/>
              </a:ext>
            </a:extLst>
          </p:cNvPr>
          <p:cNvSpPr>
            <a:spLocks noGrp="1"/>
          </p:cNvSpPr>
          <p:nvPr/>
        </p:nvSpPr>
        <p:spPr>
          <a:xfrm>
            <a:off x="9963150" y="2120900"/>
            <a:ext cx="171450" cy="666750"/>
          </a:xfrm>
          <a:prstGeom prst="roundRect">
            <a:avLst>
              <a:gd name="adj" fmla="val 11111"/>
            </a:avLst>
          </a:prstGeom>
          <a:solidFill>
            <a:srgbClr val="DCE3E6"/>
          </a:solidFill>
          <a:ln w="11430">
            <a:solidFill>
              <a:srgbClr val="263238"/>
            </a:solidFill>
            <a:prstDash val="solid"/>
          </a:ln>
        </p:spPr>
      </p:sp>
    </p:spTree>
    <p:extLst>
      <p:ext uri="{BB962C8B-B14F-4D97-AF65-F5344CB8AC3E}">
        <p14:creationId xmlns:p14="http://schemas.microsoft.com/office/powerpoint/2010/main" val="1106493487"/>
      </p:ext>
    </p:extLst>
  </p:cSld>
  <p:clrMapOvr>
    <a:masterClrMapping/>
  </p:clrMapOvr>
  <p:transition spd="slow">
    <p:push dir="u"/>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755115077">
            <a:extLst>
              <a:ext uri="{FF2B5EF4-FFF2-40B4-BE49-F238E27FC236}">
                <a16:creationId xmlns:a16="http://schemas.microsoft.com/office/drawing/2014/main" id="{C5088F6C-1511-32DE-CD13-3342F24CB9FF}"/>
              </a:ext>
            </a:extLst>
          </p:cNvPr>
          <p:cNvPicPr>
            <a:picLocks noChangeAspect="1"/>
          </p:cNvPicPr>
          <p:nvPr/>
        </p:nvPicPr>
        <p:blipFill>
          <a:blip r:embed="rId3"/>
          <a:stretch>
            <a:fillRect/>
          </a:stretch>
        </p:blipFill>
        <p:spPr>
          <a:xfrm>
            <a:off x="365056" y="709432"/>
            <a:ext cx="7957309" cy="4162941"/>
          </a:xfrm>
          <a:prstGeom prst="rect">
            <a:avLst/>
          </a:prstGeom>
        </p:spPr>
      </p:pic>
      <p:sp>
        <p:nvSpPr>
          <p:cNvPr id="1035" name="slide-title">
            <a:extLst>
              <a:ext uri="{FF2B5EF4-FFF2-40B4-BE49-F238E27FC236}">
                <a16:creationId xmlns:a16="http://schemas.microsoft.com/office/drawing/2014/main" id="{CFEE2F63-30CB-4E04-8A78-5BA8CB61EA52}"/>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lang="de-DE" sz="3200" b="0" dirty="0">
                <a:solidFill>
                  <a:srgbClr val="2869AF"/>
                </a:solidFill>
                <a:latin typeface="Calibri"/>
                <a:ea typeface="Calibri"/>
                <a:cs typeface="Calibri"/>
              </a:rPr>
              <a:t>Umsetzung „On the Fly“-Picking</a:t>
            </a:r>
            <a:endParaRPr sz="3200" b="0" dirty="0">
              <a:solidFill>
                <a:srgbClr val="2869AF"/>
              </a:solidFill>
              <a:latin typeface="Calibri"/>
              <a:ea typeface="Calibri"/>
              <a:cs typeface="Calibri"/>
            </a:endParaRPr>
          </a:p>
        </p:txBody>
      </p:sp>
      <p:sp>
        <p:nvSpPr>
          <p:cNvPr id="1018" name="lead-track">
            <a:extLst>
              <a:ext uri="{FF2B5EF4-FFF2-40B4-BE49-F238E27FC236}">
                <a16:creationId xmlns:a16="http://schemas.microsoft.com/office/drawing/2014/main" id="{32DEDF6B-20EA-4C0F-A026-C04CBCB8E2DB}"/>
              </a:ext>
            </a:extLst>
          </p:cNvPr>
          <p:cNvSpPr>
            <a:spLocks noGrp="1"/>
          </p:cNvSpPr>
          <p:nvPr/>
        </p:nvSpPr>
        <p:spPr>
          <a:xfrm>
            <a:off x="581658" y="5791672"/>
            <a:ext cx="9001125" cy="953"/>
          </a:xfrm>
          <a:custGeom>
            <a:avLst/>
            <a:gdLst/>
            <a:ahLst/>
            <a:cxnLst/>
            <a:rect l="0" t="0" r="0" b="0"/>
            <a:pathLst>
              <a:path w="9001125" h="953">
                <a:moveTo>
                  <a:pt x="0" y="0"/>
                </a:moveTo>
                <a:lnTo>
                  <a:pt x="9001125" y="0"/>
                </a:lnTo>
              </a:path>
            </a:pathLst>
          </a:custGeom>
          <a:noFill/>
          <a:ln w="19050">
            <a:solidFill>
              <a:srgbClr val="ADB8C3"/>
            </a:solidFill>
            <a:prstDash val="solid"/>
          </a:ln>
        </p:spPr>
      </p:sp>
      <p:sp>
        <p:nvSpPr>
          <p:cNvPr id="1019" name="block-position">
            <a:extLst>
              <a:ext uri="{FF2B5EF4-FFF2-40B4-BE49-F238E27FC236}">
                <a16:creationId xmlns:a16="http://schemas.microsoft.com/office/drawing/2014/main" id="{41F82690-E5F0-45D0-898B-2147F282FE7A}"/>
              </a:ext>
            </a:extLst>
          </p:cNvPr>
          <p:cNvSpPr>
            <a:spLocks noGrp="1"/>
          </p:cNvSpPr>
          <p:nvPr/>
        </p:nvSpPr>
        <p:spPr>
          <a:xfrm>
            <a:off x="3943983" y="5601172"/>
            <a:ext cx="419100" cy="371475"/>
          </a:xfrm>
          <a:prstGeom prst="rect">
            <a:avLst/>
          </a:prstGeom>
          <a:solidFill>
            <a:srgbClr val="2869AF"/>
          </a:solidFill>
          <a:ln w="0">
            <a:noFill/>
          </a:ln>
        </p:spPr>
      </p:sp>
      <p:sp>
        <p:nvSpPr>
          <p:cNvPr id="1021" name="lead-position">
            <a:extLst>
              <a:ext uri="{FF2B5EF4-FFF2-40B4-BE49-F238E27FC236}">
                <a16:creationId xmlns:a16="http://schemas.microsoft.com/office/drawing/2014/main" id="{75CFEE39-32C8-46B7-84D7-159BCC06C910}"/>
              </a:ext>
            </a:extLst>
          </p:cNvPr>
          <p:cNvSpPr>
            <a:spLocks noGrp="1"/>
          </p:cNvSpPr>
          <p:nvPr/>
        </p:nvSpPr>
        <p:spPr>
          <a:xfrm>
            <a:off x="5467983" y="5620222"/>
            <a:ext cx="285750" cy="285750"/>
          </a:xfrm>
          <a:prstGeom prst="ellipse">
            <a:avLst/>
          </a:prstGeom>
          <a:noFill/>
          <a:ln w="28575">
            <a:solidFill>
              <a:srgbClr val="C86C18"/>
            </a:solidFill>
          </a:ln>
        </p:spPr>
      </p:sp>
      <p:sp>
        <p:nvSpPr>
          <p:cNvPr id="1022" name="lead-direction">
            <a:extLst>
              <a:ext uri="{FF2B5EF4-FFF2-40B4-BE49-F238E27FC236}">
                <a16:creationId xmlns:a16="http://schemas.microsoft.com/office/drawing/2014/main" id="{3CB68947-67B0-44EF-AAB3-ED54F5D5D78A}"/>
              </a:ext>
            </a:extLst>
          </p:cNvPr>
          <p:cNvSpPr>
            <a:spLocks noGrp="1"/>
          </p:cNvSpPr>
          <p:nvPr/>
        </p:nvSpPr>
        <p:spPr>
          <a:xfrm>
            <a:off x="4372608" y="5696422"/>
            <a:ext cx="933450" cy="161925"/>
          </a:xfrm>
          <a:prstGeom prst="rightArrow">
            <a:avLst/>
          </a:prstGeom>
          <a:solidFill>
            <a:srgbClr val="C86C18"/>
          </a:solidFill>
          <a:ln w="0">
            <a:noFill/>
          </a:ln>
        </p:spPr>
        <p:txBody>
          <a:bodyPr/>
          <a:lstStyle/>
          <a:p>
            <a:endParaRPr lang="de-DE"/>
          </a:p>
        </p:txBody>
      </p:sp>
      <p:sp>
        <p:nvSpPr>
          <p:cNvPr id="1024" name="block-tag">
            <a:extLst>
              <a:ext uri="{FF2B5EF4-FFF2-40B4-BE49-F238E27FC236}">
                <a16:creationId xmlns:a16="http://schemas.microsoft.com/office/drawing/2014/main" id="{B72BE5AC-D8FF-4EB8-9680-A5D6AED99802}"/>
              </a:ext>
            </a:extLst>
          </p:cNvPr>
          <p:cNvSpPr>
            <a:spLocks noGrp="1"/>
          </p:cNvSpPr>
          <p:nvPr/>
        </p:nvSpPr>
        <p:spPr>
          <a:xfrm>
            <a:off x="3905883" y="5239222"/>
            <a:ext cx="1571625" cy="2857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800" b="0">
                <a:solidFill>
                  <a:srgbClr val="2869AF"/>
                </a:solidFill>
                <a:latin typeface="Calibri"/>
                <a:ea typeface="Calibri"/>
                <a:cs typeface="Calibri"/>
              </a:defRPr>
            </a:pPr>
            <a:r>
              <a:rPr sz="1800" b="0">
                <a:solidFill>
                  <a:srgbClr val="2869AF"/>
                </a:solidFill>
                <a:latin typeface="Calibri"/>
                <a:ea typeface="Calibri"/>
                <a:cs typeface="Calibri"/>
              </a:rPr>
              <a:t>Klotz</a:t>
            </a:r>
          </a:p>
        </p:txBody>
      </p:sp>
      <p:sp>
        <p:nvSpPr>
          <p:cNvPr id="1025" name="lead-tag">
            <a:extLst>
              <a:ext uri="{FF2B5EF4-FFF2-40B4-BE49-F238E27FC236}">
                <a16:creationId xmlns:a16="http://schemas.microsoft.com/office/drawing/2014/main" id="{6824386F-547B-4787-8D43-3EE2B75F256C}"/>
              </a:ext>
            </a:extLst>
          </p:cNvPr>
          <p:cNvSpPr>
            <a:spLocks noGrp="1"/>
          </p:cNvSpPr>
          <p:nvPr/>
        </p:nvSpPr>
        <p:spPr>
          <a:xfrm>
            <a:off x="5382258" y="6067897"/>
            <a:ext cx="3810000" cy="3333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800" b="0">
                <a:solidFill>
                  <a:srgbClr val="C86C18"/>
                </a:solidFill>
                <a:latin typeface="Calibri"/>
                <a:ea typeface="Calibri"/>
                <a:cs typeface="Calibri"/>
              </a:defRPr>
            </a:pPr>
            <a:r>
              <a:rPr sz="1800" b="0">
                <a:solidFill>
                  <a:srgbClr val="C86C18"/>
                </a:solidFill>
                <a:latin typeface="Calibri"/>
                <a:ea typeface="Calibri"/>
                <a:cs typeface="Calibri"/>
              </a:rPr>
              <a:t>Zielpose mit Vorhalt</a:t>
            </a:r>
          </a:p>
        </p:txBody>
      </p:sp>
      <p:sp>
        <p:nvSpPr>
          <p:cNvPr id="1026" name="lead-value">
            <a:extLst>
              <a:ext uri="{FF2B5EF4-FFF2-40B4-BE49-F238E27FC236}">
                <a16:creationId xmlns:a16="http://schemas.microsoft.com/office/drawing/2014/main" id="{32C785F6-33B5-4EEF-BB2E-6CDD0D5554DA}"/>
              </a:ext>
            </a:extLst>
          </p:cNvPr>
          <p:cNvSpPr>
            <a:spLocks noGrp="1"/>
          </p:cNvSpPr>
          <p:nvPr/>
        </p:nvSpPr>
        <p:spPr>
          <a:xfrm>
            <a:off x="5963283" y="5296372"/>
            <a:ext cx="1809750" cy="3238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000" b="0">
                <a:solidFill>
                  <a:srgbClr val="C86C18"/>
                </a:solidFill>
                <a:latin typeface="Calibri"/>
                <a:ea typeface="Calibri"/>
                <a:cs typeface="Calibri"/>
              </a:defRPr>
            </a:pPr>
            <a:r>
              <a:rPr sz="2000" b="0">
                <a:solidFill>
                  <a:srgbClr val="C86C18"/>
                </a:solidFill>
                <a:latin typeface="Calibri"/>
                <a:ea typeface="Calibri"/>
                <a:cs typeface="Calibri"/>
              </a:rPr>
              <a:t>0,24 s</a:t>
            </a:r>
          </a:p>
        </p:txBody>
      </p:sp>
      <p:sp>
        <p:nvSpPr>
          <p:cNvPr id="4" name="Datumsplatzhalter 3">
            <a:extLst>
              <a:ext uri="{FF2B5EF4-FFF2-40B4-BE49-F238E27FC236}">
                <a16:creationId xmlns:a16="http://schemas.microsoft.com/office/drawing/2014/main" id="{E0FFCA09-E868-9414-C3D5-52C11A450128}"/>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777BDD82-559A-FBCF-840E-DAED8E813974}"/>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BB7CC81-C6DE-2590-E212-45E5CDB9E723}"/>
              </a:ext>
            </a:extLst>
          </p:cNvPr>
          <p:cNvSpPr>
            <a:spLocks noGrp="1"/>
          </p:cNvSpPr>
          <p:nvPr>
            <p:ph type="sldNum" sz="quarter" idx="29"/>
          </p:nvPr>
        </p:nvSpPr>
        <p:spPr/>
        <p:txBody>
          <a:bodyPr/>
          <a:lstStyle/>
          <a:p>
            <a:fld id="{13005BA2-ABF8-0A46-8B15-84F2660EFA6C}" type="slidenum">
              <a:rPr lang="de-DE" smtClean="0"/>
              <a:pPr/>
              <a:t>11</a:t>
            </a:fld>
            <a:endParaRPr lang="de-DE"/>
          </a:p>
        </p:txBody>
      </p:sp>
    </p:spTree>
    <p:extLst>
      <p:ext uri="{BB962C8B-B14F-4D97-AF65-F5344CB8AC3E}">
        <p14:creationId xmlns:p14="http://schemas.microsoft.com/office/powerpoint/2010/main" val="1106493487"/>
      </p:ext>
    </p:extLst>
  </p:cSld>
  <p:clrMapOvr>
    <a:masterClrMapping/>
  </p:clrMapOvr>
  <p:transition spd="slow">
    <p:push dir="u"/>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platzhalter 1">
            <a:extLst>
              <a:ext uri="{FF2B5EF4-FFF2-40B4-BE49-F238E27FC236}">
                <a16:creationId xmlns:a16="http://schemas.microsoft.com/office/drawing/2014/main" id="{B12C617B-4DF5-201F-51B1-87E59AD16A1F}"/>
              </a:ext>
            </a:extLst>
          </p:cNvPr>
          <p:cNvSpPr>
            <a:spLocks noGrp="1"/>
          </p:cNvSpPr>
          <p:nvPr>
            <p:ph type="body" sz="quarter" idx="18"/>
          </p:nvPr>
        </p:nvSpPr>
        <p:spPr/>
        <p:txBody>
          <a:bodyPr/>
          <a:lstStyle/>
          <a:p>
            <a:r>
              <a:rPr lang="de-DE" dirty="0">
                <a:solidFill>
                  <a:srgbClr val="2869AF"/>
                </a:solidFill>
              </a:rPr>
              <a:t>Vorhanden: </a:t>
            </a:r>
          </a:p>
          <a:p>
            <a:pPr marL="285750" indent="-285750">
              <a:buFont typeface="Arial" panose="020B0604020202020204" pitchFamily="34" charset="0"/>
              <a:buChar char="•"/>
            </a:pPr>
            <a:r>
              <a:rPr lang="de-DE" dirty="0"/>
              <a:t>2 Kalibrierverfahren </a:t>
            </a:r>
          </a:p>
          <a:p>
            <a:pPr marL="285750" indent="-285750">
              <a:buFont typeface="Arial" panose="020B0604020202020204" pitchFamily="34" charset="0"/>
              <a:buChar char="•"/>
            </a:pPr>
            <a:r>
              <a:rPr lang="de-DE" dirty="0"/>
              <a:t>Kalibrierung mit automatischer Schnittstelle zum Hauptprogramm</a:t>
            </a:r>
          </a:p>
          <a:p>
            <a:pPr marL="285750" indent="-285750">
              <a:buFont typeface="Arial" panose="020B0604020202020204" pitchFamily="34" charset="0"/>
              <a:buChar char="•"/>
            </a:pPr>
            <a:r>
              <a:rPr lang="de-DE" dirty="0"/>
              <a:t>Auswahl / Priorisierung der erreichbaren Ziele </a:t>
            </a:r>
          </a:p>
          <a:p>
            <a:pPr marL="285750" indent="-285750">
              <a:buFont typeface="Arial" panose="020B0604020202020204" pitchFamily="34" charset="0"/>
              <a:buChar char="•"/>
            </a:pPr>
            <a:r>
              <a:rPr lang="de-DE" dirty="0"/>
              <a:t>Präzise Geschwindigkeits-, Richtungs- &amp; Positionserkennung</a:t>
            </a:r>
          </a:p>
          <a:p>
            <a:endParaRPr lang="de-DE" dirty="0"/>
          </a:p>
          <a:p>
            <a:r>
              <a:rPr lang="de-DE" dirty="0">
                <a:solidFill>
                  <a:srgbClr val="2869AF"/>
                </a:solidFill>
              </a:rPr>
              <a:t>Optimierungspotenzial: </a:t>
            </a:r>
          </a:p>
          <a:p>
            <a:pPr marL="285750" indent="-285750">
              <a:buFont typeface="Arial" panose="020B0604020202020204" pitchFamily="34" charset="0"/>
              <a:buChar char="•"/>
            </a:pPr>
            <a:r>
              <a:rPr lang="de-DE" dirty="0"/>
              <a:t>Kürzere Ablagewege / Ablage mit gezielter Platzierung („Tetris“)</a:t>
            </a:r>
          </a:p>
          <a:p>
            <a:pPr marL="285750" indent="-285750">
              <a:buFont typeface="Arial" panose="020B0604020202020204" pitchFamily="34" charset="0"/>
              <a:buChar char="•"/>
            </a:pPr>
            <a:r>
              <a:rPr lang="de-DE" dirty="0"/>
              <a:t>Bildverarbeitung auslagern </a:t>
            </a:r>
            <a:r>
              <a:rPr lang="de-DE" dirty="0">
                <a:sym typeface="Wingdings" panose="05000000000000000000" pitchFamily="2" charset="2"/>
              </a:rPr>
              <a:t> kürzere Taktzeiten </a:t>
            </a:r>
          </a:p>
          <a:p>
            <a:pPr marL="285750" indent="-285750">
              <a:buFont typeface="Arial" panose="020B0604020202020204" pitchFamily="34" charset="0"/>
              <a:buChar char="•"/>
            </a:pPr>
            <a:r>
              <a:rPr lang="de-DE" dirty="0"/>
              <a:t>Integration Roboter-Kamera (wenn vorteilhaft)</a:t>
            </a:r>
          </a:p>
          <a:p>
            <a:pPr marL="285750" indent="-285750">
              <a:buFont typeface="Arial" panose="020B0604020202020204" pitchFamily="34" charset="0"/>
              <a:buChar char="•"/>
            </a:pPr>
            <a:r>
              <a:rPr lang="de-DE" dirty="0"/>
              <a:t>Kürzere Detektion &amp; Schnellerer Bewegungsablauf </a:t>
            </a:r>
          </a:p>
        </p:txBody>
      </p:sp>
      <p:sp>
        <p:nvSpPr>
          <p:cNvPr id="3" name="Datumsplatzhalter 2">
            <a:extLst>
              <a:ext uri="{FF2B5EF4-FFF2-40B4-BE49-F238E27FC236}">
                <a16:creationId xmlns:a16="http://schemas.microsoft.com/office/drawing/2014/main" id="{C486571C-AD2F-9633-1C9C-32E08B7D478D}"/>
              </a:ext>
            </a:extLst>
          </p:cNvPr>
          <p:cNvSpPr>
            <a:spLocks noGrp="1"/>
          </p:cNvSpPr>
          <p:nvPr>
            <p:ph type="dt" sz="half" idx="28"/>
          </p:nvPr>
        </p:nvSpPr>
        <p:spPr/>
        <p:txBody>
          <a:bodyPr/>
          <a:lstStyle/>
          <a:p>
            <a:r>
              <a:rPr lang="de-DE"/>
              <a:t>FuE-Projekt Sommersemester 2026 | 30.09.2026</a:t>
            </a:r>
            <a:endParaRPr lang="de-DE" dirty="0"/>
          </a:p>
        </p:txBody>
      </p:sp>
      <p:sp>
        <p:nvSpPr>
          <p:cNvPr id="4" name="Fußzeilenplatzhalter 3">
            <a:extLst>
              <a:ext uri="{FF2B5EF4-FFF2-40B4-BE49-F238E27FC236}">
                <a16:creationId xmlns:a16="http://schemas.microsoft.com/office/drawing/2014/main" id="{E6622074-AF92-4EAD-220A-FE75450E9C81}"/>
              </a:ext>
            </a:extLst>
          </p:cNvPr>
          <p:cNvSpPr>
            <a:spLocks noGrp="1"/>
          </p:cNvSpPr>
          <p:nvPr>
            <p:ph type="ftr" sz="quarter" idx="29"/>
          </p:nvPr>
        </p:nvSpPr>
        <p:spPr/>
        <p:txBody>
          <a:bodyPr/>
          <a:lstStyle/>
          <a:p>
            <a:r>
              <a:rPr lang="de-DE"/>
              <a:t>Hochschule Karlsruhe</a:t>
            </a:r>
          </a:p>
        </p:txBody>
      </p:sp>
      <p:sp>
        <p:nvSpPr>
          <p:cNvPr id="5" name="Foliennummernplatzhalter 4">
            <a:extLst>
              <a:ext uri="{FF2B5EF4-FFF2-40B4-BE49-F238E27FC236}">
                <a16:creationId xmlns:a16="http://schemas.microsoft.com/office/drawing/2014/main" id="{CAE0A970-8A16-2549-EEAB-D8AA6D4D1B49}"/>
              </a:ext>
            </a:extLst>
          </p:cNvPr>
          <p:cNvSpPr>
            <a:spLocks noGrp="1"/>
          </p:cNvSpPr>
          <p:nvPr>
            <p:ph type="sldNum" sz="quarter" idx="30"/>
          </p:nvPr>
        </p:nvSpPr>
        <p:spPr/>
        <p:txBody>
          <a:bodyPr/>
          <a:lstStyle/>
          <a:p>
            <a:fld id="{13005BA2-ABF8-0A46-8B15-84F2660EFA6C}" type="slidenum">
              <a:rPr lang="de-DE" smtClean="0"/>
              <a:pPr/>
              <a:t>12</a:t>
            </a:fld>
            <a:endParaRPr lang="de-DE"/>
          </a:p>
        </p:txBody>
      </p:sp>
      <p:sp>
        <p:nvSpPr>
          <p:cNvPr id="6" name="Textplatzhalter 5">
            <a:extLst>
              <a:ext uri="{FF2B5EF4-FFF2-40B4-BE49-F238E27FC236}">
                <a16:creationId xmlns:a16="http://schemas.microsoft.com/office/drawing/2014/main" id="{9C3D3D88-3FE6-650F-67BB-6FE269FA0535}"/>
              </a:ext>
            </a:extLst>
          </p:cNvPr>
          <p:cNvSpPr>
            <a:spLocks noGrp="1"/>
          </p:cNvSpPr>
          <p:nvPr>
            <p:ph type="body" sz="quarter" idx="24"/>
          </p:nvPr>
        </p:nvSpPr>
        <p:spPr/>
        <p:txBody>
          <a:bodyPr/>
          <a:lstStyle/>
          <a:p>
            <a:r>
              <a:rPr lang="de-DE" dirty="0"/>
              <a:t>Fazit und Ausblick</a:t>
            </a:r>
          </a:p>
        </p:txBody>
      </p:sp>
    </p:spTree>
    <p:extLst>
      <p:ext uri="{BB962C8B-B14F-4D97-AF65-F5344CB8AC3E}">
        <p14:creationId xmlns:p14="http://schemas.microsoft.com/office/powerpoint/2010/main" val="79939827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platzhalter 1">
            <a:extLst>
              <a:ext uri="{FF2B5EF4-FFF2-40B4-BE49-F238E27FC236}">
                <a16:creationId xmlns:a16="http://schemas.microsoft.com/office/drawing/2014/main" id="{5D1AD3B2-3A58-B3D5-453B-F940F8A1E096}"/>
              </a:ext>
            </a:extLst>
          </p:cNvPr>
          <p:cNvSpPr>
            <a:spLocks noGrp="1"/>
          </p:cNvSpPr>
          <p:nvPr>
            <p:ph type="body" sz="quarter" idx="11"/>
          </p:nvPr>
        </p:nvSpPr>
        <p:spPr/>
        <p:txBody>
          <a:bodyPr/>
          <a:lstStyle/>
          <a:p>
            <a:endParaRPr lang="de-DE"/>
          </a:p>
        </p:txBody>
      </p:sp>
      <p:sp>
        <p:nvSpPr>
          <p:cNvPr id="3" name="Bildplatzhalter 2">
            <a:extLst>
              <a:ext uri="{FF2B5EF4-FFF2-40B4-BE49-F238E27FC236}">
                <a16:creationId xmlns:a16="http://schemas.microsoft.com/office/drawing/2014/main" id="{CEDBFA9C-FF98-1CF4-6AFF-B016208C3BA2}"/>
              </a:ext>
            </a:extLst>
          </p:cNvPr>
          <p:cNvSpPr>
            <a:spLocks noGrp="1"/>
          </p:cNvSpPr>
          <p:nvPr>
            <p:ph type="pic" sz="quarter" idx="12"/>
          </p:nvPr>
        </p:nvSpPr>
        <p:spPr/>
        <p:txBody>
          <a:bodyPr/>
          <a:lstStyle/>
          <a:p>
            <a:endParaRPr lang="de-DE"/>
          </a:p>
        </p:txBody>
      </p:sp>
      <p:sp>
        <p:nvSpPr>
          <p:cNvPr id="4" name="Textplatzhalter 3">
            <a:extLst>
              <a:ext uri="{FF2B5EF4-FFF2-40B4-BE49-F238E27FC236}">
                <a16:creationId xmlns:a16="http://schemas.microsoft.com/office/drawing/2014/main" id="{C61DC95C-AF10-A715-17F4-462FA20AA330}"/>
              </a:ext>
            </a:extLst>
          </p:cNvPr>
          <p:cNvSpPr>
            <a:spLocks noGrp="1"/>
          </p:cNvSpPr>
          <p:nvPr>
            <p:ph type="body" sz="quarter" idx="15"/>
          </p:nvPr>
        </p:nvSpPr>
        <p:spPr/>
        <p:txBody>
          <a:bodyPr/>
          <a:lstStyle/>
          <a:p>
            <a:endParaRPr lang="de-DE"/>
          </a:p>
        </p:txBody>
      </p:sp>
    </p:spTree>
    <p:extLst>
      <p:ext uri="{BB962C8B-B14F-4D97-AF65-F5344CB8AC3E}">
        <p14:creationId xmlns:p14="http://schemas.microsoft.com/office/powerpoint/2010/main" val="247177055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platzhalter 1">
            <a:extLst>
              <a:ext uri="{FF2B5EF4-FFF2-40B4-BE49-F238E27FC236}">
                <a16:creationId xmlns:a16="http://schemas.microsoft.com/office/drawing/2014/main" id="{7C8093CA-8FAF-2ED6-13F4-9BAC45529093}"/>
              </a:ext>
            </a:extLst>
          </p:cNvPr>
          <p:cNvSpPr>
            <a:spLocks noGrp="1"/>
          </p:cNvSpPr>
          <p:nvPr>
            <p:ph type="body" sz="quarter" idx="11"/>
          </p:nvPr>
        </p:nvSpPr>
        <p:spPr/>
        <p:txBody>
          <a:bodyPr/>
          <a:lstStyle/>
          <a:p>
            <a:r>
              <a:rPr lang="de-DE" dirty="0" err="1"/>
              <a:t>BackUp</a:t>
            </a:r>
            <a:r>
              <a:rPr lang="de-DE" dirty="0"/>
              <a:t> Folien</a:t>
            </a:r>
          </a:p>
        </p:txBody>
      </p:sp>
      <p:sp>
        <p:nvSpPr>
          <p:cNvPr id="3" name="Bildplatzhalter 2">
            <a:extLst>
              <a:ext uri="{FF2B5EF4-FFF2-40B4-BE49-F238E27FC236}">
                <a16:creationId xmlns:a16="http://schemas.microsoft.com/office/drawing/2014/main" id="{5B8D70A3-9364-C999-CFB8-2A3D86210BDB}"/>
              </a:ext>
            </a:extLst>
          </p:cNvPr>
          <p:cNvSpPr>
            <a:spLocks noGrp="1" noChangeAspect="1"/>
          </p:cNvSpPr>
          <p:nvPr>
            <p:ph type="pic" sz="quarter" idx="12"/>
          </p:nvPr>
        </p:nvSpPr>
        <p:spPr/>
      </p:sp>
      <p:sp>
        <p:nvSpPr>
          <p:cNvPr id="4" name="Textplatzhalter 3">
            <a:extLst>
              <a:ext uri="{FF2B5EF4-FFF2-40B4-BE49-F238E27FC236}">
                <a16:creationId xmlns:a16="http://schemas.microsoft.com/office/drawing/2014/main" id="{D9031A88-51BE-C99E-30F2-2FF573090D31}"/>
              </a:ext>
            </a:extLst>
          </p:cNvPr>
          <p:cNvSpPr>
            <a:spLocks noGrp="1"/>
          </p:cNvSpPr>
          <p:nvPr>
            <p:ph type="body" sz="quarter" idx="15"/>
          </p:nvPr>
        </p:nvSpPr>
        <p:spPr/>
        <p:txBody>
          <a:bodyPr/>
          <a:lstStyle/>
          <a:p>
            <a:endParaRPr lang="de-DE"/>
          </a:p>
        </p:txBody>
      </p:sp>
    </p:spTree>
    <p:extLst>
      <p:ext uri="{BB962C8B-B14F-4D97-AF65-F5344CB8AC3E}">
        <p14:creationId xmlns:p14="http://schemas.microsoft.com/office/powerpoint/2010/main" val="194681501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388E054D-B2D8-B24B-B63F-996F7F18109B}"/>
              </a:ext>
            </a:extLst>
          </p:cNvPr>
          <p:cNvSpPr>
            <a:spLocks noGrp="1"/>
          </p:cNvSpPr>
          <p:nvPr>
            <p:ph type="dt" sz="half" idx="28"/>
          </p:nvPr>
        </p:nvSpPr>
        <p:spPr/>
        <p:txBody>
          <a:bodyPr/>
          <a:lstStyle/>
          <a:p>
            <a:r>
              <a:rPr lang="de-DE"/>
              <a:t>FuE-Projekt Sommersemester 2026 | 30.09.2026</a:t>
            </a:r>
            <a:endParaRPr lang="de-DE" dirty="0"/>
          </a:p>
        </p:txBody>
      </p:sp>
      <p:sp>
        <p:nvSpPr>
          <p:cNvPr id="4" name="Fußzeilenplatzhalter 3">
            <a:extLst>
              <a:ext uri="{FF2B5EF4-FFF2-40B4-BE49-F238E27FC236}">
                <a16:creationId xmlns:a16="http://schemas.microsoft.com/office/drawing/2014/main" id="{7BBA9579-282E-8C5D-7B72-F558F8091AF5}"/>
              </a:ext>
            </a:extLst>
          </p:cNvPr>
          <p:cNvSpPr>
            <a:spLocks noGrp="1"/>
          </p:cNvSpPr>
          <p:nvPr>
            <p:ph type="ftr" sz="quarter" idx="29"/>
          </p:nvPr>
        </p:nvSpPr>
        <p:spPr/>
        <p:txBody>
          <a:bodyPr/>
          <a:lstStyle/>
          <a:p>
            <a:r>
              <a:rPr lang="de-DE"/>
              <a:t>Hochschule Karlsruhe</a:t>
            </a:r>
          </a:p>
        </p:txBody>
      </p:sp>
      <p:sp>
        <p:nvSpPr>
          <p:cNvPr id="5" name="Foliennummernplatzhalter 4">
            <a:extLst>
              <a:ext uri="{FF2B5EF4-FFF2-40B4-BE49-F238E27FC236}">
                <a16:creationId xmlns:a16="http://schemas.microsoft.com/office/drawing/2014/main" id="{285F5CE8-F3BC-7293-D1EF-73EAD368810C}"/>
              </a:ext>
            </a:extLst>
          </p:cNvPr>
          <p:cNvSpPr>
            <a:spLocks noGrp="1"/>
          </p:cNvSpPr>
          <p:nvPr>
            <p:ph type="sldNum" sz="quarter" idx="30"/>
          </p:nvPr>
        </p:nvSpPr>
        <p:spPr/>
        <p:txBody>
          <a:bodyPr/>
          <a:lstStyle/>
          <a:p>
            <a:fld id="{13005BA2-ABF8-0A46-8B15-84F2660EFA6C}" type="slidenum">
              <a:rPr lang="de-DE" smtClean="0"/>
              <a:pPr/>
              <a:t>15</a:t>
            </a:fld>
            <a:endParaRPr lang="de-DE"/>
          </a:p>
        </p:txBody>
      </p:sp>
      <p:sp>
        <p:nvSpPr>
          <p:cNvPr id="6" name="Textplatzhalter 5">
            <a:extLst>
              <a:ext uri="{FF2B5EF4-FFF2-40B4-BE49-F238E27FC236}">
                <a16:creationId xmlns:a16="http://schemas.microsoft.com/office/drawing/2014/main" id="{44EE76A5-0510-65F6-CEFE-8AB9B4738799}"/>
              </a:ext>
            </a:extLst>
          </p:cNvPr>
          <p:cNvSpPr>
            <a:spLocks noGrp="1"/>
          </p:cNvSpPr>
          <p:nvPr>
            <p:ph type="body" sz="quarter" idx="24"/>
          </p:nvPr>
        </p:nvSpPr>
        <p:spPr/>
        <p:txBody>
          <a:bodyPr/>
          <a:lstStyle/>
          <a:p>
            <a:r>
              <a:rPr lang="de-DE" dirty="0"/>
              <a:t>Probleme Bildverarbeitung Roboter-Kamera</a:t>
            </a:r>
          </a:p>
        </p:txBody>
      </p:sp>
      <p:pic>
        <p:nvPicPr>
          <p:cNvPr id="8" name="Grafik 7">
            <a:extLst>
              <a:ext uri="{FF2B5EF4-FFF2-40B4-BE49-F238E27FC236}">
                <a16:creationId xmlns:a16="http://schemas.microsoft.com/office/drawing/2014/main" id="{43F61627-153B-62A0-518F-1EC338EF4C1C}"/>
              </a:ext>
            </a:extLst>
          </p:cNvPr>
          <p:cNvPicPr>
            <a:picLocks noChangeAspect="1"/>
          </p:cNvPicPr>
          <p:nvPr/>
        </p:nvPicPr>
        <p:blipFill>
          <a:blip r:embed="rId2"/>
          <a:srcRect t="693"/>
          <a:stretch>
            <a:fillRect/>
          </a:stretch>
        </p:blipFill>
        <p:spPr>
          <a:xfrm rot="5400000">
            <a:off x="1732607" y="-488733"/>
            <a:ext cx="5105468" cy="7901284"/>
          </a:xfrm>
          <a:prstGeom prst="rect">
            <a:avLst/>
          </a:prstGeom>
        </p:spPr>
      </p:pic>
    </p:spTree>
    <p:extLst>
      <p:ext uri="{BB962C8B-B14F-4D97-AF65-F5344CB8AC3E}">
        <p14:creationId xmlns:p14="http://schemas.microsoft.com/office/powerpoint/2010/main" val="389365852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023" name="Gerade Verbindung mit Pfeil 2022"/>
          <p:cNvCxnSpPr>
            <a:stCxn id="2019" idx="2"/>
            <a:endCxn id="2005" idx="0"/>
          </p:cNvCxnSpPr>
          <p:nvPr/>
        </p:nvCxnSpPr>
        <p:spPr>
          <a:xfrm flipH="1">
            <a:off x="9786938" y="3333750"/>
            <a:ext cx="797720" cy="857250"/>
          </a:xfrm>
          <a:prstGeom prst="straightConnector1">
            <a:avLst/>
          </a:prstGeom>
          <a:ln w="19050">
            <a:solidFill>
              <a:srgbClr val="2869AF"/>
            </a:solidFill>
            <a:tailEnd type="triangle" w="sm" len="sm"/>
          </a:ln>
        </p:spPr>
      </p:cxnSp>
      <p:cxnSp>
        <p:nvCxnSpPr>
          <p:cNvPr id="2024" name="Gerade Verbindung mit Pfeil 2023"/>
          <p:cNvCxnSpPr>
            <a:stCxn id="2018" idx="2"/>
            <a:endCxn id="2005" idx="0"/>
          </p:cNvCxnSpPr>
          <p:nvPr/>
        </p:nvCxnSpPr>
        <p:spPr>
          <a:xfrm>
            <a:off x="8989219" y="3333750"/>
            <a:ext cx="797719" cy="857250"/>
          </a:xfrm>
          <a:prstGeom prst="straightConnector1">
            <a:avLst/>
          </a:prstGeom>
          <a:ln w="19050">
            <a:solidFill>
              <a:srgbClr val="2869AF"/>
            </a:solidFill>
            <a:tailEnd type="triangle" w="sm" len="sm"/>
          </a:ln>
        </p:spPr>
      </p:cxnSp>
      <p:cxnSp>
        <p:nvCxnSpPr>
          <p:cNvPr id="2025" name="Gerade Verbindung mit Pfeil 2024"/>
          <p:cNvCxnSpPr>
            <a:stCxn id="2016" idx="2"/>
            <a:endCxn id="2004" idx="0"/>
          </p:cNvCxnSpPr>
          <p:nvPr/>
        </p:nvCxnSpPr>
        <p:spPr>
          <a:xfrm>
            <a:off x="7239000" y="3333750"/>
            <a:ext cx="0" cy="857250"/>
          </a:xfrm>
          <a:prstGeom prst="straightConnector1">
            <a:avLst/>
          </a:prstGeom>
          <a:ln w="19050">
            <a:solidFill>
              <a:srgbClr val="2869AF"/>
            </a:solidFill>
            <a:tailEnd type="triangle" w="sm" len="sm"/>
          </a:ln>
        </p:spPr>
      </p:cxnSp>
      <p:cxnSp>
        <p:nvCxnSpPr>
          <p:cNvPr id="2026" name="Gerade Verbindung mit Pfeil 2025"/>
          <p:cNvCxnSpPr>
            <a:stCxn id="2014" idx="2"/>
            <a:endCxn id="2003" idx="0"/>
          </p:cNvCxnSpPr>
          <p:nvPr/>
        </p:nvCxnSpPr>
        <p:spPr>
          <a:xfrm>
            <a:off x="5238750" y="3333750"/>
            <a:ext cx="0" cy="857250"/>
          </a:xfrm>
          <a:prstGeom prst="straightConnector1">
            <a:avLst/>
          </a:prstGeom>
          <a:ln w="19050">
            <a:solidFill>
              <a:srgbClr val="2869AF"/>
            </a:solidFill>
            <a:tailEnd type="triangle" w="sm" len="sm"/>
          </a:ln>
        </p:spPr>
      </p:cxnSp>
      <p:cxnSp>
        <p:nvCxnSpPr>
          <p:cNvPr id="2027" name="Gerade Verbindung mit Pfeil 2026"/>
          <p:cNvCxnSpPr>
            <a:stCxn id="2012" idx="2"/>
            <a:endCxn id="2002" idx="0"/>
          </p:cNvCxnSpPr>
          <p:nvPr/>
        </p:nvCxnSpPr>
        <p:spPr>
          <a:xfrm>
            <a:off x="3238500" y="3333750"/>
            <a:ext cx="0" cy="857250"/>
          </a:xfrm>
          <a:prstGeom prst="straightConnector1">
            <a:avLst/>
          </a:prstGeom>
          <a:ln w="19050">
            <a:solidFill>
              <a:srgbClr val="2869AF"/>
            </a:solidFill>
            <a:tailEnd type="triangle" w="sm" len="sm"/>
          </a:ln>
        </p:spPr>
      </p:cxnSp>
      <p:cxnSp>
        <p:nvCxnSpPr>
          <p:cNvPr id="2028" name="Gerade Verbindung mit Pfeil 2027"/>
          <p:cNvCxnSpPr>
            <a:stCxn id="2010" idx="2"/>
            <a:endCxn id="2001" idx="0"/>
          </p:cNvCxnSpPr>
          <p:nvPr/>
        </p:nvCxnSpPr>
        <p:spPr>
          <a:xfrm>
            <a:off x="1238250" y="3333750"/>
            <a:ext cx="0" cy="857250"/>
          </a:xfrm>
          <a:prstGeom prst="straightConnector1">
            <a:avLst/>
          </a:prstGeom>
          <a:ln w="19050">
            <a:solidFill>
              <a:srgbClr val="2869AF"/>
            </a:solidFill>
            <a:tailEnd type="triangle" w="sm" len="sm"/>
          </a:ln>
        </p:spPr>
      </p:cxnSp>
      <p:cxnSp>
        <p:nvCxnSpPr>
          <p:cNvPr id="2029" name="Gerade Verbindung mit Pfeil 2028"/>
          <p:cNvCxnSpPr>
            <a:stCxn id="2004" idx="3"/>
            <a:endCxn id="2005" idx="1"/>
          </p:cNvCxnSpPr>
          <p:nvPr/>
        </p:nvCxnSpPr>
        <p:spPr>
          <a:xfrm>
            <a:off x="8143875" y="4714875"/>
            <a:ext cx="190500" cy="0"/>
          </a:xfrm>
          <a:prstGeom prst="straightConnector1">
            <a:avLst/>
          </a:prstGeom>
          <a:ln w="19050">
            <a:solidFill>
              <a:srgbClr val="2869AF"/>
            </a:solidFill>
            <a:tailEnd type="triangle" w="sm" len="sm"/>
          </a:ln>
        </p:spPr>
      </p:cxnSp>
      <p:cxnSp>
        <p:nvCxnSpPr>
          <p:cNvPr id="2030" name="Gerade Verbindung mit Pfeil 2029"/>
          <p:cNvCxnSpPr>
            <a:stCxn id="2003" idx="3"/>
            <a:endCxn id="2004" idx="1"/>
          </p:cNvCxnSpPr>
          <p:nvPr/>
        </p:nvCxnSpPr>
        <p:spPr>
          <a:xfrm>
            <a:off x="6143625" y="4714875"/>
            <a:ext cx="190500" cy="0"/>
          </a:xfrm>
          <a:prstGeom prst="straightConnector1">
            <a:avLst/>
          </a:prstGeom>
          <a:ln w="19050">
            <a:solidFill>
              <a:srgbClr val="2869AF"/>
            </a:solidFill>
            <a:tailEnd type="triangle" w="sm" len="sm"/>
          </a:ln>
        </p:spPr>
      </p:cxnSp>
      <p:cxnSp>
        <p:nvCxnSpPr>
          <p:cNvPr id="2031" name="Gerade Verbindung mit Pfeil 2030"/>
          <p:cNvCxnSpPr>
            <a:stCxn id="2002" idx="3"/>
            <a:endCxn id="2003" idx="1"/>
          </p:cNvCxnSpPr>
          <p:nvPr/>
        </p:nvCxnSpPr>
        <p:spPr>
          <a:xfrm>
            <a:off x="4143375" y="4714875"/>
            <a:ext cx="190500" cy="0"/>
          </a:xfrm>
          <a:prstGeom prst="straightConnector1">
            <a:avLst/>
          </a:prstGeom>
          <a:ln w="19050">
            <a:solidFill>
              <a:srgbClr val="2869AF"/>
            </a:solidFill>
            <a:tailEnd type="triangle" w="sm" len="sm"/>
          </a:ln>
        </p:spPr>
      </p:cxnSp>
      <p:cxnSp>
        <p:nvCxnSpPr>
          <p:cNvPr id="2032" name="Gerade Verbindung mit Pfeil 2031"/>
          <p:cNvCxnSpPr>
            <a:stCxn id="2001" idx="3"/>
            <a:endCxn id="2002" idx="1"/>
          </p:cNvCxnSpPr>
          <p:nvPr/>
        </p:nvCxnSpPr>
        <p:spPr>
          <a:xfrm>
            <a:off x="2143125" y="4714875"/>
            <a:ext cx="190500" cy="0"/>
          </a:xfrm>
          <a:prstGeom prst="straightConnector1">
            <a:avLst/>
          </a:prstGeom>
          <a:ln w="19050">
            <a:solidFill>
              <a:srgbClr val="2869AF"/>
            </a:solidFill>
            <a:tailEnd type="triangle" w="sm" len="sm"/>
          </a:ln>
        </p:spPr>
      </p:cxnSp>
      <p:sp>
        <p:nvSpPr>
          <p:cNvPr id="2033" name="function-0">
            <a:extLst>
              <a:ext uri="{FF2B5EF4-FFF2-40B4-BE49-F238E27FC236}">
                <a16:creationId xmlns:a16="http://schemas.microsoft.com/office/drawing/2014/main" id="{44D4AAFC-EFA6-4602-A370-3EDB30FD54B2}"/>
              </a:ext>
            </a:extLst>
          </p:cNvPr>
          <p:cNvSpPr>
            <a:spLocks noGrp="1"/>
          </p:cNvSpPr>
          <p:nvPr/>
        </p:nvSpPr>
        <p:spPr>
          <a:xfrm>
            <a:off x="333375" y="4191000"/>
            <a:ext cx="1809750" cy="1047750"/>
          </a:xfrm>
          <a:prstGeom prst="rect">
            <a:avLst/>
          </a:prstGeom>
          <a:solidFill>
            <a:srgbClr val="EAF0F5"/>
          </a:solidFill>
          <a:ln w="15240">
            <a:solidFill>
              <a:srgbClr val="2869AF"/>
            </a:solidFill>
          </a:ln>
        </p:spPr>
        <p:txBody>
          <a:bodyPr wrap="none" lIns="57150" tIns="38100" rIns="57150" bIns="38100" anchor="ctr">
            <a:noAutofit/>
          </a:bodyPr>
          <a:lstStyle/>
          <a:p>
            <a:pPr algn="ctr">
              <a:spcBef>
                <a:spcPts val="0"/>
              </a:spcBef>
              <a:spcAft>
                <a:spcPts val="0"/>
              </a:spcAft>
              <a:defRPr sz="2000">
                <a:solidFill>
                  <a:srgbClr val="17232E"/>
                </a:solidFill>
                <a:latin typeface="Calibri"/>
                <a:ea typeface="Calibri"/>
                <a:cs typeface="Calibri"/>
              </a:defRPr>
            </a:pPr>
            <a:r>
              <a:rPr sz="2000">
                <a:solidFill>
                  <a:srgbClr val="17232E"/>
                </a:solidFill>
                <a:latin typeface="Calibri"/>
                <a:ea typeface="Calibri"/>
                <a:cs typeface="Calibri"/>
              </a:rPr>
              <a:t>Bild-</a:t>
            </a:r>
          </a:p>
          <a:p>
            <a:pPr algn="ctr">
              <a:spcBef>
                <a:spcPts val="0"/>
              </a:spcBef>
              <a:spcAft>
                <a:spcPts val="0"/>
              </a:spcAft>
              <a:defRPr sz="2000">
                <a:solidFill>
                  <a:srgbClr val="17232E"/>
                </a:solidFill>
                <a:latin typeface="Calibri"/>
                <a:ea typeface="Calibri"/>
                <a:cs typeface="Calibri"/>
              </a:defRPr>
            </a:pPr>
            <a:r>
              <a:rPr sz="2000">
                <a:solidFill>
                  <a:srgbClr val="17232E"/>
                </a:solidFill>
                <a:latin typeface="Calibri"/>
                <a:ea typeface="Calibri"/>
                <a:cs typeface="Calibri"/>
              </a:rPr>
              <a:t>auswertung</a:t>
            </a:r>
          </a:p>
        </p:txBody>
      </p:sp>
      <p:sp>
        <p:nvSpPr>
          <p:cNvPr id="2002" name="function-1">
            <a:extLst>
              <a:ext uri="{FF2B5EF4-FFF2-40B4-BE49-F238E27FC236}">
                <a16:creationId xmlns:a16="http://schemas.microsoft.com/office/drawing/2014/main" id="{A656B1C6-CD45-4F23-B177-D255F49ABD3E}"/>
              </a:ext>
            </a:extLst>
          </p:cNvPr>
          <p:cNvSpPr>
            <a:spLocks noGrp="1"/>
          </p:cNvSpPr>
          <p:nvPr/>
        </p:nvSpPr>
        <p:spPr>
          <a:xfrm>
            <a:off x="2333625" y="4191000"/>
            <a:ext cx="1809750" cy="1047750"/>
          </a:xfrm>
          <a:prstGeom prst="rect">
            <a:avLst/>
          </a:prstGeom>
          <a:solidFill>
            <a:srgbClr val="EAF0F5"/>
          </a:solidFill>
          <a:ln w="15240">
            <a:solidFill>
              <a:srgbClr val="2869AF"/>
            </a:solidFill>
          </a:ln>
        </p:spPr>
        <p:txBody>
          <a:bodyPr wrap="none" lIns="57150" tIns="38100" rIns="57150" bIns="38100" anchor="ctr">
            <a:noAutofit/>
          </a:bodyPr>
          <a:lstStyle/>
          <a:p>
            <a:pPr algn="ctr">
              <a:spcBef>
                <a:spcPts val="0"/>
              </a:spcBef>
              <a:spcAft>
                <a:spcPts val="0"/>
              </a:spcAft>
              <a:defRPr sz="2000">
                <a:solidFill>
                  <a:srgbClr val="17232E"/>
                </a:solidFill>
                <a:latin typeface="Calibri"/>
                <a:ea typeface="Calibri"/>
                <a:cs typeface="Calibri"/>
              </a:defRPr>
            </a:pPr>
            <a:r>
              <a:rPr sz="2000">
                <a:solidFill>
                  <a:srgbClr val="17232E"/>
                </a:solidFill>
                <a:latin typeface="Calibri"/>
                <a:ea typeface="Calibri"/>
                <a:cs typeface="Calibri"/>
              </a:rPr>
              <a:t>Bewegungs-</a:t>
            </a:r>
          </a:p>
          <a:p>
            <a:pPr algn="ctr">
              <a:spcBef>
                <a:spcPts val="0"/>
              </a:spcBef>
              <a:spcAft>
                <a:spcPts val="0"/>
              </a:spcAft>
              <a:defRPr sz="2000">
                <a:solidFill>
                  <a:srgbClr val="17232E"/>
                </a:solidFill>
                <a:latin typeface="Calibri"/>
                <a:ea typeface="Calibri"/>
                <a:cs typeface="Calibri"/>
              </a:defRPr>
            </a:pPr>
            <a:r>
              <a:rPr sz="2000">
                <a:solidFill>
                  <a:srgbClr val="17232E"/>
                </a:solidFill>
                <a:latin typeface="Calibri"/>
                <a:ea typeface="Calibri"/>
                <a:cs typeface="Calibri"/>
              </a:rPr>
              <a:t>schätzung</a:t>
            </a:r>
          </a:p>
        </p:txBody>
      </p:sp>
      <p:sp>
        <p:nvSpPr>
          <p:cNvPr id="2003" name="function-2">
            <a:extLst>
              <a:ext uri="{FF2B5EF4-FFF2-40B4-BE49-F238E27FC236}">
                <a16:creationId xmlns:a16="http://schemas.microsoft.com/office/drawing/2014/main" id="{186F39AA-A9C1-4E77-A588-30BC19709AD0}"/>
              </a:ext>
            </a:extLst>
          </p:cNvPr>
          <p:cNvSpPr>
            <a:spLocks noGrp="1"/>
          </p:cNvSpPr>
          <p:nvPr/>
        </p:nvSpPr>
        <p:spPr>
          <a:xfrm>
            <a:off x="4333875" y="4191000"/>
            <a:ext cx="1809750" cy="1047750"/>
          </a:xfrm>
          <a:prstGeom prst="rect">
            <a:avLst/>
          </a:prstGeom>
          <a:solidFill>
            <a:srgbClr val="EAF0F5"/>
          </a:solidFill>
          <a:ln w="15240">
            <a:solidFill>
              <a:srgbClr val="2869AF"/>
            </a:solidFill>
          </a:ln>
        </p:spPr>
        <p:txBody>
          <a:bodyPr wrap="none" lIns="57150" tIns="38100" rIns="57150" bIns="38100" anchor="ctr">
            <a:noAutofit/>
          </a:bodyPr>
          <a:lstStyle/>
          <a:p>
            <a:pPr algn="ctr">
              <a:spcBef>
                <a:spcPts val="0"/>
              </a:spcBef>
              <a:spcAft>
                <a:spcPts val="0"/>
              </a:spcAft>
              <a:defRPr sz="2000">
                <a:solidFill>
                  <a:srgbClr val="17232E"/>
                </a:solidFill>
                <a:latin typeface="Calibri"/>
                <a:ea typeface="Calibri"/>
                <a:cs typeface="Calibri"/>
              </a:defRPr>
            </a:pPr>
            <a:r>
              <a:rPr sz="2000">
                <a:solidFill>
                  <a:srgbClr val="17232E"/>
                </a:solidFill>
                <a:latin typeface="Calibri"/>
                <a:ea typeface="Calibri"/>
                <a:cs typeface="Calibri"/>
              </a:rPr>
              <a:t>Ziel-</a:t>
            </a:r>
          </a:p>
          <a:p>
            <a:pPr algn="ctr">
              <a:spcBef>
                <a:spcPts val="0"/>
              </a:spcBef>
              <a:spcAft>
                <a:spcPts val="0"/>
              </a:spcAft>
              <a:defRPr sz="2000">
                <a:solidFill>
                  <a:srgbClr val="17232E"/>
                </a:solidFill>
                <a:latin typeface="Calibri"/>
                <a:ea typeface="Calibri"/>
                <a:cs typeface="Calibri"/>
              </a:defRPr>
            </a:pPr>
            <a:r>
              <a:rPr sz="2000">
                <a:solidFill>
                  <a:srgbClr val="17232E"/>
                </a:solidFill>
                <a:latin typeface="Calibri"/>
                <a:ea typeface="Calibri"/>
                <a:cs typeface="Calibri"/>
              </a:rPr>
              <a:t>auswahl</a:t>
            </a:r>
          </a:p>
        </p:txBody>
      </p:sp>
      <p:sp>
        <p:nvSpPr>
          <p:cNvPr id="2004" name="function-3">
            <a:extLst>
              <a:ext uri="{FF2B5EF4-FFF2-40B4-BE49-F238E27FC236}">
                <a16:creationId xmlns:a16="http://schemas.microsoft.com/office/drawing/2014/main" id="{A1F46318-8A04-453E-AD6E-18899F276EDD}"/>
              </a:ext>
            </a:extLst>
          </p:cNvPr>
          <p:cNvSpPr>
            <a:spLocks noGrp="1"/>
          </p:cNvSpPr>
          <p:nvPr/>
        </p:nvSpPr>
        <p:spPr>
          <a:xfrm>
            <a:off x="6334125" y="4191000"/>
            <a:ext cx="1809750" cy="1047750"/>
          </a:xfrm>
          <a:prstGeom prst="rect">
            <a:avLst/>
          </a:prstGeom>
          <a:solidFill>
            <a:srgbClr val="EAF0F5"/>
          </a:solidFill>
          <a:ln w="15240">
            <a:solidFill>
              <a:srgbClr val="2869AF"/>
            </a:solidFill>
          </a:ln>
        </p:spPr>
        <p:txBody>
          <a:bodyPr wrap="none" lIns="57150" tIns="38100" rIns="57150" bIns="38100" anchor="ctr">
            <a:noAutofit/>
          </a:bodyPr>
          <a:lstStyle/>
          <a:p>
            <a:pPr algn="ctr">
              <a:spcBef>
                <a:spcPts val="0"/>
              </a:spcBef>
              <a:spcAft>
                <a:spcPts val="0"/>
              </a:spcAft>
              <a:defRPr sz="2000">
                <a:solidFill>
                  <a:srgbClr val="17232E"/>
                </a:solidFill>
                <a:latin typeface="Calibri"/>
                <a:ea typeface="Calibri"/>
                <a:cs typeface="Calibri"/>
              </a:defRPr>
            </a:pPr>
            <a:r>
              <a:rPr sz="2000">
                <a:solidFill>
                  <a:srgbClr val="17232E"/>
                </a:solidFill>
                <a:latin typeface="Calibri"/>
                <a:ea typeface="Calibri"/>
                <a:cs typeface="Calibri"/>
              </a:rPr>
              <a:t>Greif-</a:t>
            </a:r>
          </a:p>
          <a:p>
            <a:pPr algn="ctr">
              <a:spcBef>
                <a:spcPts val="0"/>
              </a:spcBef>
              <a:spcAft>
                <a:spcPts val="0"/>
              </a:spcAft>
              <a:defRPr sz="2000">
                <a:solidFill>
                  <a:srgbClr val="17232E"/>
                </a:solidFill>
                <a:latin typeface="Calibri"/>
                <a:ea typeface="Calibri"/>
                <a:cs typeface="Calibri"/>
              </a:defRPr>
            </a:pPr>
            <a:r>
              <a:rPr sz="2000">
                <a:solidFill>
                  <a:srgbClr val="17232E"/>
                </a:solidFill>
                <a:latin typeface="Calibri"/>
                <a:ea typeface="Calibri"/>
                <a:cs typeface="Calibri"/>
              </a:rPr>
              <a:t>ablauf</a:t>
            </a:r>
          </a:p>
        </p:txBody>
      </p:sp>
      <p:sp>
        <p:nvSpPr>
          <p:cNvPr id="2005" name="function-4">
            <a:extLst>
              <a:ext uri="{FF2B5EF4-FFF2-40B4-BE49-F238E27FC236}">
                <a16:creationId xmlns:a16="http://schemas.microsoft.com/office/drawing/2014/main" id="{4368BCF1-926F-45DE-8668-511E8276357E}"/>
              </a:ext>
            </a:extLst>
          </p:cNvPr>
          <p:cNvSpPr>
            <a:spLocks noGrp="1"/>
          </p:cNvSpPr>
          <p:nvPr/>
        </p:nvSpPr>
        <p:spPr>
          <a:xfrm>
            <a:off x="8334375" y="4191000"/>
            <a:ext cx="2905125" cy="1047750"/>
          </a:xfrm>
          <a:prstGeom prst="rect">
            <a:avLst/>
          </a:prstGeom>
          <a:solidFill>
            <a:srgbClr val="EAF0F5"/>
          </a:solidFill>
          <a:ln w="15240">
            <a:solidFill>
              <a:srgbClr val="2869AF"/>
            </a:solidFill>
          </a:ln>
        </p:spPr>
        <p:txBody>
          <a:bodyPr wrap="none" lIns="57150" tIns="38100" rIns="57150" bIns="38100" anchor="ctr">
            <a:noAutofit/>
          </a:bodyPr>
          <a:lstStyle/>
          <a:p>
            <a:pPr algn="ctr">
              <a:spcBef>
                <a:spcPts val="0"/>
              </a:spcBef>
              <a:spcAft>
                <a:spcPts val="0"/>
              </a:spcAft>
              <a:defRPr sz="2000">
                <a:solidFill>
                  <a:srgbClr val="17232E"/>
                </a:solidFill>
                <a:latin typeface="Calibri"/>
                <a:ea typeface="Calibri"/>
                <a:cs typeface="Calibri"/>
              </a:defRPr>
            </a:pPr>
            <a:r>
              <a:rPr sz="2000">
                <a:solidFill>
                  <a:srgbClr val="17232E"/>
                </a:solidFill>
                <a:latin typeface="Calibri"/>
                <a:ea typeface="Calibri"/>
                <a:cs typeface="Calibri"/>
              </a:rPr>
              <a:t>Bewegungs-</a:t>
            </a:r>
          </a:p>
          <a:p>
            <a:pPr algn="ctr">
              <a:spcBef>
                <a:spcPts val="0"/>
              </a:spcBef>
              <a:spcAft>
                <a:spcPts val="0"/>
              </a:spcAft>
              <a:defRPr sz="2000">
                <a:solidFill>
                  <a:srgbClr val="17232E"/>
                </a:solidFill>
                <a:latin typeface="Calibri"/>
                <a:ea typeface="Calibri"/>
                <a:cs typeface="Calibri"/>
              </a:defRPr>
            </a:pPr>
            <a:r>
              <a:rPr sz="2000">
                <a:solidFill>
                  <a:srgbClr val="17232E"/>
                </a:solidFill>
                <a:latin typeface="Calibri"/>
                <a:ea typeface="Calibri"/>
                <a:cs typeface="Calibri"/>
              </a:rPr>
              <a:t>regelung</a:t>
            </a:r>
          </a:p>
        </p:txBody>
      </p:sp>
      <p:sp>
        <p:nvSpPr>
          <p:cNvPr id="2010" name="component-0">
            <a:extLst>
              <a:ext uri="{FF2B5EF4-FFF2-40B4-BE49-F238E27FC236}">
                <a16:creationId xmlns:a16="http://schemas.microsoft.com/office/drawing/2014/main" id="{BECED619-220E-4E92-AD6C-351DD0BBA698}"/>
              </a:ext>
            </a:extLst>
          </p:cNvPr>
          <p:cNvSpPr>
            <a:spLocks noGrp="1"/>
          </p:cNvSpPr>
          <p:nvPr/>
        </p:nvSpPr>
        <p:spPr>
          <a:xfrm>
            <a:off x="333375" y="2333625"/>
            <a:ext cx="1809750" cy="1000125"/>
          </a:xfrm>
          <a:prstGeom prst="roundRect">
            <a:avLst>
              <a:gd name="adj" fmla="val 7619"/>
            </a:avLst>
          </a:prstGeom>
          <a:solidFill>
            <a:srgbClr val="FFFFFF"/>
          </a:solidFill>
          <a:ln w="15240">
            <a:solidFill>
              <a:srgbClr val="2869AF"/>
            </a:solidFill>
          </a:ln>
        </p:spPr>
        <p:txBody>
          <a:bodyPr wrap="none" lIns="57150" tIns="38100" rIns="57150" bIns="38100" anchor="ctr">
            <a:noAutofit/>
          </a:bodyPr>
          <a:lstStyle/>
          <a:p>
            <a:pPr algn="ctr">
              <a:spcBef>
                <a:spcPts val="0"/>
              </a:spcBef>
              <a:spcAft>
                <a:spcPts val="0"/>
              </a:spcAft>
              <a:defRPr sz="1800">
                <a:solidFill>
                  <a:srgbClr val="17232E"/>
                </a:solidFill>
                <a:latin typeface="Calibri"/>
                <a:ea typeface="Calibri"/>
                <a:cs typeface="Calibri"/>
              </a:defRPr>
            </a:pPr>
            <a:r>
              <a:rPr sz="1800">
                <a:solidFill>
                  <a:srgbClr val="17232E"/>
                </a:solidFill>
                <a:latin typeface="Calibri"/>
                <a:ea typeface="Calibri"/>
                <a:cs typeface="Calibri"/>
              </a:rPr>
              <a:t>base_cam</a:t>
            </a:r>
          </a:p>
          <a:p>
            <a:pPr algn="ctr">
              <a:spcBef>
                <a:spcPts val="0"/>
              </a:spcBef>
              <a:spcAft>
                <a:spcPts val="0"/>
              </a:spcAft>
              <a:defRPr sz="1800">
                <a:solidFill>
                  <a:srgbClr val="17232E"/>
                </a:solidFill>
                <a:latin typeface="Calibri"/>
                <a:ea typeface="Calibri"/>
                <a:cs typeface="Calibri"/>
              </a:defRPr>
            </a:pPr>
            <a:r>
              <a:rPr sz="1800">
                <a:solidFill>
                  <a:srgbClr val="17232E"/>
                </a:solidFill>
                <a:latin typeface="Calibri"/>
                <a:ea typeface="Calibri"/>
                <a:cs typeface="Calibri"/>
              </a:rPr>
              <a:t>15 Hz</a:t>
            </a:r>
          </a:p>
        </p:txBody>
      </p:sp>
      <p:sp>
        <p:nvSpPr>
          <p:cNvPr id="2012" name="component-1">
            <a:extLst>
              <a:ext uri="{FF2B5EF4-FFF2-40B4-BE49-F238E27FC236}">
                <a16:creationId xmlns:a16="http://schemas.microsoft.com/office/drawing/2014/main" id="{15E7295C-006B-4312-A66A-D383151A4D4A}"/>
              </a:ext>
            </a:extLst>
          </p:cNvPr>
          <p:cNvSpPr>
            <a:spLocks noGrp="1"/>
          </p:cNvSpPr>
          <p:nvPr/>
        </p:nvSpPr>
        <p:spPr>
          <a:xfrm>
            <a:off x="2333625" y="2333625"/>
            <a:ext cx="1809750" cy="1000125"/>
          </a:xfrm>
          <a:prstGeom prst="roundRect">
            <a:avLst>
              <a:gd name="adj" fmla="val 7619"/>
            </a:avLst>
          </a:prstGeom>
          <a:solidFill>
            <a:srgbClr val="FFFFFF"/>
          </a:solidFill>
          <a:ln w="15240">
            <a:solidFill>
              <a:srgbClr val="2869AF"/>
            </a:solidFill>
          </a:ln>
        </p:spPr>
        <p:txBody>
          <a:bodyPr wrap="none" lIns="57150" tIns="38100" rIns="57150" bIns="38100" anchor="ctr">
            <a:noAutofit/>
          </a:bodyPr>
          <a:lstStyle/>
          <a:p>
            <a:pPr algn="ctr">
              <a:spcBef>
                <a:spcPts val="0"/>
              </a:spcBef>
              <a:spcAft>
                <a:spcPts val="0"/>
              </a:spcAft>
              <a:defRPr sz="1800">
                <a:solidFill>
                  <a:srgbClr val="17232E"/>
                </a:solidFill>
                <a:latin typeface="Calibri"/>
                <a:ea typeface="Calibri"/>
                <a:cs typeface="Calibri"/>
              </a:defRPr>
            </a:pPr>
            <a:r>
              <a:rPr sz="1800">
                <a:solidFill>
                  <a:srgbClr val="17232E"/>
                </a:solidFill>
                <a:latin typeface="Calibri"/>
                <a:ea typeface="Calibri"/>
                <a:cs typeface="Calibri"/>
              </a:rPr>
              <a:t>vectoring</a:t>
            </a:r>
          </a:p>
          <a:p>
            <a:pPr algn="ctr">
              <a:spcBef>
                <a:spcPts val="0"/>
              </a:spcBef>
              <a:spcAft>
                <a:spcPts val="0"/>
              </a:spcAft>
              <a:defRPr sz="1800">
                <a:solidFill>
                  <a:srgbClr val="17232E"/>
                </a:solidFill>
                <a:latin typeface="Calibri"/>
                <a:ea typeface="Calibri"/>
                <a:cs typeface="Calibri"/>
              </a:defRPr>
            </a:pPr>
            <a:r>
              <a:rPr sz="1800">
                <a:solidFill>
                  <a:srgbClr val="17232E"/>
                </a:solidFill>
                <a:latin typeface="Calibri"/>
                <a:ea typeface="Calibri"/>
                <a:cs typeface="Calibri"/>
              </a:rPr>
              <a:t>15 Hz</a:t>
            </a:r>
          </a:p>
        </p:txBody>
      </p:sp>
      <p:sp>
        <p:nvSpPr>
          <p:cNvPr id="2014" name="component-2">
            <a:extLst>
              <a:ext uri="{FF2B5EF4-FFF2-40B4-BE49-F238E27FC236}">
                <a16:creationId xmlns:a16="http://schemas.microsoft.com/office/drawing/2014/main" id="{B24AC9B5-DEE8-4A45-BA8C-32699F557A60}"/>
              </a:ext>
            </a:extLst>
          </p:cNvPr>
          <p:cNvSpPr>
            <a:spLocks noGrp="1"/>
          </p:cNvSpPr>
          <p:nvPr/>
        </p:nvSpPr>
        <p:spPr>
          <a:xfrm>
            <a:off x="4333875" y="2333625"/>
            <a:ext cx="1809750" cy="1000125"/>
          </a:xfrm>
          <a:prstGeom prst="roundRect">
            <a:avLst>
              <a:gd name="adj" fmla="val 7619"/>
            </a:avLst>
          </a:prstGeom>
          <a:solidFill>
            <a:srgbClr val="FFFFFF"/>
          </a:solidFill>
          <a:ln w="15240">
            <a:solidFill>
              <a:srgbClr val="2869AF"/>
            </a:solidFill>
          </a:ln>
        </p:spPr>
        <p:txBody>
          <a:bodyPr wrap="none" lIns="57150" tIns="38100" rIns="57150" bIns="38100" anchor="ctr">
            <a:noAutofit/>
          </a:bodyPr>
          <a:lstStyle/>
          <a:p>
            <a:pPr algn="ctr">
              <a:spcBef>
                <a:spcPts val="0"/>
              </a:spcBef>
              <a:spcAft>
                <a:spcPts val="0"/>
              </a:spcAft>
              <a:defRPr sz="1800">
                <a:solidFill>
                  <a:srgbClr val="17232E"/>
                </a:solidFill>
                <a:latin typeface="Calibri"/>
                <a:ea typeface="Calibri"/>
                <a:cs typeface="Calibri"/>
              </a:defRPr>
            </a:pPr>
            <a:r>
              <a:rPr sz="1800">
                <a:solidFill>
                  <a:srgbClr val="17232E"/>
                </a:solidFill>
                <a:latin typeface="Calibri"/>
                <a:ea typeface="Calibri"/>
                <a:cs typeface="Calibri"/>
              </a:rPr>
              <a:t>priority_handler</a:t>
            </a:r>
          </a:p>
          <a:p>
            <a:pPr algn="ctr">
              <a:spcBef>
                <a:spcPts val="0"/>
              </a:spcBef>
              <a:spcAft>
                <a:spcPts val="0"/>
              </a:spcAft>
              <a:defRPr sz="1800">
                <a:solidFill>
                  <a:srgbClr val="17232E"/>
                </a:solidFill>
                <a:latin typeface="Calibri"/>
                <a:ea typeface="Calibri"/>
                <a:cs typeface="Calibri"/>
              </a:defRPr>
            </a:pPr>
            <a:r>
              <a:rPr sz="1800">
                <a:solidFill>
                  <a:srgbClr val="17232E"/>
                </a:solidFill>
                <a:latin typeface="Calibri"/>
                <a:ea typeface="Calibri"/>
                <a:cs typeface="Calibri"/>
              </a:rPr>
              <a:t>20 Hz</a:t>
            </a:r>
          </a:p>
        </p:txBody>
      </p:sp>
      <p:sp>
        <p:nvSpPr>
          <p:cNvPr id="2016" name="component-3">
            <a:extLst>
              <a:ext uri="{FF2B5EF4-FFF2-40B4-BE49-F238E27FC236}">
                <a16:creationId xmlns:a16="http://schemas.microsoft.com/office/drawing/2014/main" id="{26253840-1AD0-4306-B43B-4ACE212BBC83}"/>
              </a:ext>
            </a:extLst>
          </p:cNvPr>
          <p:cNvSpPr>
            <a:spLocks noGrp="1"/>
          </p:cNvSpPr>
          <p:nvPr/>
        </p:nvSpPr>
        <p:spPr>
          <a:xfrm>
            <a:off x="6334125" y="2333625"/>
            <a:ext cx="1809750" cy="1000125"/>
          </a:xfrm>
          <a:prstGeom prst="roundRect">
            <a:avLst>
              <a:gd name="adj" fmla="val 7619"/>
            </a:avLst>
          </a:prstGeom>
          <a:solidFill>
            <a:srgbClr val="FFFFFF"/>
          </a:solidFill>
          <a:ln w="15240">
            <a:solidFill>
              <a:srgbClr val="2869AF"/>
            </a:solidFill>
          </a:ln>
        </p:spPr>
        <p:txBody>
          <a:bodyPr wrap="none" lIns="57150" tIns="38100" rIns="57150" bIns="38100" anchor="ctr">
            <a:noAutofit/>
          </a:bodyPr>
          <a:lstStyle/>
          <a:p>
            <a:pPr algn="ctr">
              <a:spcBef>
                <a:spcPts val="0"/>
              </a:spcBef>
              <a:spcAft>
                <a:spcPts val="0"/>
              </a:spcAft>
              <a:defRPr sz="1800">
                <a:solidFill>
                  <a:srgbClr val="17232E"/>
                </a:solidFill>
                <a:latin typeface="Calibri"/>
                <a:ea typeface="Calibri"/>
                <a:cs typeface="Calibri"/>
              </a:defRPr>
            </a:pPr>
            <a:r>
              <a:rPr sz="1800">
                <a:solidFill>
                  <a:srgbClr val="17232E"/>
                </a:solidFill>
                <a:latin typeface="Calibri"/>
                <a:ea typeface="Calibri"/>
                <a:cs typeface="Calibri"/>
              </a:rPr>
              <a:t>object_follower</a:t>
            </a:r>
          </a:p>
          <a:p>
            <a:pPr algn="ctr">
              <a:spcBef>
                <a:spcPts val="0"/>
              </a:spcBef>
              <a:spcAft>
                <a:spcPts val="0"/>
              </a:spcAft>
              <a:defRPr sz="1800">
                <a:solidFill>
                  <a:srgbClr val="17232E"/>
                </a:solidFill>
                <a:latin typeface="Calibri"/>
                <a:ea typeface="Calibri"/>
                <a:cs typeface="Calibri"/>
              </a:defRPr>
            </a:pPr>
            <a:r>
              <a:rPr sz="1800">
                <a:solidFill>
                  <a:srgbClr val="17232E"/>
                </a:solidFill>
                <a:latin typeface="Calibri"/>
                <a:ea typeface="Calibri"/>
                <a:cs typeface="Calibri"/>
              </a:rPr>
              <a:t>50 Hz</a:t>
            </a:r>
          </a:p>
        </p:txBody>
      </p:sp>
      <p:sp>
        <p:nvSpPr>
          <p:cNvPr id="2018" name="component-attractor">
            <a:extLst>
              <a:ext uri="{FF2B5EF4-FFF2-40B4-BE49-F238E27FC236}">
                <a16:creationId xmlns:a16="http://schemas.microsoft.com/office/drawing/2014/main" id="{6273EF17-8995-44E7-98C4-04BBE932C355}"/>
              </a:ext>
            </a:extLst>
          </p:cNvPr>
          <p:cNvSpPr>
            <a:spLocks noGrp="1"/>
          </p:cNvSpPr>
          <p:nvPr/>
        </p:nvSpPr>
        <p:spPr>
          <a:xfrm>
            <a:off x="8334375" y="2333625"/>
            <a:ext cx="1309688" cy="1000125"/>
          </a:xfrm>
          <a:prstGeom prst="roundRect">
            <a:avLst>
              <a:gd name="adj" fmla="val 7619"/>
            </a:avLst>
          </a:prstGeom>
          <a:solidFill>
            <a:srgbClr val="FFFFFF"/>
          </a:solidFill>
          <a:ln w="15240">
            <a:solidFill>
              <a:srgbClr val="2869AF"/>
            </a:solidFill>
          </a:ln>
        </p:spPr>
        <p:txBody>
          <a:bodyPr wrap="none" lIns="57150" tIns="38100" rIns="57150" bIns="38100" anchor="ctr">
            <a:noAutofit/>
          </a:bodyPr>
          <a:lstStyle/>
          <a:p>
            <a:pPr algn="ctr">
              <a:spcBef>
                <a:spcPts val="0"/>
              </a:spcBef>
              <a:spcAft>
                <a:spcPts val="0"/>
              </a:spcAft>
              <a:defRPr sz="1700">
                <a:solidFill>
                  <a:srgbClr val="17232E"/>
                </a:solidFill>
                <a:latin typeface="Calibri"/>
                <a:ea typeface="Calibri"/>
                <a:cs typeface="Calibri"/>
              </a:defRPr>
            </a:pPr>
            <a:r>
              <a:rPr sz="1700">
                <a:solidFill>
                  <a:srgbClr val="17232E"/>
                </a:solidFill>
                <a:latin typeface="Calibri"/>
                <a:ea typeface="Calibri"/>
                <a:cs typeface="Calibri"/>
              </a:rPr>
              <a:t>Signal Point</a:t>
            </a:r>
          </a:p>
          <a:p>
            <a:pPr algn="ctr">
              <a:spcBef>
                <a:spcPts val="0"/>
              </a:spcBef>
              <a:spcAft>
                <a:spcPts val="0"/>
              </a:spcAft>
              <a:defRPr sz="1700">
                <a:solidFill>
                  <a:srgbClr val="17232E"/>
                </a:solidFill>
                <a:latin typeface="Calibri"/>
                <a:ea typeface="Calibri"/>
                <a:cs typeface="Calibri"/>
              </a:defRPr>
            </a:pPr>
            <a:r>
              <a:rPr sz="1700">
                <a:solidFill>
                  <a:srgbClr val="17232E"/>
                </a:solidFill>
                <a:latin typeface="Calibri"/>
                <a:ea typeface="Calibri"/>
                <a:cs typeface="Calibri"/>
              </a:rPr>
              <a:t>Attractor</a:t>
            </a:r>
          </a:p>
          <a:p>
            <a:pPr algn="ctr">
              <a:spcBef>
                <a:spcPts val="0"/>
              </a:spcBef>
              <a:spcAft>
                <a:spcPts val="0"/>
              </a:spcAft>
              <a:defRPr sz="1700">
                <a:solidFill>
                  <a:srgbClr val="17232E"/>
                </a:solidFill>
                <a:latin typeface="Calibri"/>
                <a:ea typeface="Calibri"/>
                <a:cs typeface="Calibri"/>
              </a:defRPr>
            </a:pPr>
            <a:r>
              <a:rPr sz="1700">
                <a:solidFill>
                  <a:srgbClr val="17232E"/>
                </a:solidFill>
                <a:latin typeface="Calibri"/>
                <a:ea typeface="Calibri"/>
                <a:cs typeface="Calibri"/>
              </a:rPr>
              <a:t>50 Hz</a:t>
            </a:r>
          </a:p>
        </p:txBody>
      </p:sp>
      <p:sp>
        <p:nvSpPr>
          <p:cNvPr id="2019" name="component-ik">
            <a:extLst>
              <a:ext uri="{FF2B5EF4-FFF2-40B4-BE49-F238E27FC236}">
                <a16:creationId xmlns:a16="http://schemas.microsoft.com/office/drawing/2014/main" id="{E542B850-0F58-4276-AADE-AD1FFFDDF6C2}"/>
              </a:ext>
            </a:extLst>
          </p:cNvPr>
          <p:cNvSpPr>
            <a:spLocks noGrp="1"/>
          </p:cNvSpPr>
          <p:nvPr/>
        </p:nvSpPr>
        <p:spPr>
          <a:xfrm>
            <a:off x="9929813" y="2333625"/>
            <a:ext cx="1309688" cy="1000125"/>
          </a:xfrm>
          <a:prstGeom prst="roundRect">
            <a:avLst>
              <a:gd name="adj" fmla="val 7619"/>
            </a:avLst>
          </a:prstGeom>
          <a:solidFill>
            <a:srgbClr val="FFFFFF"/>
          </a:solidFill>
          <a:ln w="15240">
            <a:solidFill>
              <a:srgbClr val="2869AF"/>
            </a:solidFill>
          </a:ln>
        </p:spPr>
        <p:txBody>
          <a:bodyPr wrap="none" lIns="57150" tIns="38100" rIns="57150" bIns="38100" anchor="ctr">
            <a:noAutofit/>
          </a:bodyPr>
          <a:lstStyle/>
          <a:p>
            <a:pPr algn="ctr">
              <a:spcBef>
                <a:spcPts val="0"/>
              </a:spcBef>
              <a:spcAft>
                <a:spcPts val="0"/>
              </a:spcAft>
              <a:defRPr sz="1700">
                <a:solidFill>
                  <a:srgbClr val="17232E"/>
                </a:solidFill>
                <a:latin typeface="Calibri"/>
                <a:ea typeface="Calibri"/>
                <a:cs typeface="Calibri"/>
              </a:defRPr>
            </a:pPr>
            <a:r>
              <a:rPr sz="1700">
                <a:solidFill>
                  <a:srgbClr val="17232E"/>
                </a:solidFill>
                <a:latin typeface="Calibri"/>
                <a:ea typeface="Calibri"/>
                <a:cs typeface="Calibri"/>
              </a:rPr>
              <a:t>IK Velocity</a:t>
            </a:r>
          </a:p>
          <a:p>
            <a:pPr algn="ctr">
              <a:spcBef>
                <a:spcPts val="0"/>
              </a:spcBef>
              <a:spcAft>
                <a:spcPts val="0"/>
              </a:spcAft>
              <a:defRPr sz="1700">
                <a:solidFill>
                  <a:srgbClr val="17232E"/>
                </a:solidFill>
                <a:latin typeface="Calibri"/>
                <a:ea typeface="Calibri"/>
                <a:cs typeface="Calibri"/>
              </a:defRPr>
            </a:pPr>
            <a:r>
              <a:rPr sz="1700">
                <a:solidFill>
                  <a:srgbClr val="17232E"/>
                </a:solidFill>
                <a:latin typeface="Calibri"/>
                <a:ea typeface="Calibri"/>
                <a:cs typeface="Calibri"/>
              </a:rPr>
              <a:t>Controller</a:t>
            </a:r>
          </a:p>
          <a:p>
            <a:pPr algn="ctr">
              <a:spcBef>
                <a:spcPts val="0"/>
              </a:spcBef>
              <a:spcAft>
                <a:spcPts val="0"/>
              </a:spcAft>
              <a:defRPr sz="1700">
                <a:solidFill>
                  <a:srgbClr val="17232E"/>
                </a:solidFill>
                <a:latin typeface="Calibri"/>
                <a:ea typeface="Calibri"/>
                <a:cs typeface="Calibri"/>
              </a:defRPr>
            </a:pPr>
            <a:r>
              <a:rPr sz="1700">
                <a:solidFill>
                  <a:srgbClr val="17232E"/>
                </a:solidFill>
                <a:latin typeface="Calibri"/>
                <a:ea typeface="Calibri"/>
                <a:cs typeface="Calibri"/>
              </a:rPr>
              <a:t>500 Hz</a:t>
            </a:r>
          </a:p>
        </p:txBody>
      </p:sp>
      <p:sp>
        <p:nvSpPr>
          <p:cNvPr id="2022" name="mapping-caption">
            <a:extLst>
              <a:ext uri="{FF2B5EF4-FFF2-40B4-BE49-F238E27FC236}">
                <a16:creationId xmlns:a16="http://schemas.microsoft.com/office/drawing/2014/main" id="{50C31E94-931B-4537-A8C6-F7D29910A3FC}"/>
              </a:ext>
            </a:extLst>
          </p:cNvPr>
          <p:cNvSpPr>
            <a:spLocks noGrp="1"/>
          </p:cNvSpPr>
          <p:nvPr/>
        </p:nvSpPr>
        <p:spPr>
          <a:xfrm>
            <a:off x="333375" y="5743575"/>
            <a:ext cx="10906125" cy="257175"/>
          </a:xfrm>
          <a:prstGeom prst="rect">
            <a:avLst/>
          </a:prstGeom>
          <a:noFill/>
          <a:ln w="0">
            <a:noFill/>
          </a:ln>
        </p:spPr>
        <p:txBody>
          <a:bodyPr wrap="none" lIns="0" tIns="0" rIns="0" bIns="0" anchor="t">
            <a:noAutofit/>
          </a:bodyPr>
          <a:lstStyle/>
          <a:p>
            <a:pPr algn="l">
              <a:spcBef>
                <a:spcPts val="0"/>
              </a:spcBef>
              <a:spcAft>
                <a:spcPts val="0"/>
              </a:spcAft>
              <a:defRPr sz="1200">
                <a:solidFill>
                  <a:srgbClr val="61707D"/>
                </a:solidFill>
                <a:latin typeface="Calibri"/>
                <a:ea typeface="Calibri"/>
                <a:cs typeface="Calibri"/>
              </a:defRPr>
            </a:pPr>
            <a:r>
              <a:rPr sz="1200">
                <a:solidFill>
                  <a:srgbClr val="61707D"/>
                </a:solidFill>
                <a:latin typeface="Calibri"/>
                <a:ea typeface="Calibri"/>
                <a:cs typeface="Calibri"/>
              </a:rPr>
              <a:t>AICA-Komponenten, konfigurierte Taktraten und Funktionsgruppen</a:t>
            </a:r>
          </a:p>
        </p:txBody>
      </p:sp>
      <p:sp>
        <p:nvSpPr>
          <p:cNvPr id="1028" name="slide-title">
            <a:extLst>
              <a:ext uri="{FF2B5EF4-FFF2-40B4-BE49-F238E27FC236}">
                <a16:creationId xmlns:a16="http://schemas.microsoft.com/office/drawing/2014/main" id="{DE494103-EA52-47CF-92CA-523F2A8E6074}"/>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sz="3200" b="0">
                <a:solidFill>
                  <a:srgbClr val="2869AF"/>
                </a:solidFill>
                <a:latin typeface="Calibri"/>
                <a:ea typeface="Calibri"/>
                <a:cs typeface="Calibri"/>
              </a:rPr>
              <a:t>Systemkonzept und AICA</a:t>
            </a:r>
          </a:p>
        </p:txBody>
      </p:sp>
      <p:sp>
        <p:nvSpPr>
          <p:cNvPr id="1002" name="aica-label">
            <a:extLst>
              <a:ext uri="{FF2B5EF4-FFF2-40B4-BE49-F238E27FC236}">
                <a16:creationId xmlns:a16="http://schemas.microsoft.com/office/drawing/2014/main" id="{AB37586A-E685-41B0-B2B1-8E9D58336070}"/>
              </a:ext>
            </a:extLst>
          </p:cNvPr>
          <p:cNvSpPr>
            <a:spLocks noGrp="1"/>
          </p:cNvSpPr>
          <p:nvPr/>
        </p:nvSpPr>
        <p:spPr>
          <a:xfrm>
            <a:off x="333375" y="1381125"/>
            <a:ext cx="10906125" cy="4286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600" b="0">
                <a:solidFill>
                  <a:srgbClr val="2869AF"/>
                </a:solidFill>
                <a:latin typeface="Calibri"/>
                <a:ea typeface="Calibri"/>
                <a:cs typeface="Calibri"/>
              </a:defRPr>
            </a:pPr>
            <a:r>
              <a:rPr sz="2600" b="0">
                <a:solidFill>
                  <a:srgbClr val="2869AF"/>
                </a:solidFill>
                <a:latin typeface="Calibri"/>
                <a:ea typeface="Calibri"/>
                <a:cs typeface="Calibri"/>
              </a:rPr>
              <a:t>Echtzeitsteuerung mit AICA</a:t>
            </a:r>
          </a:p>
        </p:txBody>
      </p:sp>
      <p:sp>
        <p:nvSpPr>
          <p:cNvPr id="4" name="Datumsplatzhalter 3">
            <a:extLst>
              <a:ext uri="{FF2B5EF4-FFF2-40B4-BE49-F238E27FC236}">
                <a16:creationId xmlns:a16="http://schemas.microsoft.com/office/drawing/2014/main" id="{E0FFCA09-E868-9414-C3D5-52C11A450128}"/>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777BDD82-559A-FBCF-840E-DAED8E813974}"/>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BB7CC81-C6DE-2590-E212-45E5CDB9E723}"/>
              </a:ext>
            </a:extLst>
          </p:cNvPr>
          <p:cNvSpPr>
            <a:spLocks noGrp="1"/>
          </p:cNvSpPr>
          <p:nvPr>
            <p:ph type="sldNum" sz="quarter" idx="29"/>
          </p:nvPr>
        </p:nvSpPr>
        <p:spPr/>
        <p:txBody>
          <a:bodyPr/>
          <a:lstStyle/>
          <a:p>
            <a:fld id="{13005BA2-ABF8-0A46-8B15-84F2660EFA6C}" type="slidenum">
              <a:rPr lang="de-DE" smtClean="0"/>
              <a:pPr/>
              <a:t>16</a:t>
            </a:fld>
            <a:endParaRPr lang="de-DE"/>
          </a:p>
        </p:txBody>
      </p:sp>
    </p:spTree>
    <p:extLst>
      <p:ext uri="{BB962C8B-B14F-4D97-AF65-F5344CB8AC3E}">
        <p14:creationId xmlns:p14="http://schemas.microsoft.com/office/powerpoint/2010/main" val="3355191270"/>
      </p:ext>
    </p:extLst>
  </p:cSld>
  <p:clrMapOvr>
    <a:masterClrMapping/>
  </p:clrMapOvr>
  <p:transition spd="slow">
    <p:push dir="u"/>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8" name="slide-title">
            <a:extLst>
              <a:ext uri="{FF2B5EF4-FFF2-40B4-BE49-F238E27FC236}">
                <a16:creationId xmlns:a16="http://schemas.microsoft.com/office/drawing/2014/main" id="{7138D7A5-9018-4CFB-A7B9-545A26D0766A}"/>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sz="3200" b="0">
                <a:solidFill>
                  <a:srgbClr val="2869AF"/>
                </a:solidFill>
                <a:latin typeface="Calibri"/>
                <a:ea typeface="Calibri"/>
                <a:cs typeface="Calibri"/>
              </a:rPr>
              <a:t>Inbetriebnahme und Rechenlast</a:t>
            </a:r>
          </a:p>
        </p:txBody>
      </p:sp>
      <p:sp>
        <p:nvSpPr>
          <p:cNvPr id="1002" name="chart-unit">
            <a:extLst>
              <a:ext uri="{FF2B5EF4-FFF2-40B4-BE49-F238E27FC236}">
                <a16:creationId xmlns:a16="http://schemas.microsoft.com/office/drawing/2014/main" id="{FF10B3A0-E506-4D20-AB2E-5CF39943550B}"/>
              </a:ext>
            </a:extLst>
          </p:cNvPr>
          <p:cNvSpPr>
            <a:spLocks noGrp="1"/>
          </p:cNvSpPr>
          <p:nvPr/>
        </p:nvSpPr>
        <p:spPr>
          <a:xfrm>
            <a:off x="333375" y="1247775"/>
            <a:ext cx="6191250" cy="3143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900" b="0">
                <a:solidFill>
                  <a:srgbClr val="61707D"/>
                </a:solidFill>
                <a:latin typeface="Calibri"/>
                <a:ea typeface="Calibri"/>
                <a:cs typeface="Calibri"/>
              </a:defRPr>
            </a:pPr>
            <a:r>
              <a:rPr sz="1900" b="0">
                <a:solidFill>
                  <a:srgbClr val="61707D"/>
                </a:solidFill>
                <a:latin typeface="Calibri"/>
                <a:ea typeface="Calibri"/>
                <a:cs typeface="Calibri"/>
              </a:rPr>
              <a:t>Mittleres Messalter (ms)</a:t>
            </a:r>
          </a:p>
        </p:txBody>
      </p:sp>
      <p:graphicFrame>
        <p:nvGraphicFramePr>
          <p:cNvPr id="1010" name="Chart"/>
          <p:cNvGraphicFramePr/>
          <p:nvPr/>
        </p:nvGraphicFramePr>
        <p:xfrm>
          <a:off x="333375" y="1666875"/>
          <a:ext cx="6191250" cy="2971800"/>
        </p:xfrm>
        <a:graphic>
          <a:graphicData uri="http://schemas.openxmlformats.org/drawingml/2006/chart">
            <c:chart xmlns:c="http://schemas.openxmlformats.org/drawingml/2006/chart" xmlns:r="http://schemas.openxmlformats.org/officeDocument/2006/relationships" r:id="rId3"/>
          </a:graphicData>
        </a:graphic>
      </p:graphicFrame>
      <p:pic>
        <p:nvPicPr>
          <p:cNvPr id="1011" name="Grafik 1010"/>
          <p:cNvPicPr>
            <a:picLocks noChangeAspect="1"/>
          </p:cNvPicPr>
          <p:nvPr/>
        </p:nvPicPr>
        <p:blipFill>
          <a:blip r:embed="rId4"/>
          <a:srcRect l="69200" t="43100" r="300" b="44000"/>
          <a:stretch/>
        </p:blipFill>
        <p:spPr>
          <a:xfrm>
            <a:off x="7143750" y="1809750"/>
            <a:ext cx="4095750" cy="895350"/>
          </a:xfrm>
          <a:prstGeom prst="rect">
            <a:avLst/>
          </a:prstGeom>
        </p:spPr>
      </p:pic>
      <p:sp>
        <p:nvSpPr>
          <p:cNvPr id="1005" name="rate-crop-caption">
            <a:extLst>
              <a:ext uri="{FF2B5EF4-FFF2-40B4-BE49-F238E27FC236}">
                <a16:creationId xmlns:a16="http://schemas.microsoft.com/office/drawing/2014/main" id="{83E77CE3-6B66-4238-B71E-403D7D603958}"/>
              </a:ext>
            </a:extLst>
          </p:cNvPr>
          <p:cNvSpPr>
            <a:spLocks noGrp="1"/>
          </p:cNvSpPr>
          <p:nvPr/>
        </p:nvSpPr>
        <p:spPr>
          <a:xfrm>
            <a:off x="7143750" y="3038475"/>
            <a:ext cx="4095750" cy="2857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700" b="0">
                <a:solidFill>
                  <a:srgbClr val="61707D"/>
                </a:solidFill>
                <a:latin typeface="Calibri"/>
                <a:ea typeface="Calibri"/>
                <a:cs typeface="Calibri"/>
              </a:defRPr>
            </a:pPr>
            <a:r>
              <a:rPr sz="1700" b="0" dirty="0">
                <a:solidFill>
                  <a:srgbClr val="61707D"/>
                </a:solidFill>
                <a:latin typeface="Calibri"/>
                <a:ea typeface="Calibri"/>
                <a:cs typeface="Calibri"/>
              </a:rPr>
              <a:t>Rate </a:t>
            </a:r>
            <a:r>
              <a:rPr lang="de-DE" sz="1700" b="0" dirty="0">
                <a:solidFill>
                  <a:srgbClr val="61707D"/>
                </a:solidFill>
                <a:latin typeface="Calibri"/>
                <a:ea typeface="Calibri"/>
                <a:cs typeface="Calibri"/>
              </a:rPr>
              <a:t>für Komponente „Vectoring“ </a:t>
            </a:r>
          </a:p>
          <a:p>
            <a:pPr algn="l">
              <a:lnSpc>
                <a:spcPct val="105000"/>
              </a:lnSpc>
              <a:spcBef>
                <a:spcPts val="0"/>
              </a:spcBef>
              <a:spcAft>
                <a:spcPts val="0"/>
              </a:spcAft>
              <a:buNone/>
              <a:defRPr sz="1700" b="0">
                <a:solidFill>
                  <a:srgbClr val="61707D"/>
                </a:solidFill>
                <a:latin typeface="Calibri"/>
                <a:ea typeface="Calibri"/>
                <a:cs typeface="Calibri"/>
              </a:defRPr>
            </a:pPr>
            <a:r>
              <a:rPr sz="1700" b="0" dirty="0" err="1">
                <a:solidFill>
                  <a:srgbClr val="61707D"/>
                </a:solidFill>
                <a:latin typeface="Calibri"/>
                <a:ea typeface="Calibri"/>
                <a:cs typeface="Calibri"/>
              </a:rPr>
              <a:t>im</a:t>
            </a:r>
            <a:r>
              <a:rPr sz="1700" b="0" dirty="0">
                <a:solidFill>
                  <a:srgbClr val="61707D"/>
                </a:solidFill>
                <a:latin typeface="Calibri"/>
                <a:ea typeface="Calibri"/>
                <a:cs typeface="Calibri"/>
              </a:rPr>
              <a:t> AICA-Interface</a:t>
            </a:r>
          </a:p>
        </p:txBody>
      </p:sp>
      <p:sp>
        <p:nvSpPr>
          <p:cNvPr id="1006" name="load-measures">
            <a:extLst>
              <a:ext uri="{FF2B5EF4-FFF2-40B4-BE49-F238E27FC236}">
                <a16:creationId xmlns:a16="http://schemas.microsoft.com/office/drawing/2014/main" id="{89ED7EC0-DBEB-4977-BEE9-23E875C6EF61}"/>
              </a:ext>
            </a:extLst>
          </p:cNvPr>
          <p:cNvSpPr>
            <a:spLocks noGrp="1"/>
          </p:cNvSpPr>
          <p:nvPr/>
        </p:nvSpPr>
        <p:spPr>
          <a:xfrm>
            <a:off x="7143750" y="3790950"/>
            <a:ext cx="4095750" cy="1409700"/>
          </a:xfrm>
          <a:prstGeom prst="rect">
            <a:avLst/>
          </a:prstGeom>
          <a:noFill/>
          <a:ln w="0">
            <a:noFill/>
          </a:ln>
        </p:spPr>
        <p:txBody>
          <a:bodyPr wrap="square" lIns="0" tIns="0" rIns="0" bIns="0" anchor="t">
            <a:noAutofit/>
          </a:bodyPr>
          <a:lstStyle/>
          <a:p>
            <a:pPr marL="342900" indent="-342900" algn="l">
              <a:lnSpc>
                <a:spcPct val="105000"/>
              </a:lnSpc>
              <a:spcBef>
                <a:spcPts val="0"/>
              </a:spcBef>
              <a:spcAft>
                <a:spcPts val="0"/>
              </a:spcAft>
              <a:buFont typeface="Arial" panose="020B0604020202020204" pitchFamily="34" charset="0"/>
              <a:buChar char="•"/>
              <a:defRPr sz="2200" b="0">
                <a:solidFill>
                  <a:srgbClr val="17232E"/>
                </a:solidFill>
                <a:latin typeface="Calibri"/>
                <a:ea typeface="Calibri"/>
                <a:cs typeface="Calibri"/>
              </a:defRPr>
            </a:pPr>
            <a:r>
              <a:rPr sz="2200" b="0" dirty="0" err="1">
                <a:solidFill>
                  <a:srgbClr val="17232E"/>
                </a:solidFill>
                <a:latin typeface="Calibri"/>
                <a:ea typeface="Calibri"/>
                <a:cs typeface="Calibri"/>
              </a:rPr>
              <a:t>Diagnoseraten</a:t>
            </a:r>
            <a:r>
              <a:rPr sz="2200" b="0" dirty="0">
                <a:solidFill>
                  <a:srgbClr val="17232E"/>
                </a:solidFill>
                <a:latin typeface="Calibri"/>
                <a:ea typeface="Calibri"/>
                <a:cs typeface="Calibri"/>
              </a:rPr>
              <a:t> </a:t>
            </a:r>
            <a:r>
              <a:rPr sz="2200" b="0" dirty="0" err="1">
                <a:solidFill>
                  <a:srgbClr val="17232E"/>
                </a:solidFill>
                <a:latin typeface="Calibri"/>
                <a:ea typeface="Calibri"/>
                <a:cs typeface="Calibri"/>
              </a:rPr>
              <a:t>begrenzen</a:t>
            </a:r>
            <a:endParaRPr sz="2200" b="0" dirty="0">
              <a:solidFill>
                <a:srgbClr val="17232E"/>
              </a:solidFill>
              <a:latin typeface="Calibri"/>
              <a:ea typeface="Calibri"/>
              <a:cs typeface="Calibri"/>
            </a:endParaRPr>
          </a:p>
          <a:p>
            <a:pPr marL="342900" indent="-342900" algn="l">
              <a:lnSpc>
                <a:spcPct val="105000"/>
              </a:lnSpc>
              <a:spcBef>
                <a:spcPts val="0"/>
              </a:spcBef>
              <a:spcAft>
                <a:spcPts val="0"/>
              </a:spcAft>
              <a:buFont typeface="Arial" panose="020B0604020202020204" pitchFamily="34" charset="0"/>
              <a:buChar char="•"/>
              <a:defRPr sz="2200" b="0">
                <a:solidFill>
                  <a:srgbClr val="17232E"/>
                </a:solidFill>
                <a:latin typeface="Calibri"/>
                <a:ea typeface="Calibri"/>
                <a:cs typeface="Calibri"/>
              </a:defRPr>
            </a:pPr>
            <a:r>
              <a:rPr sz="2200" b="0" dirty="0">
                <a:solidFill>
                  <a:srgbClr val="17232E"/>
                </a:solidFill>
                <a:latin typeface="Calibri"/>
                <a:ea typeface="Calibri"/>
                <a:cs typeface="Calibri"/>
              </a:rPr>
              <a:t>Queue-</a:t>
            </a:r>
            <a:r>
              <a:rPr sz="2200" b="0" dirty="0" err="1">
                <a:solidFill>
                  <a:srgbClr val="17232E"/>
                </a:solidFill>
                <a:latin typeface="Calibri"/>
                <a:ea typeface="Calibri"/>
                <a:cs typeface="Calibri"/>
              </a:rPr>
              <a:t>Tiefe</a:t>
            </a:r>
            <a:r>
              <a:rPr sz="2200" b="0" dirty="0">
                <a:solidFill>
                  <a:srgbClr val="17232E"/>
                </a:solidFill>
                <a:latin typeface="Calibri"/>
                <a:ea typeface="Calibri"/>
                <a:cs typeface="Calibri"/>
              </a:rPr>
              <a:t> 1</a:t>
            </a:r>
          </a:p>
          <a:p>
            <a:pPr marL="342900" indent="-342900" algn="l">
              <a:lnSpc>
                <a:spcPct val="105000"/>
              </a:lnSpc>
              <a:spcBef>
                <a:spcPts val="0"/>
              </a:spcBef>
              <a:spcAft>
                <a:spcPts val="0"/>
              </a:spcAft>
              <a:buFont typeface="Arial" panose="020B0604020202020204" pitchFamily="34" charset="0"/>
              <a:buChar char="•"/>
              <a:defRPr sz="2200" b="0">
                <a:solidFill>
                  <a:srgbClr val="17232E"/>
                </a:solidFill>
                <a:latin typeface="Calibri"/>
                <a:ea typeface="Calibri"/>
                <a:cs typeface="Calibri"/>
              </a:defRPr>
            </a:pPr>
            <a:r>
              <a:rPr sz="2200" b="0" dirty="0">
                <a:solidFill>
                  <a:srgbClr val="17232E"/>
                </a:solidFill>
                <a:latin typeface="Calibri"/>
                <a:ea typeface="Calibri"/>
                <a:cs typeface="Calibri"/>
              </a:rPr>
              <a:t>ROI </a:t>
            </a:r>
            <a:r>
              <a:rPr sz="2200" b="0" dirty="0" err="1">
                <a:solidFill>
                  <a:srgbClr val="17232E"/>
                </a:solidFill>
                <a:latin typeface="Calibri"/>
                <a:ea typeface="Calibri"/>
                <a:cs typeface="Calibri"/>
              </a:rPr>
              <a:t>reduzieren</a:t>
            </a:r>
            <a:endParaRPr sz="2200" b="0" dirty="0">
              <a:solidFill>
                <a:srgbClr val="17232E"/>
              </a:solidFill>
              <a:latin typeface="Calibri"/>
              <a:ea typeface="Calibri"/>
              <a:cs typeface="Calibri"/>
            </a:endParaRPr>
          </a:p>
        </p:txBody>
      </p:sp>
      <p:sp>
        <p:nvSpPr>
          <p:cNvPr id="1007" name="caption-11">
            <a:extLst>
              <a:ext uri="{FF2B5EF4-FFF2-40B4-BE49-F238E27FC236}">
                <a16:creationId xmlns:a16="http://schemas.microsoft.com/office/drawing/2014/main" id="{11AAE44A-EFDC-41A1-AF88-11ECA465D126}"/>
              </a:ext>
            </a:extLst>
          </p:cNvPr>
          <p:cNvSpPr>
            <a:spLocks noGrp="1"/>
          </p:cNvSpPr>
          <p:nvPr/>
        </p:nvSpPr>
        <p:spPr>
          <a:xfrm>
            <a:off x="333375" y="4801467"/>
            <a:ext cx="10906125" cy="2571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200" b="0">
                <a:solidFill>
                  <a:srgbClr val="61707D"/>
                </a:solidFill>
                <a:latin typeface="Calibri"/>
                <a:ea typeface="Calibri"/>
                <a:cs typeface="Calibri"/>
              </a:defRPr>
            </a:pPr>
            <a:r>
              <a:rPr sz="1200" b="0" dirty="0" err="1">
                <a:solidFill>
                  <a:srgbClr val="61707D"/>
                </a:solidFill>
                <a:latin typeface="Calibri"/>
                <a:ea typeface="Calibri"/>
                <a:cs typeface="Calibri"/>
              </a:rPr>
              <a:t>Dokumentierte</a:t>
            </a:r>
            <a:r>
              <a:rPr sz="1200" b="0" dirty="0">
                <a:solidFill>
                  <a:srgbClr val="61707D"/>
                </a:solidFill>
                <a:latin typeface="Calibri"/>
                <a:ea typeface="Calibri"/>
                <a:cs typeface="Calibri"/>
              </a:rPr>
              <a:t> </a:t>
            </a:r>
            <a:r>
              <a:rPr sz="1200" b="0" dirty="0" err="1">
                <a:solidFill>
                  <a:srgbClr val="61707D"/>
                </a:solidFill>
                <a:latin typeface="Calibri"/>
                <a:ea typeface="Calibri"/>
                <a:cs typeface="Calibri"/>
              </a:rPr>
              <a:t>Entwicklungsstände</a:t>
            </a:r>
            <a:r>
              <a:rPr sz="1200" b="0" dirty="0">
                <a:solidFill>
                  <a:srgbClr val="61707D"/>
                </a:solidFill>
                <a:latin typeface="Calibri"/>
                <a:ea typeface="Calibri"/>
                <a:cs typeface="Calibri"/>
              </a:rPr>
              <a:t>; </a:t>
            </a:r>
            <a:r>
              <a:rPr sz="1200" b="0" dirty="0" err="1">
                <a:solidFill>
                  <a:srgbClr val="61707D"/>
                </a:solidFill>
                <a:latin typeface="Calibri"/>
                <a:ea typeface="Calibri"/>
                <a:cs typeface="Calibri"/>
              </a:rPr>
              <a:t>Maßnahmen</a:t>
            </a:r>
            <a:r>
              <a:rPr sz="1200" b="0" dirty="0">
                <a:solidFill>
                  <a:srgbClr val="61707D"/>
                </a:solidFill>
                <a:latin typeface="Calibri"/>
                <a:ea typeface="Calibri"/>
                <a:cs typeface="Calibri"/>
              </a:rPr>
              <a:t> </a:t>
            </a:r>
            <a:r>
              <a:rPr sz="1200" b="0" dirty="0" err="1">
                <a:solidFill>
                  <a:srgbClr val="61707D"/>
                </a:solidFill>
                <a:latin typeface="Calibri"/>
                <a:ea typeface="Calibri"/>
                <a:cs typeface="Calibri"/>
              </a:rPr>
              <a:t>gemeinsam</a:t>
            </a:r>
            <a:r>
              <a:rPr sz="1200" b="0" dirty="0">
                <a:solidFill>
                  <a:srgbClr val="61707D"/>
                </a:solidFill>
                <a:latin typeface="Calibri"/>
                <a:ea typeface="Calibri"/>
                <a:cs typeface="Calibri"/>
              </a:rPr>
              <a:t> </a:t>
            </a:r>
            <a:r>
              <a:rPr sz="1200" b="0" dirty="0" err="1">
                <a:solidFill>
                  <a:srgbClr val="61707D"/>
                </a:solidFill>
                <a:latin typeface="Calibri"/>
                <a:ea typeface="Calibri"/>
                <a:cs typeface="Calibri"/>
              </a:rPr>
              <a:t>angepasst</a:t>
            </a:r>
            <a:endParaRPr sz="1200" b="0" dirty="0">
              <a:solidFill>
                <a:srgbClr val="61707D"/>
              </a:solidFill>
              <a:latin typeface="Calibri"/>
              <a:ea typeface="Calibri"/>
              <a:cs typeface="Calibri"/>
            </a:endParaRPr>
          </a:p>
        </p:txBody>
      </p:sp>
      <p:sp>
        <p:nvSpPr>
          <p:cNvPr id="4" name="Datumsplatzhalter 3">
            <a:extLst>
              <a:ext uri="{FF2B5EF4-FFF2-40B4-BE49-F238E27FC236}">
                <a16:creationId xmlns:a16="http://schemas.microsoft.com/office/drawing/2014/main" id="{E0FFCA09-E868-9414-C3D5-52C11A450128}"/>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777BDD82-559A-FBCF-840E-DAED8E813974}"/>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BB7CC81-C6DE-2590-E212-45E5CDB9E723}"/>
              </a:ext>
            </a:extLst>
          </p:cNvPr>
          <p:cNvSpPr>
            <a:spLocks noGrp="1"/>
          </p:cNvSpPr>
          <p:nvPr>
            <p:ph type="sldNum" sz="quarter" idx="29"/>
          </p:nvPr>
        </p:nvSpPr>
        <p:spPr/>
        <p:txBody>
          <a:bodyPr/>
          <a:lstStyle/>
          <a:p>
            <a:fld id="{13005BA2-ABF8-0A46-8B15-84F2660EFA6C}" type="slidenum">
              <a:rPr lang="de-DE" smtClean="0"/>
              <a:pPr/>
              <a:t>17</a:t>
            </a:fld>
            <a:endParaRPr lang="de-DE"/>
          </a:p>
        </p:txBody>
      </p:sp>
    </p:spTree>
    <p:extLst>
      <p:ext uri="{BB962C8B-B14F-4D97-AF65-F5344CB8AC3E}">
        <p14:creationId xmlns:p14="http://schemas.microsoft.com/office/powerpoint/2010/main" val="1106493487"/>
      </p:ext>
    </p:extLst>
  </p:cSld>
  <p:clrMapOvr>
    <a:masterClrMapping/>
  </p:clrMapOvr>
  <p:transition spd="slow">
    <p:push dir="u"/>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2" name="slide-title">
            <a:extLst>
              <a:ext uri="{FF2B5EF4-FFF2-40B4-BE49-F238E27FC236}">
                <a16:creationId xmlns:a16="http://schemas.microsoft.com/office/drawing/2014/main" id="{3808468A-C58E-4065-A915-87F8165B1860}"/>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sz="3200" b="0">
                <a:solidFill>
                  <a:srgbClr val="2869AF"/>
                </a:solidFill>
                <a:latin typeface="Calibri"/>
                <a:ea typeface="Calibri"/>
                <a:cs typeface="Calibri"/>
              </a:rPr>
              <a:t>Entwicklungsabnahme und Ergebnisse</a:t>
            </a:r>
          </a:p>
        </p:txBody>
      </p:sp>
      <p:pic>
        <p:nvPicPr>
          <p:cNvPr id="1013" name="Grafik 1012"/>
          <p:cNvPicPr>
            <a:picLocks noChangeAspect="1"/>
          </p:cNvPicPr>
          <p:nvPr/>
        </p:nvPicPr>
        <p:blipFill>
          <a:blip r:embed="rId3"/>
          <a:srcRect r="24832" b="12959"/>
          <a:stretch>
            <a:fillRect/>
          </a:stretch>
        </p:blipFill>
        <p:spPr>
          <a:xfrm>
            <a:off x="277881" y="1043303"/>
            <a:ext cx="6445112" cy="3678610"/>
          </a:xfrm>
          <a:prstGeom prst="rect">
            <a:avLst/>
          </a:prstGeom>
        </p:spPr>
      </p:pic>
      <p:sp>
        <p:nvSpPr>
          <p:cNvPr id="1003" name="run-before-label">
            <a:extLst>
              <a:ext uri="{FF2B5EF4-FFF2-40B4-BE49-F238E27FC236}">
                <a16:creationId xmlns:a16="http://schemas.microsoft.com/office/drawing/2014/main" id="{72B74606-102F-4175-9DB8-51E3A125FFEC}"/>
              </a:ext>
            </a:extLst>
          </p:cNvPr>
          <p:cNvSpPr>
            <a:spLocks noGrp="1"/>
          </p:cNvSpPr>
          <p:nvPr/>
        </p:nvSpPr>
        <p:spPr>
          <a:xfrm>
            <a:off x="6990109" y="1072600"/>
            <a:ext cx="4095750" cy="3333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000" b="0">
                <a:solidFill>
                  <a:srgbClr val="61707D"/>
                </a:solidFill>
                <a:latin typeface="Calibri"/>
                <a:ea typeface="Calibri"/>
                <a:cs typeface="Calibri"/>
              </a:defRPr>
            </a:pPr>
            <a:r>
              <a:rPr sz="2000" b="0" dirty="0" err="1">
                <a:solidFill>
                  <a:srgbClr val="61707D"/>
                </a:solidFill>
                <a:latin typeface="Calibri"/>
                <a:ea typeface="Calibri"/>
                <a:cs typeface="Calibri"/>
              </a:rPr>
              <a:t>Zeitgrenzen</a:t>
            </a:r>
            <a:r>
              <a:rPr sz="2000" b="0" dirty="0">
                <a:solidFill>
                  <a:srgbClr val="61707D"/>
                </a:solidFill>
                <a:latin typeface="Calibri"/>
                <a:ea typeface="Calibri"/>
                <a:cs typeface="Calibri"/>
              </a:rPr>
              <a:t> </a:t>
            </a:r>
            <a:r>
              <a:rPr sz="2000" b="0" dirty="0" err="1">
                <a:solidFill>
                  <a:srgbClr val="61707D"/>
                </a:solidFill>
                <a:latin typeface="Calibri"/>
                <a:ea typeface="Calibri"/>
                <a:cs typeface="Calibri"/>
              </a:rPr>
              <a:t>vorher</a:t>
            </a:r>
            <a:endParaRPr sz="2000" b="0" dirty="0">
              <a:solidFill>
                <a:srgbClr val="61707D"/>
              </a:solidFill>
              <a:latin typeface="Calibri"/>
              <a:ea typeface="Calibri"/>
              <a:cs typeface="Calibri"/>
            </a:endParaRPr>
          </a:p>
        </p:txBody>
      </p:sp>
      <p:sp>
        <p:nvSpPr>
          <p:cNvPr id="1004" name="run-before-value">
            <a:extLst>
              <a:ext uri="{FF2B5EF4-FFF2-40B4-BE49-F238E27FC236}">
                <a16:creationId xmlns:a16="http://schemas.microsoft.com/office/drawing/2014/main" id="{8F3FA940-90C6-4A3D-AA01-7F3332E9014D}"/>
              </a:ext>
            </a:extLst>
          </p:cNvPr>
          <p:cNvSpPr>
            <a:spLocks noGrp="1"/>
          </p:cNvSpPr>
          <p:nvPr/>
        </p:nvSpPr>
        <p:spPr>
          <a:xfrm>
            <a:off x="6990108" y="1434550"/>
            <a:ext cx="4831715" cy="5048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000" b="1">
                <a:solidFill>
                  <a:srgbClr val="2869AF"/>
                </a:solidFill>
                <a:latin typeface="Calibri"/>
                <a:ea typeface="Calibri"/>
                <a:cs typeface="Calibri"/>
              </a:defRPr>
            </a:pPr>
            <a:r>
              <a:rPr sz="3000" b="1" dirty="0">
                <a:solidFill>
                  <a:srgbClr val="2869AF"/>
                </a:solidFill>
                <a:latin typeface="Calibri"/>
                <a:ea typeface="Calibri"/>
                <a:cs typeface="Calibri"/>
              </a:rPr>
              <a:t>3 von 7 </a:t>
            </a:r>
            <a:r>
              <a:rPr lang="de-DE" sz="3000" b="1" dirty="0">
                <a:solidFill>
                  <a:srgbClr val="2869AF"/>
                </a:solidFill>
                <a:latin typeface="Calibri"/>
                <a:ea typeface="Calibri"/>
                <a:cs typeface="Calibri"/>
              </a:rPr>
              <a:t>Griffen erfolgreich</a:t>
            </a:r>
            <a:endParaRPr sz="3000" b="1" dirty="0">
              <a:solidFill>
                <a:srgbClr val="2869AF"/>
              </a:solidFill>
              <a:latin typeface="Calibri"/>
              <a:ea typeface="Calibri"/>
              <a:cs typeface="Calibri"/>
            </a:endParaRPr>
          </a:p>
        </p:txBody>
      </p:sp>
      <p:sp>
        <p:nvSpPr>
          <p:cNvPr id="1005" name="run-after-label">
            <a:extLst>
              <a:ext uri="{FF2B5EF4-FFF2-40B4-BE49-F238E27FC236}">
                <a16:creationId xmlns:a16="http://schemas.microsoft.com/office/drawing/2014/main" id="{BC86444D-A9B6-418E-BEEA-DD6D9DC6EE01}"/>
              </a:ext>
            </a:extLst>
          </p:cNvPr>
          <p:cNvSpPr>
            <a:spLocks noGrp="1"/>
          </p:cNvSpPr>
          <p:nvPr/>
        </p:nvSpPr>
        <p:spPr>
          <a:xfrm>
            <a:off x="6990109" y="2177500"/>
            <a:ext cx="4095750" cy="661776"/>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000" b="0">
                <a:solidFill>
                  <a:srgbClr val="61707D"/>
                </a:solidFill>
                <a:latin typeface="Calibri"/>
                <a:ea typeface="Calibri"/>
                <a:cs typeface="Calibri"/>
              </a:defRPr>
            </a:pPr>
            <a:r>
              <a:rPr sz="2000" b="0" dirty="0" err="1">
                <a:solidFill>
                  <a:srgbClr val="61707D"/>
                </a:solidFill>
                <a:latin typeface="Calibri"/>
                <a:ea typeface="Calibri"/>
                <a:cs typeface="Calibri"/>
              </a:rPr>
              <a:t>Zeitgrenzen</a:t>
            </a:r>
            <a:r>
              <a:rPr sz="2000" b="0" dirty="0">
                <a:solidFill>
                  <a:srgbClr val="61707D"/>
                </a:solidFill>
                <a:latin typeface="Calibri"/>
                <a:ea typeface="Calibri"/>
                <a:cs typeface="Calibri"/>
              </a:rPr>
              <a:t> </a:t>
            </a:r>
            <a:r>
              <a:rPr sz="2000" b="0" dirty="0" err="1">
                <a:solidFill>
                  <a:srgbClr val="61707D"/>
                </a:solidFill>
                <a:latin typeface="Calibri"/>
                <a:ea typeface="Calibri"/>
                <a:cs typeface="Calibri"/>
              </a:rPr>
              <a:t>angepasst</a:t>
            </a:r>
            <a:endParaRPr lang="de-DE" sz="2000" b="0" dirty="0">
              <a:solidFill>
                <a:srgbClr val="61707D"/>
              </a:solidFill>
              <a:latin typeface="Calibri"/>
              <a:ea typeface="Calibri"/>
              <a:cs typeface="Calibri"/>
            </a:endParaRPr>
          </a:p>
          <a:p>
            <a:pPr algn="l">
              <a:lnSpc>
                <a:spcPct val="105000"/>
              </a:lnSpc>
              <a:spcBef>
                <a:spcPts val="0"/>
              </a:spcBef>
              <a:spcAft>
                <a:spcPts val="0"/>
              </a:spcAft>
              <a:buNone/>
              <a:defRPr sz="2000" b="0">
                <a:solidFill>
                  <a:srgbClr val="61707D"/>
                </a:solidFill>
                <a:latin typeface="Calibri"/>
                <a:ea typeface="Calibri"/>
                <a:cs typeface="Calibri"/>
              </a:defRPr>
            </a:pPr>
            <a:r>
              <a:rPr lang="de-DE" sz="2000" dirty="0">
                <a:solidFill>
                  <a:srgbClr val="61707D"/>
                </a:solidFill>
                <a:latin typeface="Calibri"/>
                <a:ea typeface="Calibri"/>
                <a:cs typeface="Calibri"/>
              </a:rPr>
              <a:t>(Extrapolationsgrenze, Ziel-Timeout)</a:t>
            </a:r>
            <a:endParaRPr sz="2000" b="0" dirty="0">
              <a:solidFill>
                <a:srgbClr val="61707D"/>
              </a:solidFill>
              <a:latin typeface="Calibri"/>
              <a:ea typeface="Calibri"/>
              <a:cs typeface="Calibri"/>
            </a:endParaRPr>
          </a:p>
        </p:txBody>
      </p:sp>
      <p:sp>
        <p:nvSpPr>
          <p:cNvPr id="1006" name="run-after-value">
            <a:extLst>
              <a:ext uri="{FF2B5EF4-FFF2-40B4-BE49-F238E27FC236}">
                <a16:creationId xmlns:a16="http://schemas.microsoft.com/office/drawing/2014/main" id="{73FDCB29-0031-4C87-9CF6-2D0BBE815EF9}"/>
              </a:ext>
            </a:extLst>
          </p:cNvPr>
          <p:cNvSpPr>
            <a:spLocks noGrp="1"/>
          </p:cNvSpPr>
          <p:nvPr/>
        </p:nvSpPr>
        <p:spPr>
          <a:xfrm>
            <a:off x="6990108" y="2877376"/>
            <a:ext cx="4364355" cy="504825"/>
          </a:xfrm>
          <a:prstGeom prst="rect">
            <a:avLst/>
          </a:prstGeom>
          <a:noFill/>
          <a:ln w="0">
            <a:noFill/>
          </a:ln>
        </p:spPr>
        <p:txBody>
          <a:bodyPr wrap="square" lIns="0" tIns="0" rIns="0" bIns="0" anchor="t">
            <a:noAutofit/>
          </a:bodyPr>
          <a:lstStyle/>
          <a:p>
            <a:pPr>
              <a:lnSpc>
                <a:spcPct val="105000"/>
              </a:lnSpc>
              <a:defRPr sz="3000" b="1">
                <a:solidFill>
                  <a:srgbClr val="2869AF"/>
                </a:solidFill>
                <a:latin typeface="Calibri"/>
                <a:ea typeface="Calibri"/>
                <a:cs typeface="Calibri"/>
              </a:defRPr>
            </a:pPr>
            <a:r>
              <a:rPr sz="3000" b="1" dirty="0">
                <a:solidFill>
                  <a:srgbClr val="2869AF"/>
                </a:solidFill>
                <a:latin typeface="Calibri"/>
                <a:ea typeface="Calibri"/>
                <a:cs typeface="Calibri"/>
              </a:rPr>
              <a:t>9 von 9 </a:t>
            </a:r>
            <a:r>
              <a:rPr lang="de-DE" sz="3000" b="1" dirty="0">
                <a:solidFill>
                  <a:srgbClr val="2869AF"/>
                </a:solidFill>
                <a:latin typeface="Calibri"/>
                <a:ea typeface="Calibri"/>
                <a:cs typeface="Calibri"/>
              </a:rPr>
              <a:t>Griffen erfolgreich</a:t>
            </a:r>
            <a:endParaRPr sz="3000" b="1" dirty="0">
              <a:solidFill>
                <a:srgbClr val="2869AF"/>
              </a:solidFill>
              <a:latin typeface="Calibri"/>
              <a:ea typeface="Calibri"/>
              <a:cs typeface="Calibri"/>
            </a:endParaRPr>
          </a:p>
        </p:txBody>
      </p:sp>
      <p:sp>
        <p:nvSpPr>
          <p:cNvPr id="1007" name="run-endurance-label">
            <a:extLst>
              <a:ext uri="{FF2B5EF4-FFF2-40B4-BE49-F238E27FC236}">
                <a16:creationId xmlns:a16="http://schemas.microsoft.com/office/drawing/2014/main" id="{196F3EA7-FA3B-4A61-B5F5-401C8CF494EE}"/>
              </a:ext>
            </a:extLst>
          </p:cNvPr>
          <p:cNvSpPr>
            <a:spLocks noGrp="1"/>
          </p:cNvSpPr>
          <p:nvPr/>
        </p:nvSpPr>
        <p:spPr>
          <a:xfrm>
            <a:off x="6990108" y="3616258"/>
            <a:ext cx="4095750" cy="3333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000" b="0">
                <a:solidFill>
                  <a:srgbClr val="61707D"/>
                </a:solidFill>
                <a:latin typeface="Calibri"/>
                <a:ea typeface="Calibri"/>
                <a:cs typeface="Calibri"/>
              </a:defRPr>
            </a:pPr>
            <a:r>
              <a:rPr sz="2000" b="0" dirty="0" err="1">
                <a:solidFill>
                  <a:srgbClr val="61707D"/>
                </a:solidFill>
                <a:latin typeface="Calibri"/>
                <a:ea typeface="Calibri"/>
                <a:cs typeface="Calibri"/>
              </a:rPr>
              <a:t>Separater</a:t>
            </a:r>
            <a:r>
              <a:rPr sz="2000" b="0" dirty="0">
                <a:solidFill>
                  <a:srgbClr val="61707D"/>
                </a:solidFill>
                <a:latin typeface="Calibri"/>
                <a:ea typeface="Calibri"/>
                <a:cs typeface="Calibri"/>
              </a:rPr>
              <a:t> Dauerlauf</a:t>
            </a:r>
          </a:p>
        </p:txBody>
      </p:sp>
      <p:sp>
        <p:nvSpPr>
          <p:cNvPr id="1008" name="run-endurance-value">
            <a:extLst>
              <a:ext uri="{FF2B5EF4-FFF2-40B4-BE49-F238E27FC236}">
                <a16:creationId xmlns:a16="http://schemas.microsoft.com/office/drawing/2014/main" id="{518E772B-2299-45A5-9731-0FBB03B056D5}"/>
              </a:ext>
            </a:extLst>
          </p:cNvPr>
          <p:cNvSpPr>
            <a:spLocks noGrp="1"/>
          </p:cNvSpPr>
          <p:nvPr/>
        </p:nvSpPr>
        <p:spPr>
          <a:xfrm>
            <a:off x="6990108" y="3987522"/>
            <a:ext cx="4095750" cy="4762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700" b="1">
                <a:solidFill>
                  <a:srgbClr val="2869AF"/>
                </a:solidFill>
                <a:latin typeface="Calibri"/>
                <a:ea typeface="Calibri"/>
                <a:cs typeface="Calibri"/>
              </a:defRPr>
            </a:pPr>
            <a:r>
              <a:rPr sz="2700" b="1" dirty="0">
                <a:solidFill>
                  <a:srgbClr val="2869AF"/>
                </a:solidFill>
                <a:latin typeface="Calibri"/>
                <a:ea typeface="Calibri"/>
                <a:cs typeface="Calibri"/>
              </a:rPr>
              <a:t>15 </a:t>
            </a:r>
            <a:r>
              <a:rPr sz="2700" b="1" dirty="0" err="1">
                <a:solidFill>
                  <a:srgbClr val="2869AF"/>
                </a:solidFill>
                <a:latin typeface="Calibri"/>
                <a:ea typeface="Calibri"/>
                <a:cs typeface="Calibri"/>
              </a:rPr>
              <a:t>Ablagen</a:t>
            </a:r>
            <a:r>
              <a:rPr sz="2700" b="1" dirty="0">
                <a:solidFill>
                  <a:srgbClr val="2869AF"/>
                </a:solidFill>
                <a:latin typeface="Calibri"/>
                <a:ea typeface="Calibri"/>
                <a:cs typeface="Calibri"/>
              </a:rPr>
              <a:t> / ca. 2 min</a:t>
            </a:r>
          </a:p>
        </p:txBody>
      </p:sp>
      <p:sp>
        <p:nvSpPr>
          <p:cNvPr id="1009" name="run-other">
            <a:extLst>
              <a:ext uri="{FF2B5EF4-FFF2-40B4-BE49-F238E27FC236}">
                <a16:creationId xmlns:a16="http://schemas.microsoft.com/office/drawing/2014/main" id="{38E55A21-ED92-408E-844E-61389314752C}"/>
              </a:ext>
            </a:extLst>
          </p:cNvPr>
          <p:cNvSpPr>
            <a:spLocks noGrp="1"/>
          </p:cNvSpPr>
          <p:nvPr/>
        </p:nvSpPr>
        <p:spPr>
          <a:xfrm>
            <a:off x="6990108" y="4530447"/>
            <a:ext cx="4095750" cy="7429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000" b="0">
                <a:solidFill>
                  <a:srgbClr val="17232E"/>
                </a:solidFill>
                <a:latin typeface="Calibri"/>
                <a:ea typeface="Calibri"/>
                <a:cs typeface="Calibri"/>
              </a:defRPr>
            </a:pPr>
            <a:r>
              <a:rPr sz="2000" b="0">
                <a:solidFill>
                  <a:srgbClr val="17232E"/>
                </a:solidFill>
                <a:latin typeface="Calibri"/>
                <a:ea typeface="Calibri"/>
                <a:cs typeface="Calibri"/>
              </a:rPr>
              <a:t>1 Fehlgriff</a:t>
            </a:r>
          </a:p>
          <a:p>
            <a:pPr algn="l">
              <a:lnSpc>
                <a:spcPct val="105000"/>
              </a:lnSpc>
              <a:spcBef>
                <a:spcPts val="0"/>
              </a:spcBef>
              <a:spcAft>
                <a:spcPts val="0"/>
              </a:spcAft>
              <a:buNone/>
              <a:defRPr sz="2000" b="0">
                <a:solidFill>
                  <a:srgbClr val="17232E"/>
                </a:solidFill>
                <a:latin typeface="Calibri"/>
                <a:ea typeface="Calibri"/>
                <a:cs typeface="Calibri"/>
              </a:defRPr>
            </a:pPr>
            <a:r>
              <a:rPr sz="2000" b="0">
                <a:solidFill>
                  <a:srgbClr val="17232E"/>
                </a:solidFill>
                <a:latin typeface="Calibri"/>
                <a:ea typeface="Calibri"/>
                <a:cs typeface="Calibri"/>
              </a:rPr>
              <a:t>9 durchgelaufene Klötze</a:t>
            </a:r>
          </a:p>
        </p:txBody>
      </p:sp>
      <p:sp>
        <p:nvSpPr>
          <p:cNvPr id="1010" name="higher-stage">
            <a:extLst>
              <a:ext uri="{FF2B5EF4-FFF2-40B4-BE49-F238E27FC236}">
                <a16:creationId xmlns:a16="http://schemas.microsoft.com/office/drawing/2014/main" id="{D234FBCF-B69D-4AE1-A8B0-02A57F89C92B}"/>
              </a:ext>
            </a:extLst>
          </p:cNvPr>
          <p:cNvSpPr>
            <a:spLocks noGrp="1"/>
          </p:cNvSpPr>
          <p:nvPr/>
        </p:nvSpPr>
        <p:spPr>
          <a:xfrm>
            <a:off x="333375" y="4733099"/>
            <a:ext cx="6334125" cy="7810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100" b="0">
                <a:solidFill>
                  <a:srgbClr val="2869AF"/>
                </a:solidFill>
                <a:latin typeface="Calibri"/>
                <a:ea typeface="Calibri"/>
                <a:cs typeface="Calibri"/>
              </a:defRPr>
            </a:pPr>
            <a:r>
              <a:rPr lang="de-DE" sz="2100" dirty="0">
                <a:solidFill>
                  <a:srgbClr val="2869AF"/>
                </a:solidFill>
                <a:latin typeface="Calibri"/>
                <a:ea typeface="Calibri"/>
                <a:cs typeface="Calibri"/>
              </a:rPr>
              <a:t>h</a:t>
            </a:r>
            <a:r>
              <a:rPr sz="2100" b="0" dirty="0" err="1">
                <a:solidFill>
                  <a:srgbClr val="2869AF"/>
                </a:solidFill>
                <a:latin typeface="Calibri"/>
                <a:ea typeface="Calibri"/>
                <a:cs typeface="Calibri"/>
              </a:rPr>
              <a:t>öhere</a:t>
            </a:r>
            <a:r>
              <a:rPr sz="2100" b="0" dirty="0">
                <a:solidFill>
                  <a:srgbClr val="2869AF"/>
                </a:solidFill>
                <a:latin typeface="Calibri"/>
                <a:ea typeface="Calibri"/>
                <a:cs typeface="Calibri"/>
              </a:rPr>
              <a:t> Band</a:t>
            </a:r>
            <a:r>
              <a:rPr lang="de-DE" sz="2100" b="0" dirty="0" err="1">
                <a:solidFill>
                  <a:srgbClr val="2869AF"/>
                </a:solidFill>
                <a:latin typeface="Calibri"/>
                <a:ea typeface="Calibri"/>
                <a:cs typeface="Calibri"/>
              </a:rPr>
              <a:t>geschwindigkeiten</a:t>
            </a:r>
            <a:r>
              <a:rPr sz="2100" b="0" dirty="0">
                <a:solidFill>
                  <a:srgbClr val="2869AF"/>
                </a:solidFill>
                <a:latin typeface="Calibri"/>
                <a:ea typeface="Calibri"/>
                <a:cs typeface="Calibri"/>
              </a:rPr>
              <a:t> bis </a:t>
            </a:r>
            <a:r>
              <a:rPr lang="de-DE" sz="2100" b="0" dirty="0">
                <a:solidFill>
                  <a:srgbClr val="2869AF"/>
                </a:solidFill>
                <a:latin typeface="Calibri"/>
                <a:ea typeface="Calibri"/>
                <a:cs typeface="Calibri"/>
              </a:rPr>
              <a:t>Stufe </a:t>
            </a:r>
            <a:r>
              <a:rPr sz="2100" b="0" dirty="0">
                <a:solidFill>
                  <a:srgbClr val="2869AF"/>
                </a:solidFill>
                <a:latin typeface="Calibri"/>
                <a:ea typeface="Calibri"/>
                <a:cs typeface="Calibri"/>
              </a:rPr>
              <a:t>3</a:t>
            </a:r>
          </a:p>
          <a:p>
            <a:pPr algn="l">
              <a:lnSpc>
                <a:spcPct val="105000"/>
              </a:lnSpc>
              <a:spcBef>
                <a:spcPts val="0"/>
              </a:spcBef>
              <a:spcAft>
                <a:spcPts val="0"/>
              </a:spcAft>
              <a:buNone/>
              <a:defRPr sz="2100" b="0">
                <a:solidFill>
                  <a:srgbClr val="2869AF"/>
                </a:solidFill>
                <a:latin typeface="Calibri"/>
                <a:ea typeface="Calibri"/>
                <a:cs typeface="Calibri"/>
              </a:defRPr>
            </a:pPr>
            <a:r>
              <a:rPr lang="de-DE" sz="2100" dirty="0">
                <a:solidFill>
                  <a:srgbClr val="2869AF"/>
                </a:solidFill>
                <a:latin typeface="Calibri"/>
                <a:ea typeface="Calibri"/>
                <a:cs typeface="Calibri"/>
              </a:rPr>
              <a:t>q</a:t>
            </a:r>
            <a:r>
              <a:rPr sz="2100" b="0" dirty="0" err="1">
                <a:solidFill>
                  <a:srgbClr val="2869AF"/>
                </a:solidFill>
                <a:latin typeface="Calibri"/>
                <a:ea typeface="Calibri"/>
                <a:cs typeface="Calibri"/>
              </a:rPr>
              <a:t>ualitativ</a:t>
            </a:r>
            <a:r>
              <a:rPr sz="2100" b="0" dirty="0">
                <a:solidFill>
                  <a:srgbClr val="2869AF"/>
                </a:solidFill>
                <a:latin typeface="Calibri"/>
                <a:ea typeface="Calibri"/>
                <a:cs typeface="Calibri"/>
              </a:rPr>
              <a:t> </a:t>
            </a:r>
            <a:r>
              <a:rPr sz="2100" b="0" dirty="0" err="1">
                <a:solidFill>
                  <a:srgbClr val="2869AF"/>
                </a:solidFill>
                <a:latin typeface="Calibri"/>
                <a:ea typeface="Calibri"/>
                <a:cs typeface="Calibri"/>
              </a:rPr>
              <a:t>erfolgreich</a:t>
            </a:r>
            <a:endParaRPr sz="2100" b="0" dirty="0">
              <a:solidFill>
                <a:srgbClr val="2869AF"/>
              </a:solidFill>
              <a:latin typeface="Calibri"/>
              <a:ea typeface="Calibri"/>
              <a:cs typeface="Calibri"/>
            </a:endParaRPr>
          </a:p>
        </p:txBody>
      </p:sp>
      <p:sp>
        <p:nvSpPr>
          <p:cNvPr id="1011" name="caption-12">
            <a:extLst>
              <a:ext uri="{FF2B5EF4-FFF2-40B4-BE49-F238E27FC236}">
                <a16:creationId xmlns:a16="http://schemas.microsoft.com/office/drawing/2014/main" id="{63671181-1977-4B60-A38B-05721186480C}"/>
              </a:ext>
            </a:extLst>
          </p:cNvPr>
          <p:cNvSpPr>
            <a:spLocks noGrp="1"/>
          </p:cNvSpPr>
          <p:nvPr/>
        </p:nvSpPr>
        <p:spPr>
          <a:xfrm>
            <a:off x="333375" y="5571299"/>
            <a:ext cx="10906125" cy="2571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200" b="0">
                <a:solidFill>
                  <a:srgbClr val="61707D"/>
                </a:solidFill>
                <a:latin typeface="Calibri"/>
                <a:ea typeface="Calibri"/>
                <a:cs typeface="Calibri"/>
              </a:defRPr>
            </a:pPr>
            <a:r>
              <a:rPr sz="1200" b="0">
                <a:solidFill>
                  <a:srgbClr val="61707D"/>
                </a:solidFill>
                <a:latin typeface="Calibri"/>
                <a:ea typeface="Calibri"/>
                <a:cs typeface="Calibri"/>
              </a:rPr>
              <a:t>Entwicklungsläufe mit unterschiedlichen Konfigurationen</a:t>
            </a:r>
          </a:p>
        </p:txBody>
      </p:sp>
      <p:sp>
        <p:nvSpPr>
          <p:cNvPr id="4" name="Datumsplatzhalter 3">
            <a:extLst>
              <a:ext uri="{FF2B5EF4-FFF2-40B4-BE49-F238E27FC236}">
                <a16:creationId xmlns:a16="http://schemas.microsoft.com/office/drawing/2014/main" id="{E0FFCA09-E868-9414-C3D5-52C11A450128}"/>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777BDD82-559A-FBCF-840E-DAED8E813974}"/>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BB7CC81-C6DE-2590-E212-45E5CDB9E723}"/>
              </a:ext>
            </a:extLst>
          </p:cNvPr>
          <p:cNvSpPr>
            <a:spLocks noGrp="1"/>
          </p:cNvSpPr>
          <p:nvPr>
            <p:ph type="sldNum" sz="quarter" idx="29"/>
          </p:nvPr>
        </p:nvSpPr>
        <p:spPr/>
        <p:txBody>
          <a:bodyPr/>
          <a:lstStyle/>
          <a:p>
            <a:fld id="{13005BA2-ABF8-0A46-8B15-84F2660EFA6C}" type="slidenum">
              <a:rPr lang="de-DE" smtClean="0"/>
              <a:pPr/>
              <a:t>18</a:t>
            </a:fld>
            <a:endParaRPr lang="de-DE"/>
          </a:p>
        </p:txBody>
      </p:sp>
    </p:spTree>
    <p:extLst>
      <p:ext uri="{BB962C8B-B14F-4D97-AF65-F5344CB8AC3E}">
        <p14:creationId xmlns:p14="http://schemas.microsoft.com/office/powerpoint/2010/main" val="1106493487"/>
      </p:ext>
    </p:extLst>
  </p:cSld>
  <p:clrMapOvr>
    <a:masterClrMapping/>
  </p:clrMapOvr>
  <p:transition spd="slow">
    <p:push dir="u"/>
  </p:transition>
</p:sld>
</file>

<file path=ppt/theme/theme1.xml><?xml version="1.0" encoding="utf-8"?>
<a:theme xmlns:a="http://schemas.openxmlformats.org/drawingml/2006/main" name="MMT_Präsentation // Cover">
  <a:themeElements>
    <a:clrScheme name="HKA _ RGB _200330">
      <a:dk1>
        <a:srgbClr val="000000"/>
      </a:dk1>
      <a:lt1>
        <a:srgbClr val="FFFFFF"/>
      </a:lt1>
      <a:dk2>
        <a:srgbClr val="FFFFFF"/>
      </a:dk2>
      <a:lt2>
        <a:srgbClr val="D72305"/>
      </a:lt2>
      <a:accent1>
        <a:srgbClr val="D62305"/>
      </a:accent1>
      <a:accent2>
        <a:srgbClr val="8C2C82"/>
      </a:accent2>
      <a:accent3>
        <a:srgbClr val="64378C"/>
      </a:accent3>
      <a:accent4>
        <a:srgbClr val="004F92"/>
      </a:accent4>
      <a:accent5>
        <a:srgbClr val="2869AF"/>
      </a:accent5>
      <a:accent6>
        <a:srgbClr val="198282"/>
      </a:accent6>
      <a:hlink>
        <a:srgbClr val="288705"/>
      </a:hlink>
      <a:folHlink>
        <a:srgbClr val="D62305"/>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ln>
          <a:solidFill>
            <a:schemeClr val="accent1"/>
          </a:solidFill>
        </a:ln>
      </a:spPr>
      <a:bodyPr anchor="b">
        <a:noAutofit/>
      </a:bodyPr>
      <a:lstStyle>
        <a:defPPr algn="l">
          <a:defRPr dirty="0" err="1" smtClean="0"/>
        </a:defPPr>
      </a:lstStyle>
    </a:txDef>
  </a:objectDefaults>
  <a:extraClrSchemeLst/>
  <a:extLst>
    <a:ext uri="{05A4C25C-085E-4340-85A3-A5531E510DB2}">
      <thm15:themeFamily xmlns:thm15="http://schemas.microsoft.com/office/thememl/2012/main" name="Powerpoint-HKA_MMT_16-9.pptx" id="{A962E0ED-618D-4E05-9C47-5258E298CEC2}" vid="{2B1A4854-DCC0-496D-9A17-EB050DF25C9A}"/>
    </a:ext>
  </a:extLst>
</a:theme>
</file>

<file path=ppt/theme/theme2.xml><?xml version="1.0" encoding="utf-8"?>
<a:theme xmlns:a="http://schemas.openxmlformats.org/drawingml/2006/main" name="MMT_Präsentation // Inhalt">
  <a:themeElements>
    <a:clrScheme name="HKA RGB 200528">
      <a:dk1>
        <a:srgbClr val="000000"/>
      </a:dk1>
      <a:lt1>
        <a:srgbClr val="FFFFFF"/>
      </a:lt1>
      <a:dk2>
        <a:srgbClr val="FFFFFF"/>
      </a:dk2>
      <a:lt2>
        <a:srgbClr val="288632"/>
      </a:lt2>
      <a:accent1>
        <a:srgbClr val="D62305"/>
      </a:accent1>
      <a:accent2>
        <a:srgbClr val="8C2C82"/>
      </a:accent2>
      <a:accent3>
        <a:srgbClr val="64378C"/>
      </a:accent3>
      <a:accent4>
        <a:srgbClr val="004F92"/>
      </a:accent4>
      <a:accent5>
        <a:srgbClr val="2869AF"/>
      </a:accent5>
      <a:accent6>
        <a:srgbClr val="198282"/>
      </a:accent6>
      <a:hlink>
        <a:srgbClr val="288705"/>
      </a:hlink>
      <a:folHlink>
        <a:srgbClr val="D62305"/>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ln>
          <a:noFill/>
        </a:ln>
      </a:spPr>
      <a:bodyPr wrap="none" lIns="0" tIns="0" rIns="0" bIns="0" rtlCol="0" anchor="t" anchorCtr="0">
        <a:noAutofit/>
      </a:bodyPr>
      <a:lstStyle>
        <a:defPPr algn="l">
          <a:defRPr sz="2500" dirty="0" err="1" smtClean="0">
            <a:latin typeface="Calibri" pitchFamily="2" charset="77"/>
          </a:defRPr>
        </a:defPPr>
      </a:lstStyle>
    </a:txDef>
  </a:objectDefaults>
  <a:extraClrSchemeLst/>
  <a:extLst>
    <a:ext uri="{05A4C25C-085E-4340-85A3-A5531E510DB2}">
      <thm15:themeFamily xmlns:thm15="http://schemas.microsoft.com/office/thememl/2012/main" name="Powerpoint-HKA_MMT_16-9.pptx" id="{A962E0ED-618D-4E05-9C47-5258E298CEC2}" vid="{0C2CCC8C-4BE5-4CFB-BED5-23031B06809B}"/>
    </a:ext>
  </a:extLst>
</a:theme>
</file>

<file path=ppt/theme/theme3.xml><?xml version="1.0" encoding="utf-8"?>
<a:theme xmlns:a="http://schemas.openxmlformats.org/drawingml/2006/main" name="MMT_Präsentation // ENDE">
  <a:themeElements>
    <a:clrScheme name="HKA RGB_">
      <a:dk1>
        <a:srgbClr val="000000"/>
      </a:dk1>
      <a:lt1>
        <a:srgbClr val="FFFFFF"/>
      </a:lt1>
      <a:dk2>
        <a:srgbClr val="FFFFFF"/>
      </a:dk2>
      <a:lt2>
        <a:srgbClr val="E5322A"/>
      </a:lt2>
      <a:accent1>
        <a:srgbClr val="E53214"/>
      </a:accent1>
      <a:accent2>
        <a:srgbClr val="8B2C83"/>
      </a:accent2>
      <a:accent3>
        <a:srgbClr val="633680"/>
      </a:accent3>
      <a:accent4>
        <a:srgbClr val="1D4595"/>
      </a:accent4>
      <a:accent5>
        <a:srgbClr val="2869AF"/>
      </a:accent5>
      <a:accent6>
        <a:srgbClr val="198282"/>
      </a:accent6>
      <a:hlink>
        <a:srgbClr val="32AA45"/>
      </a:hlink>
      <a:folHlink>
        <a:srgbClr val="E63214"/>
      </a:folHlink>
    </a:clrScheme>
    <a:fontScheme name="Office">
      <a:majorFont>
        <a:latin typeface="Calibri"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owerpoint-HKA_MMT_16-9.pptx" id="{A962E0ED-618D-4E05-9C47-5258E298CEC2}" vid="{774C135F-2BA4-425F-B2F9-A7FB0ED19C24}"/>
    </a:ext>
  </a:extLst>
</a:theme>
</file>

<file path=ppt/theme/theme4.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Powerpoint-HKA_MMT_16-9_styles</Template>
  <TotalTime>0</TotalTime>
  <Words>3880</Words>
  <Application>Microsoft Office PowerPoint</Application>
  <PresentationFormat>Breitbild</PresentationFormat>
  <Paragraphs>378</Paragraphs>
  <Slides>18</Slides>
  <Notes>14</Notes>
  <HiddenSlides>0</HiddenSlides>
  <MMClips>0</MMClips>
  <ScaleCrop>false</ScaleCrop>
  <HeadingPairs>
    <vt:vector size="6" baseType="variant">
      <vt:variant>
        <vt:lpstr>Verwendete Schriftarten</vt:lpstr>
      </vt:variant>
      <vt:variant>
        <vt:i4>4</vt:i4>
      </vt:variant>
      <vt:variant>
        <vt:lpstr>Design</vt:lpstr>
      </vt:variant>
      <vt:variant>
        <vt:i4>3</vt:i4>
      </vt:variant>
      <vt:variant>
        <vt:lpstr>Folientitel</vt:lpstr>
      </vt:variant>
      <vt:variant>
        <vt:i4>18</vt:i4>
      </vt:variant>
    </vt:vector>
  </HeadingPairs>
  <TitlesOfParts>
    <vt:vector size="25" baseType="lpstr">
      <vt:lpstr>Wingdings</vt:lpstr>
      <vt:lpstr>Arial</vt:lpstr>
      <vt:lpstr>Calibri</vt:lpstr>
      <vt:lpstr>Calibri Bold</vt:lpstr>
      <vt:lpstr>MMT_Präsentation // Cover</vt:lpstr>
      <vt:lpstr>MMT_Präsentation // Inhalt</vt:lpstr>
      <vt:lpstr>MMT_Präsentation // ENDE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Luis Göbes</dc:creator>
  <cp:keywords/>
  <dc:description/>
  <cp:lastModifiedBy>Tobias Unger</cp:lastModifiedBy>
  <cp:revision>4</cp:revision>
  <cp:lastPrinted>2020-09-16T09:23:03Z</cp:lastPrinted>
  <dcterms:created xsi:type="dcterms:W3CDTF">2024-06-23T17:11:02Z</dcterms:created>
  <dcterms:modified xsi:type="dcterms:W3CDTF">2026-10-09T05:18:50Z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0x010100929829DF8264B34C91F4BFE28CF5CC7F</vt:lpwstr>
  </property>
  <property fmtid="{D5CDD505-2E9C-101B-9397-08002B2CF9AE}" pid="3" name="MediaServiceImageTags">
    <vt:lpwstr/>
  </property>
</Properties>
</file>