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823" r:id="rId1"/>
    <p:sldMasterId id="2147483826" r:id="rId2"/>
    <p:sldMasterId id="2147483841" r:id="rId3"/>
  </p:sldMasterIdLst>
  <p:notesMasterIdLst>
    <p:notesMasterId r:id="rId18"/>
  </p:notesMasterIdLst>
  <p:handoutMasterIdLst>
    <p:handoutMasterId r:id="rId19"/>
  </p:handoutMasterIdLst>
  <p:sldIdLst>
    <p:sldId id="506" r:id="rIdSingleSlide"/>
  </p:sldIdLst>
  <p:sldSz cx="12192000" cy="6858000"/>
  <p:notesSz cx="6858000" cy="9144000"/>
  <p:embeddedFontLst>
    <p:embeddedFont>
      <p:font typeface="Calibri Bold" panose="020F0702030404030204" pitchFamily="34" charset="0"/>
      <p:bold r:id="rId20"/>
    </p:embeddedFont>
  </p:embeddedFontLst>
  <p:defaultTextStyle>
    <a:defPPr>
      <a:defRPr lang="en-US"/>
    </a:defPPr>
    <a:lvl1pPr marL="0" algn="l" defTabSz="207340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1pPr>
    <a:lvl2pPr marL="207340" algn="l" defTabSz="207340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2pPr>
    <a:lvl3pPr marL="414680" algn="l" defTabSz="207340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3pPr>
    <a:lvl4pPr marL="622021" algn="l" defTabSz="207340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4pPr>
    <a:lvl5pPr marL="829361" algn="l" defTabSz="207340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5pPr>
    <a:lvl6pPr marL="1036701" algn="l" defTabSz="207340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6pPr>
    <a:lvl7pPr marL="1244041" algn="l" defTabSz="207340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7pPr>
    <a:lvl8pPr marL="1451381" algn="l" defTabSz="207340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8pPr>
    <a:lvl9pPr marL="1658722" algn="l" defTabSz="207340" rtl="0" eaLnBrk="1" latinLnBrk="0" hangingPunct="1">
      <a:defRPr sz="81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D11611D-4589-AE68-FED2-9F023B544461}" name="Tobias Unger" initials="TU" userId="S::unto1011@hs-karlsruhe.de::ac2bba53-662c-47e6-be32-e48104c639a2" providerId="AD"/>
  <p188:author id="{53DF6B4A-7EC5-C862-4DA5-E40D162ED618}" name="Hauke Stürenburg" initials="" userId="S::stha1012@h-ka.de::a8bb1362-552c-4f92-a794-b11d716a31b4" providerId="AD"/>
  <p188:author id="{B1C7D5B7-C62C-72EF-1484-F62F31472190}" name="Tobias Unger" initials="TU" userId="0a5458e38b5f4a0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AEAE"/>
    <a:srgbClr val="FF7E29"/>
    <a:srgbClr val="0E5F84"/>
    <a:srgbClr val="2869AF"/>
    <a:srgbClr val="D9D9D9"/>
    <a:srgbClr val="C4F7BB"/>
    <a:srgbClr val="D62305"/>
    <a:srgbClr val="FFFFFF"/>
    <a:srgbClr val="D7230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Helle Formatvorlag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unkle Formatvorlag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unkle Formatvorlag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ittlere Formatvorlag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Helle Formatvorlage 3 - Akz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5BE263C-DBD7-4A20-BB59-AAB30ACAA65A}" styleName="Mittlere Formatvorlage 3 - 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Dunkle Formatvorlage 2 - Akzent 1/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unkle Formatvorlage 2 - Akzent 3/Akz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5777" autoAdjust="0"/>
  </p:normalViewPr>
  <p:slideViewPr>
    <p:cSldViewPr snapToGrid="0">
      <p:cViewPr>
        <p:scale>
          <a:sx n="100" d="100"/>
          <a:sy n="100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920" y="101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24" Type="http://schemas.openxmlformats.org/officeDocument/2006/relationships/tableStyles" Target="tableStyles.xml"/><Relationship Id="rId23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22" Type="http://schemas.openxmlformats.org/officeDocument/2006/relationships/viewProps" Target="viewProps.xml"/><Relationship Id="rIdSingleSlide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ias Unger" userId="0a5458e38b5f4a0f" providerId="LiveId" clId="{5C6CAE59-BAC7-4E9C-B1A6-AA8C1CFC41BD}"/>
    <pc:docChg chg="undo redo custSel addSld delSld modSld sldOrd modMainMaster">
      <pc:chgData name="Tobias Unger" userId="0a5458e38b5f4a0f" providerId="LiveId" clId="{5C6CAE59-BAC7-4E9C-B1A6-AA8C1CFC41BD}" dt="2026-10-02T15:42:14.247" v="652" actId="20577"/>
      <pc:docMkLst>
        <pc:docMk/>
      </pc:docMkLst>
      <pc:sldChg chg="del">
        <pc:chgData name="Tobias Unger" userId="0a5458e38b5f4a0f" providerId="LiveId" clId="{5C6CAE59-BAC7-4E9C-B1A6-AA8C1CFC41BD}" dt="2026-10-02T09:51:23.201" v="11" actId="47"/>
        <pc:sldMkLst>
          <pc:docMk/>
          <pc:sldMk cId="4064054551" sldId="257"/>
        </pc:sldMkLst>
      </pc:sldChg>
      <pc:sldChg chg="del">
        <pc:chgData name="Tobias Unger" userId="0a5458e38b5f4a0f" providerId="LiveId" clId="{5C6CAE59-BAC7-4E9C-B1A6-AA8C1CFC41BD}" dt="2026-10-02T09:51:26.192" v="16" actId="47"/>
        <pc:sldMkLst>
          <pc:docMk/>
          <pc:sldMk cId="776697194" sldId="258"/>
        </pc:sldMkLst>
      </pc:sldChg>
      <pc:sldChg chg="del">
        <pc:chgData name="Tobias Unger" userId="0a5458e38b5f4a0f" providerId="LiveId" clId="{5C6CAE59-BAC7-4E9C-B1A6-AA8C1CFC41BD}" dt="2026-10-02T09:51:23.685" v="12" actId="47"/>
        <pc:sldMkLst>
          <pc:docMk/>
          <pc:sldMk cId="2547372177" sldId="259"/>
        </pc:sldMkLst>
      </pc:sldChg>
      <pc:sldChg chg="del">
        <pc:chgData name="Tobias Unger" userId="0a5458e38b5f4a0f" providerId="LiveId" clId="{5C6CAE59-BAC7-4E9C-B1A6-AA8C1CFC41BD}" dt="2026-10-02T09:51:24.787" v="14" actId="47"/>
        <pc:sldMkLst>
          <pc:docMk/>
          <pc:sldMk cId="4130864484" sldId="261"/>
        </pc:sldMkLst>
      </pc:sldChg>
      <pc:sldChg chg="del">
        <pc:chgData name="Tobias Unger" userId="0a5458e38b5f4a0f" providerId="LiveId" clId="{5C6CAE59-BAC7-4E9C-B1A6-AA8C1CFC41BD}" dt="2026-10-02T09:51:24.178" v="13" actId="47"/>
        <pc:sldMkLst>
          <pc:docMk/>
          <pc:sldMk cId="1654567552" sldId="262"/>
        </pc:sldMkLst>
      </pc:sldChg>
      <pc:sldChg chg="del">
        <pc:chgData name="Tobias Unger" userId="0a5458e38b5f4a0f" providerId="LiveId" clId="{5C6CAE59-BAC7-4E9C-B1A6-AA8C1CFC41BD}" dt="2026-10-02T09:51:25.296" v="15" actId="47"/>
        <pc:sldMkLst>
          <pc:docMk/>
          <pc:sldMk cId="1081979601" sldId="263"/>
        </pc:sldMkLst>
      </pc:sldChg>
      <pc:sldChg chg="del">
        <pc:chgData name="Tobias Unger" userId="0a5458e38b5f4a0f" providerId="LiveId" clId="{5C6CAE59-BAC7-4E9C-B1A6-AA8C1CFC41BD}" dt="2026-10-02T09:51:26.772" v="17" actId="47"/>
        <pc:sldMkLst>
          <pc:docMk/>
          <pc:sldMk cId="262804524" sldId="264"/>
        </pc:sldMkLst>
      </pc:sldChg>
      <pc:sldChg chg="modSp mod modNotesTx">
        <pc:chgData name="Tobias Unger" userId="0a5458e38b5f4a0f" providerId="LiveId" clId="{5C6CAE59-BAC7-4E9C-B1A6-AA8C1CFC41BD}" dt="2026-10-02T10:11:51.110" v="219" actId="20577"/>
        <pc:sldMkLst>
          <pc:docMk/>
          <pc:sldMk cId="1507760600" sldId="283"/>
        </pc:sldMkLst>
        <pc:spChg chg="mod">
          <ac:chgData name="Tobias Unger" userId="0a5458e38b5f4a0f" providerId="LiveId" clId="{5C6CAE59-BAC7-4E9C-B1A6-AA8C1CFC41BD}" dt="2026-10-02T10:11:51.110" v="219" actId="20577"/>
          <ac:spMkLst>
            <pc:docMk/>
            <pc:sldMk cId="1507760600" sldId="283"/>
            <ac:spMk id="2" creationId="{CD85A63D-333E-6514-BF40-3AB9B57780BE}"/>
          </ac:spMkLst>
        </pc:spChg>
      </pc:sldChg>
      <pc:sldChg chg="addSp delSp modSp add del mod">
        <pc:chgData name="Tobias Unger" userId="0a5458e38b5f4a0f" providerId="LiveId" clId="{5C6CAE59-BAC7-4E9C-B1A6-AA8C1CFC41BD}" dt="2026-10-02T14:53:39.538" v="453" actId="47"/>
        <pc:sldMkLst>
          <pc:docMk/>
          <pc:sldMk cId="3959822671" sldId="283"/>
        </pc:sldMkLst>
        <pc:spChg chg="mod">
          <ac:chgData name="Tobias Unger" userId="0a5458e38b5f4a0f" providerId="LiveId" clId="{5C6CAE59-BAC7-4E9C-B1A6-AA8C1CFC41BD}" dt="2026-10-02T14:51:12.046" v="435" actId="14100"/>
          <ac:spMkLst>
            <pc:docMk/>
            <pc:sldMk cId="3959822671" sldId="283"/>
            <ac:spMk id="2" creationId="{CD85A63D-333E-6514-BF40-3AB9B57780BE}"/>
          </ac:spMkLst>
        </pc:spChg>
        <pc:spChg chg="del mod">
          <ac:chgData name="Tobias Unger" userId="0a5458e38b5f4a0f" providerId="LiveId" clId="{5C6CAE59-BAC7-4E9C-B1A6-AA8C1CFC41BD}" dt="2026-10-02T12:29:01.353" v="228" actId="478"/>
          <ac:spMkLst>
            <pc:docMk/>
            <pc:sldMk cId="3959822671" sldId="283"/>
            <ac:spMk id="3" creationId="{032C1DEA-9068-FDCF-462E-AFB5B730C995}"/>
          </ac:spMkLst>
        </pc:spChg>
        <pc:spChg chg="add del">
          <ac:chgData name="Tobias Unger" userId="0a5458e38b5f4a0f" providerId="LiveId" clId="{5C6CAE59-BAC7-4E9C-B1A6-AA8C1CFC41BD}" dt="2026-10-02T12:28:56.556" v="226" actId="22"/>
          <ac:spMkLst>
            <pc:docMk/>
            <pc:sldMk cId="3959822671" sldId="283"/>
            <ac:spMk id="7" creationId="{56E5A914-1972-1E64-4451-91CF336C4128}"/>
          </ac:spMkLst>
        </pc:spChg>
        <pc:spChg chg="add del">
          <ac:chgData name="Tobias Unger" userId="0a5458e38b5f4a0f" providerId="LiveId" clId="{5C6CAE59-BAC7-4E9C-B1A6-AA8C1CFC41BD}" dt="2026-10-02T12:28:56.556" v="226" actId="22"/>
          <ac:spMkLst>
            <pc:docMk/>
            <pc:sldMk cId="3959822671" sldId="283"/>
            <ac:spMk id="9" creationId="{05795172-42C9-0BCE-538A-CB8408EF240A}"/>
          </ac:spMkLst>
        </pc:spChg>
        <pc:spChg chg="add mod">
          <ac:chgData name="Tobias Unger" userId="0a5458e38b5f4a0f" providerId="LiveId" clId="{5C6CAE59-BAC7-4E9C-B1A6-AA8C1CFC41BD}" dt="2026-10-02T12:29:04.764" v="241" actId="1035"/>
          <ac:spMkLst>
            <pc:docMk/>
            <pc:sldMk cId="3959822671" sldId="283"/>
            <ac:spMk id="11" creationId="{E510FF0E-141A-DB3C-4CAF-3C7A9544F1EA}"/>
          </ac:spMkLst>
        </pc:spChg>
        <pc:spChg chg="add mod">
          <ac:chgData name="Tobias Unger" userId="0a5458e38b5f4a0f" providerId="LiveId" clId="{5C6CAE59-BAC7-4E9C-B1A6-AA8C1CFC41BD}" dt="2026-10-02T12:29:04.764" v="241" actId="1035"/>
          <ac:spMkLst>
            <pc:docMk/>
            <pc:sldMk cId="3959822671" sldId="283"/>
            <ac:spMk id="13" creationId="{47CF21F4-A74A-A3A7-56EC-A9EABE35AEBE}"/>
          </ac:spMkLst>
        </pc:spChg>
        <pc:picChg chg="add mod modCrop">
          <ac:chgData name="Tobias Unger" userId="0a5458e38b5f4a0f" providerId="LiveId" clId="{5C6CAE59-BAC7-4E9C-B1A6-AA8C1CFC41BD}" dt="2026-10-02T14:48:39.895" v="369" actId="14100"/>
          <ac:picMkLst>
            <pc:docMk/>
            <pc:sldMk cId="3959822671" sldId="283"/>
            <ac:picMk id="6" creationId="{F885DB37-4A85-F17D-A7BE-975F7841FB38}"/>
          </ac:picMkLst>
        </pc:picChg>
      </pc:sldChg>
      <pc:sldChg chg="add ord">
        <pc:chgData name="Tobias Unger" userId="0a5458e38b5f4a0f" providerId="LiveId" clId="{5C6CAE59-BAC7-4E9C-B1A6-AA8C1CFC41BD}" dt="2026-10-02T12:30:38.985" v="286"/>
        <pc:sldMkLst>
          <pc:docMk/>
          <pc:sldMk cId="2471770557" sldId="284"/>
        </pc:sldMkLst>
      </pc:sldChg>
      <pc:sldChg chg="del">
        <pc:chgData name="Tobias Unger" userId="0a5458e38b5f4a0f" providerId="LiveId" clId="{5C6CAE59-BAC7-4E9C-B1A6-AA8C1CFC41BD}" dt="2026-10-02T09:51:10.158" v="0" actId="47"/>
        <pc:sldMkLst>
          <pc:docMk/>
          <pc:sldMk cId="2705658137" sldId="285"/>
        </pc:sldMkLst>
      </pc:sldChg>
      <pc:sldChg chg="del">
        <pc:chgData name="Tobias Unger" userId="0a5458e38b5f4a0f" providerId="LiveId" clId="{5C6CAE59-BAC7-4E9C-B1A6-AA8C1CFC41BD}" dt="2026-10-02T09:51:10.612" v="1" actId="47"/>
        <pc:sldMkLst>
          <pc:docMk/>
          <pc:sldMk cId="2320437464" sldId="286"/>
        </pc:sldMkLst>
      </pc:sldChg>
      <pc:sldChg chg="addSp delSp modSp mod modNotesTx">
        <pc:chgData name="Tobias Unger" userId="0a5458e38b5f4a0f" providerId="LiveId" clId="{5C6CAE59-BAC7-4E9C-B1A6-AA8C1CFC41BD}" dt="2026-10-02T10:10:30.498" v="208" actId="732"/>
        <pc:sldMkLst>
          <pc:docMk/>
          <pc:sldMk cId="1106493487" sldId="287"/>
        </pc:sldMkLst>
        <pc:spChg chg="del">
          <ac:chgData name="Tobias Unger" userId="0a5458e38b5f4a0f" providerId="LiveId" clId="{5C6CAE59-BAC7-4E9C-B1A6-AA8C1CFC41BD}" dt="2026-10-02T10:04:29.514" v="39" actId="478"/>
          <ac:spMkLst>
            <pc:docMk/>
            <pc:sldMk cId="1106493487" sldId="287"/>
            <ac:spMk id="2" creationId="{92AB0512-8960-8919-E57C-28ABD78254AD}"/>
          </ac:spMkLst>
        </pc:spChg>
        <pc:spChg chg="mod">
          <ac:chgData name="Tobias Unger" userId="0a5458e38b5f4a0f" providerId="LiveId" clId="{5C6CAE59-BAC7-4E9C-B1A6-AA8C1CFC41BD}" dt="2026-10-02T10:09:56.809" v="203" actId="20577"/>
          <ac:spMkLst>
            <pc:docMk/>
            <pc:sldMk cId="1106493487" sldId="287"/>
            <ac:spMk id="4" creationId="{E0FFCA09-E868-9414-C3D5-52C11A450128}"/>
          </ac:spMkLst>
        </pc:spChg>
        <pc:picChg chg="add mod modCrop">
          <ac:chgData name="Tobias Unger" userId="0a5458e38b5f4a0f" providerId="LiveId" clId="{5C6CAE59-BAC7-4E9C-B1A6-AA8C1CFC41BD}" dt="2026-10-02T10:10:30.498" v="208" actId="732"/>
          <ac:picMkLst>
            <pc:docMk/>
            <pc:sldMk cId="1106493487" sldId="287"/>
            <ac:picMk id="8" creationId="{3CF03F9A-F67E-9F69-BD76-4B3981425054}"/>
          </ac:picMkLst>
        </pc:picChg>
        <pc:picChg chg="del">
          <ac:chgData name="Tobias Unger" userId="0a5458e38b5f4a0f" providerId="LiveId" clId="{5C6CAE59-BAC7-4E9C-B1A6-AA8C1CFC41BD}" dt="2026-10-02T10:04:06.355" v="18" actId="478"/>
          <ac:picMkLst>
            <pc:docMk/>
            <pc:sldMk cId="1106493487" sldId="287"/>
            <ac:picMk id="11" creationId="{402FCDD3-F931-CA83-9606-42AB528288E8}"/>
          </ac:picMkLst>
        </pc:picChg>
      </pc:sldChg>
      <pc:sldChg chg="new del">
        <pc:chgData name="Tobias Unger" userId="0a5458e38b5f4a0f" providerId="LiveId" clId="{5C6CAE59-BAC7-4E9C-B1A6-AA8C1CFC41BD}" dt="2026-10-02T10:10:01.624" v="205" actId="47"/>
        <pc:sldMkLst>
          <pc:docMk/>
          <pc:sldMk cId="1030919349" sldId="288"/>
        </pc:sldMkLst>
      </pc:sldChg>
      <pc:sldChg chg="del">
        <pc:chgData name="Tobias Unger" userId="0a5458e38b5f4a0f" providerId="LiveId" clId="{5C6CAE59-BAC7-4E9C-B1A6-AA8C1CFC41BD}" dt="2026-10-02T09:51:12.937" v="2" actId="47"/>
        <pc:sldMkLst>
          <pc:docMk/>
          <pc:sldMk cId="2330328085" sldId="288"/>
        </pc:sldMkLst>
      </pc:sldChg>
      <pc:sldChg chg="del">
        <pc:chgData name="Tobias Unger" userId="0a5458e38b5f4a0f" providerId="LiveId" clId="{5C6CAE59-BAC7-4E9C-B1A6-AA8C1CFC41BD}" dt="2026-10-02T09:51:16.276" v="3" actId="47"/>
        <pc:sldMkLst>
          <pc:docMk/>
          <pc:sldMk cId="1861167432" sldId="289"/>
        </pc:sldMkLst>
      </pc:sldChg>
      <pc:sldChg chg="del">
        <pc:chgData name="Tobias Unger" userId="0a5458e38b5f4a0f" providerId="LiveId" clId="{5C6CAE59-BAC7-4E9C-B1A6-AA8C1CFC41BD}" dt="2026-10-02T09:51:17.442" v="6" actId="47"/>
        <pc:sldMkLst>
          <pc:docMk/>
          <pc:sldMk cId="469138483" sldId="290"/>
        </pc:sldMkLst>
      </pc:sldChg>
      <pc:sldChg chg="del">
        <pc:chgData name="Tobias Unger" userId="0a5458e38b5f4a0f" providerId="LiveId" clId="{5C6CAE59-BAC7-4E9C-B1A6-AA8C1CFC41BD}" dt="2026-10-02T09:51:20.002" v="10" actId="47"/>
        <pc:sldMkLst>
          <pc:docMk/>
          <pc:sldMk cId="842808788" sldId="291"/>
        </pc:sldMkLst>
      </pc:sldChg>
      <pc:sldChg chg="del">
        <pc:chgData name="Tobias Unger" userId="0a5458e38b5f4a0f" providerId="LiveId" clId="{5C6CAE59-BAC7-4E9C-B1A6-AA8C1CFC41BD}" dt="2026-10-02T09:51:16.626" v="4" actId="47"/>
        <pc:sldMkLst>
          <pc:docMk/>
          <pc:sldMk cId="3053518870" sldId="292"/>
        </pc:sldMkLst>
      </pc:sldChg>
      <pc:sldChg chg="del">
        <pc:chgData name="Tobias Unger" userId="0a5458e38b5f4a0f" providerId="LiveId" clId="{5C6CAE59-BAC7-4E9C-B1A6-AA8C1CFC41BD}" dt="2026-10-02T09:51:17.052" v="5" actId="47"/>
        <pc:sldMkLst>
          <pc:docMk/>
          <pc:sldMk cId="3433869764" sldId="293"/>
        </pc:sldMkLst>
      </pc:sldChg>
      <pc:sldChg chg="del">
        <pc:chgData name="Tobias Unger" userId="0a5458e38b5f4a0f" providerId="LiveId" clId="{5C6CAE59-BAC7-4E9C-B1A6-AA8C1CFC41BD}" dt="2026-10-02T09:51:18.303" v="9" actId="47"/>
        <pc:sldMkLst>
          <pc:docMk/>
          <pc:sldMk cId="3407056978" sldId="294"/>
        </pc:sldMkLst>
      </pc:sldChg>
      <pc:sldChg chg="del">
        <pc:chgData name="Tobias Unger" userId="0a5458e38b5f4a0f" providerId="LiveId" clId="{5C6CAE59-BAC7-4E9C-B1A6-AA8C1CFC41BD}" dt="2026-10-02T09:51:17.754" v="7" actId="47"/>
        <pc:sldMkLst>
          <pc:docMk/>
          <pc:sldMk cId="3290981332" sldId="295"/>
        </pc:sldMkLst>
      </pc:sldChg>
      <pc:sldChg chg="del">
        <pc:chgData name="Tobias Unger" userId="0a5458e38b5f4a0f" providerId="LiveId" clId="{5C6CAE59-BAC7-4E9C-B1A6-AA8C1CFC41BD}" dt="2026-10-02T09:51:18.017" v="8" actId="47"/>
        <pc:sldMkLst>
          <pc:docMk/>
          <pc:sldMk cId="4125639930" sldId="296"/>
        </pc:sldMkLst>
      </pc:sldChg>
      <pc:sldChg chg="del">
        <pc:chgData name="Tobias Unger" userId="0a5458e38b5f4a0f" providerId="LiveId" clId="{5C6CAE59-BAC7-4E9C-B1A6-AA8C1CFC41BD}" dt="2026-10-02T14:55:07.648" v="457" actId="47"/>
        <pc:sldMkLst>
          <pc:docMk/>
          <pc:sldMk cId="1507760600" sldId="501"/>
        </pc:sldMkLst>
      </pc:sldChg>
      <pc:sldChg chg="delSp modSp mod">
        <pc:chgData name="Tobias Unger" userId="0a5458e38b5f4a0f" providerId="LiveId" clId="{5C6CAE59-BAC7-4E9C-B1A6-AA8C1CFC41BD}" dt="2026-10-02T15:39:53.673" v="499" actId="20577"/>
        <pc:sldMkLst>
          <pc:docMk/>
          <pc:sldMk cId="1106493487" sldId="502"/>
        </pc:sldMkLst>
        <pc:spChg chg="mod">
          <ac:chgData name="Tobias Unger" userId="0a5458e38b5f4a0f" providerId="LiveId" clId="{5C6CAE59-BAC7-4E9C-B1A6-AA8C1CFC41BD}" dt="2026-10-02T15:39:53.673" v="499" actId="20577"/>
          <ac:spMkLst>
            <pc:docMk/>
            <pc:sldMk cId="1106493487" sldId="502"/>
            <ac:spMk id="1004" creationId="{808922D0-6143-4374-A754-175AF22DCFBD}"/>
          </ac:spMkLst>
        </pc:spChg>
        <pc:spChg chg="mod">
          <ac:chgData name="Tobias Unger" userId="0a5458e38b5f4a0f" providerId="LiveId" clId="{5C6CAE59-BAC7-4E9C-B1A6-AA8C1CFC41BD}" dt="2026-10-02T15:37:49.267" v="482" actId="20577"/>
          <ac:spMkLst>
            <pc:docMk/>
            <pc:sldMk cId="1106493487" sldId="502"/>
            <ac:spMk id="1006" creationId="{01353B30-97F6-4963-B45B-DC86A6F2DEA7}"/>
          </ac:spMkLst>
        </pc:spChg>
        <pc:spChg chg="del">
          <ac:chgData name="Tobias Unger" userId="0a5458e38b5f4a0f" providerId="LiveId" clId="{5C6CAE59-BAC7-4E9C-B1A6-AA8C1CFC41BD}" dt="2026-10-02T15:39:27.941" v="483" actId="478"/>
          <ac:spMkLst>
            <pc:docMk/>
            <pc:sldMk cId="1106493487" sldId="502"/>
            <ac:spMk id="1009" creationId="{0ACE4B2F-0CD0-4108-B3E3-9CCB4C2D0FC9}"/>
          </ac:spMkLst>
        </pc:spChg>
        <pc:spChg chg="del">
          <ac:chgData name="Tobias Unger" userId="0a5458e38b5f4a0f" providerId="LiveId" clId="{5C6CAE59-BAC7-4E9C-B1A6-AA8C1CFC41BD}" dt="2026-10-02T15:39:27.941" v="483" actId="478"/>
          <ac:spMkLst>
            <pc:docMk/>
            <pc:sldMk cId="1106493487" sldId="502"/>
            <ac:spMk id="1010" creationId="{FAEAA48E-8A90-4F86-B239-5766FB090C16}"/>
          </ac:spMkLst>
        </pc:spChg>
        <pc:spChg chg="del">
          <ac:chgData name="Tobias Unger" userId="0a5458e38b5f4a0f" providerId="LiveId" clId="{5C6CAE59-BAC7-4E9C-B1A6-AA8C1CFC41BD}" dt="2026-10-02T15:39:27.941" v="483" actId="478"/>
          <ac:spMkLst>
            <pc:docMk/>
            <pc:sldMk cId="1106493487" sldId="502"/>
            <ac:spMk id="1011" creationId="{717FFB99-0D0E-4E2A-A1DA-78A9B80B2F80}"/>
          </ac:spMkLst>
        </pc:spChg>
        <pc:spChg chg="del">
          <ac:chgData name="Tobias Unger" userId="0a5458e38b5f4a0f" providerId="LiveId" clId="{5C6CAE59-BAC7-4E9C-B1A6-AA8C1CFC41BD}" dt="2026-10-02T15:39:27.941" v="483" actId="478"/>
          <ac:spMkLst>
            <pc:docMk/>
            <pc:sldMk cId="1106493487" sldId="502"/>
            <ac:spMk id="1012" creationId="{900F2CCF-C32B-4CD4-9A70-E318A53D7CC2}"/>
          </ac:spMkLst>
        </pc:spChg>
      </pc:sldChg>
      <pc:sldChg chg="modSp mod">
        <pc:chgData name="Tobias Unger" userId="0a5458e38b5f4a0f" providerId="LiveId" clId="{5C6CAE59-BAC7-4E9C-B1A6-AA8C1CFC41BD}" dt="2026-10-02T15:42:14.247" v="652" actId="20577"/>
        <pc:sldMkLst>
          <pc:docMk/>
          <pc:sldMk cId="1106493487" sldId="504"/>
        </pc:sldMkLst>
        <pc:spChg chg="mod">
          <ac:chgData name="Tobias Unger" userId="0a5458e38b5f4a0f" providerId="LiveId" clId="{5C6CAE59-BAC7-4E9C-B1A6-AA8C1CFC41BD}" dt="2026-10-02T15:42:14.247" v="652" actId="20577"/>
          <ac:spMkLst>
            <pc:docMk/>
            <pc:sldMk cId="1106493487" sldId="504"/>
            <ac:spMk id="1009" creationId="{3A06F77F-D7E6-4E6C-BE2E-0157D1A876A8}"/>
          </ac:spMkLst>
        </pc:spChg>
      </pc:sldChg>
      <pc:sldChg chg="modSp mod">
        <pc:chgData name="Tobias Unger" userId="0a5458e38b5f4a0f" providerId="LiveId" clId="{5C6CAE59-BAC7-4E9C-B1A6-AA8C1CFC41BD}" dt="2026-10-02T15:42:07.274" v="650" actId="6549"/>
        <pc:sldMkLst>
          <pc:docMk/>
          <pc:sldMk cId="1106493487" sldId="505"/>
        </pc:sldMkLst>
        <pc:spChg chg="mod">
          <ac:chgData name="Tobias Unger" userId="0a5458e38b5f4a0f" providerId="LiveId" clId="{5C6CAE59-BAC7-4E9C-B1A6-AA8C1CFC41BD}" dt="2026-10-02T15:42:07.274" v="650" actId="6549"/>
          <ac:spMkLst>
            <pc:docMk/>
            <pc:sldMk cId="1106493487" sldId="505"/>
            <ac:spMk id="1009" creationId="{439011C0-6FFA-49B6-8A8F-8FBE4050D675}"/>
          </ac:spMkLst>
        </pc:spChg>
      </pc:sldChg>
      <pc:sldChg chg="addSp modSp mod">
        <pc:chgData name="Tobias Unger" userId="0a5458e38b5f4a0f" providerId="LiveId" clId="{5C6CAE59-BAC7-4E9C-B1A6-AA8C1CFC41BD}" dt="2026-10-02T12:28:07.029" v="223" actId="1076"/>
        <pc:sldMkLst>
          <pc:docMk/>
          <pc:sldMk cId="1106493487" sldId="510"/>
        </pc:sldMkLst>
        <pc:picChg chg="add mod">
          <ac:chgData name="Tobias Unger" userId="0a5458e38b5f4a0f" providerId="LiveId" clId="{5C6CAE59-BAC7-4E9C-B1A6-AA8C1CFC41BD}" dt="2026-10-02T12:28:07.029" v="223" actId="1076"/>
          <ac:picMkLst>
            <pc:docMk/>
            <pc:sldMk cId="1106493487" sldId="510"/>
            <ac:picMk id="2" creationId="{C5088F6C-1511-32DE-CD13-3342F24CB9FF}"/>
          </ac:picMkLst>
        </pc:picChg>
      </pc:sldChg>
      <pc:sldChg chg="delSp modSp add del mod">
        <pc:chgData name="Tobias Unger" userId="0a5458e38b5f4a0f" providerId="LiveId" clId="{5C6CAE59-BAC7-4E9C-B1A6-AA8C1CFC41BD}" dt="2026-10-02T14:55:34.410" v="458" actId="47"/>
        <pc:sldMkLst>
          <pc:docMk/>
          <pc:sldMk cId="2736207691" sldId="514"/>
        </pc:sldMkLst>
        <pc:picChg chg="del mod modCrop">
          <ac:chgData name="Tobias Unger" userId="0a5458e38b5f4a0f" providerId="LiveId" clId="{5C6CAE59-BAC7-4E9C-B1A6-AA8C1CFC41BD}" dt="2026-10-02T14:48:02.115" v="363" actId="21"/>
          <ac:picMkLst>
            <pc:docMk/>
            <pc:sldMk cId="2736207691" sldId="514"/>
            <ac:picMk id="1009" creationId="{52263730-AF5F-DC18-9A4F-4670FFB7B403}"/>
          </ac:picMkLst>
        </pc:picChg>
      </pc:sldChg>
      <pc:sldChg chg="addSp modSp add mod">
        <pc:chgData name="Tobias Unger" userId="0a5458e38b5f4a0f" providerId="LiveId" clId="{5C6CAE59-BAC7-4E9C-B1A6-AA8C1CFC41BD}" dt="2026-10-02T14:54:59.148" v="456" actId="1076"/>
        <pc:sldMkLst>
          <pc:docMk/>
          <pc:sldMk cId="1504766625" sldId="515"/>
        </pc:sldMkLst>
        <pc:spChg chg="mod">
          <ac:chgData name="Tobias Unger" userId="0a5458e38b5f4a0f" providerId="LiveId" clId="{5C6CAE59-BAC7-4E9C-B1A6-AA8C1CFC41BD}" dt="2026-10-02T14:54:59.148" v="456" actId="1076"/>
          <ac:spMkLst>
            <pc:docMk/>
            <pc:sldMk cId="1504766625" sldId="515"/>
            <ac:spMk id="2" creationId="{13C243C5-59C3-0C50-277A-7D93A49711B1}"/>
          </ac:spMkLst>
        </pc:spChg>
        <pc:spChg chg="add mod">
          <ac:chgData name="Tobias Unger" userId="0a5458e38b5f4a0f" providerId="LiveId" clId="{5C6CAE59-BAC7-4E9C-B1A6-AA8C1CFC41BD}" dt="2026-10-02T14:53:30.177" v="452" actId="242"/>
          <ac:spMkLst>
            <pc:docMk/>
            <pc:sldMk cId="1504766625" sldId="515"/>
            <ac:spMk id="3" creationId="{7A771CDB-B4DE-DAA3-20B8-E54914C6565E}"/>
          </ac:spMkLst>
        </pc:spChg>
        <pc:spChg chg="mod">
          <ac:chgData name="Tobias Unger" userId="0a5458e38b5f4a0f" providerId="LiveId" clId="{5C6CAE59-BAC7-4E9C-B1A6-AA8C1CFC41BD}" dt="2026-10-02T14:54:33.535" v="455"/>
          <ac:spMkLst>
            <pc:docMk/>
            <pc:sldMk cId="1504766625" sldId="515"/>
            <ac:spMk id="5" creationId="{A3D23DA7-473F-2E99-6799-85294DE4E1E5}"/>
          </ac:spMkLst>
        </pc:spChg>
      </pc:sldChg>
      <pc:sldMasterChg chg="delSldLayout modSldLayout">
        <pc:chgData name="Tobias Unger" userId="0a5458e38b5f4a0f" providerId="LiveId" clId="{5C6CAE59-BAC7-4E9C-B1A6-AA8C1CFC41BD}" dt="2026-10-02T10:07:10.517" v="158" actId="20577"/>
        <pc:sldMasterMkLst>
          <pc:docMk/>
          <pc:sldMasterMk cId="921850606" sldId="2147483823"/>
        </pc:sldMasterMkLst>
        <pc:sldLayoutChg chg="modSp mod">
          <pc:chgData name="Tobias Unger" userId="0a5458e38b5f4a0f" providerId="LiveId" clId="{5C6CAE59-BAC7-4E9C-B1A6-AA8C1CFC41BD}" dt="2026-10-02T10:05:56.679" v="124" actId="20577"/>
          <pc:sldLayoutMkLst>
            <pc:docMk/>
            <pc:sldMasterMk cId="921850606" sldId="2147483823"/>
            <pc:sldLayoutMk cId="1401137780" sldId="2147483824"/>
          </pc:sldLayoutMkLst>
          <pc:spChg chg="mod">
            <ac:chgData name="Tobias Unger" userId="0a5458e38b5f4a0f" providerId="LiveId" clId="{5C6CAE59-BAC7-4E9C-B1A6-AA8C1CFC41BD}" dt="2026-10-02T10:05:56.679" v="124" actId="20577"/>
            <ac:spMkLst>
              <pc:docMk/>
              <pc:sldMasterMk cId="921850606" sldId="2147483823"/>
              <pc:sldLayoutMk cId="1401137780" sldId="2147483824"/>
              <ac:spMk id="4" creationId="{F600A371-89E2-ED47-9691-9E9170B97BE8}"/>
            </ac:spMkLst>
          </pc:spChg>
        </pc:sldLayoutChg>
        <pc:sldLayoutChg chg="modSp mod">
          <pc:chgData name="Tobias Unger" userId="0a5458e38b5f4a0f" providerId="LiveId" clId="{5C6CAE59-BAC7-4E9C-B1A6-AA8C1CFC41BD}" dt="2026-10-02T10:07:10.517" v="158" actId="20577"/>
          <pc:sldLayoutMkLst>
            <pc:docMk/>
            <pc:sldMasterMk cId="921850606" sldId="2147483823"/>
            <pc:sldLayoutMk cId="2257337023" sldId="2147483825"/>
          </pc:sldLayoutMkLst>
          <pc:spChg chg="mod">
            <ac:chgData name="Tobias Unger" userId="0a5458e38b5f4a0f" providerId="LiveId" clId="{5C6CAE59-BAC7-4E9C-B1A6-AA8C1CFC41BD}" dt="2026-10-02T10:07:10.517" v="158" actId="20577"/>
            <ac:spMkLst>
              <pc:docMk/>
              <pc:sldMasterMk cId="921850606" sldId="2147483823"/>
              <pc:sldLayoutMk cId="2257337023" sldId="2147483825"/>
              <ac:spMk id="8" creationId="{C8BD6479-55DD-AC47-9F75-3DCC5AA8DAAA}"/>
            </ac:spMkLst>
          </pc:spChg>
        </pc:sldLayoutChg>
        <pc:sldLayoutChg chg="del">
          <pc:chgData name="Tobias Unger" userId="0a5458e38b5f4a0f" providerId="LiveId" clId="{5C6CAE59-BAC7-4E9C-B1A6-AA8C1CFC41BD}" dt="2026-10-02T09:51:23.201" v="11" actId="47"/>
          <pc:sldLayoutMkLst>
            <pc:docMk/>
            <pc:sldMasterMk cId="921850606" sldId="2147483823"/>
            <pc:sldLayoutMk cId="400087694" sldId="2147483871"/>
          </pc:sldLayoutMkLst>
        </pc:sldLayoutChg>
        <pc:sldLayoutChg chg="del">
          <pc:chgData name="Tobias Unger" userId="0a5458e38b5f4a0f" providerId="LiveId" clId="{5C6CAE59-BAC7-4E9C-B1A6-AA8C1CFC41BD}" dt="2026-10-02T09:51:26.772" v="17" actId="47"/>
          <pc:sldLayoutMkLst>
            <pc:docMk/>
            <pc:sldMasterMk cId="921850606" sldId="2147483823"/>
            <pc:sldLayoutMk cId="715836009" sldId="2147483872"/>
          </pc:sldLayoutMkLst>
        </pc:sldLayoutChg>
      </pc:sldMasterChg>
      <pc:sldMasterChg chg="modSldLayout sldLayoutOrd">
        <pc:chgData name="Tobias Unger" userId="0a5458e38b5f4a0f" providerId="LiveId" clId="{5C6CAE59-BAC7-4E9C-B1A6-AA8C1CFC41BD}" dt="2026-10-02T10:09:08.682" v="198" actId="20577"/>
        <pc:sldMasterMkLst>
          <pc:docMk/>
          <pc:sldMasterMk cId="2534388412" sldId="2147483826"/>
        </pc:sldMasterMkLst>
        <pc:sldLayoutChg chg="modSp mod">
          <pc:chgData name="Tobias Unger" userId="0a5458e38b5f4a0f" providerId="LiveId" clId="{5C6CAE59-BAC7-4E9C-B1A6-AA8C1CFC41BD}" dt="2026-10-02T10:07:36.214" v="162" actId="20577"/>
          <pc:sldLayoutMkLst>
            <pc:docMk/>
            <pc:sldMasterMk cId="2534388412" sldId="2147483826"/>
            <pc:sldLayoutMk cId="1593054334" sldId="2147483827"/>
          </pc:sldLayoutMkLst>
          <pc:spChg chg="mod">
            <ac:chgData name="Tobias Unger" userId="0a5458e38b5f4a0f" providerId="LiveId" clId="{5C6CAE59-BAC7-4E9C-B1A6-AA8C1CFC41BD}" dt="2026-10-02T10:07:36.214" v="162" actId="20577"/>
            <ac:spMkLst>
              <pc:docMk/>
              <pc:sldMasterMk cId="2534388412" sldId="2147483826"/>
              <pc:sldLayoutMk cId="1593054334" sldId="2147483827"/>
              <ac:spMk id="6" creationId="{6AB2C604-EF2B-4241-9B8D-353525CC64B5}"/>
            </ac:spMkLst>
          </pc:spChg>
        </pc:sldLayoutChg>
        <pc:sldLayoutChg chg="modSp mod">
          <pc:chgData name="Tobias Unger" userId="0a5458e38b5f4a0f" providerId="LiveId" clId="{5C6CAE59-BAC7-4E9C-B1A6-AA8C1CFC41BD}" dt="2026-10-02T10:07:47.534" v="165" actId="20577"/>
          <pc:sldLayoutMkLst>
            <pc:docMk/>
            <pc:sldMasterMk cId="2534388412" sldId="2147483826"/>
            <pc:sldLayoutMk cId="1470982144" sldId="2147483828"/>
          </pc:sldLayoutMkLst>
          <pc:spChg chg="mod">
            <ac:chgData name="Tobias Unger" userId="0a5458e38b5f4a0f" providerId="LiveId" clId="{5C6CAE59-BAC7-4E9C-B1A6-AA8C1CFC41BD}" dt="2026-10-02T10:07:47.534" v="165" actId="20577"/>
            <ac:spMkLst>
              <pc:docMk/>
              <pc:sldMasterMk cId="2534388412" sldId="2147483826"/>
              <pc:sldLayoutMk cId="1470982144" sldId="2147483828"/>
              <ac:spMk id="9" creationId="{C5E3C4FF-AC9F-F54B-8465-1AC4021BC55E}"/>
            </ac:spMkLst>
          </pc:spChg>
        </pc:sldLayoutChg>
        <pc:sldLayoutChg chg="modSp mod ord">
          <pc:chgData name="Tobias Unger" userId="0a5458e38b5f4a0f" providerId="LiveId" clId="{5C6CAE59-BAC7-4E9C-B1A6-AA8C1CFC41BD}" dt="2026-10-02T10:07:54.678" v="170" actId="20577"/>
          <pc:sldLayoutMkLst>
            <pc:docMk/>
            <pc:sldMasterMk cId="2534388412" sldId="2147483826"/>
            <pc:sldLayoutMk cId="1547547267" sldId="2147483829"/>
          </pc:sldLayoutMkLst>
          <pc:spChg chg="mod">
            <ac:chgData name="Tobias Unger" userId="0a5458e38b5f4a0f" providerId="LiveId" clId="{5C6CAE59-BAC7-4E9C-B1A6-AA8C1CFC41BD}" dt="2026-10-02T10:07:54.678" v="170" actId="20577"/>
            <ac:spMkLst>
              <pc:docMk/>
              <pc:sldMasterMk cId="2534388412" sldId="2147483826"/>
              <pc:sldLayoutMk cId="1547547267" sldId="2147483829"/>
              <ac:spMk id="5" creationId="{BACCCF20-7C7E-1A46-AA50-89130936CD2A}"/>
            </ac:spMkLst>
          </pc:spChg>
        </pc:sldLayoutChg>
        <pc:sldLayoutChg chg="modSp mod">
          <pc:chgData name="Tobias Unger" userId="0a5458e38b5f4a0f" providerId="LiveId" clId="{5C6CAE59-BAC7-4E9C-B1A6-AA8C1CFC41BD}" dt="2026-10-02T10:08:02.504" v="174" actId="20577"/>
          <pc:sldLayoutMkLst>
            <pc:docMk/>
            <pc:sldMasterMk cId="2534388412" sldId="2147483826"/>
            <pc:sldLayoutMk cId="3120061420" sldId="2147483830"/>
          </pc:sldLayoutMkLst>
          <pc:spChg chg="mod">
            <ac:chgData name="Tobias Unger" userId="0a5458e38b5f4a0f" providerId="LiveId" clId="{5C6CAE59-BAC7-4E9C-B1A6-AA8C1CFC41BD}" dt="2026-10-02T10:08:02.504" v="174" actId="20577"/>
            <ac:spMkLst>
              <pc:docMk/>
              <pc:sldMasterMk cId="2534388412" sldId="2147483826"/>
              <pc:sldLayoutMk cId="3120061420" sldId="2147483830"/>
              <ac:spMk id="2" creationId="{D50B5E35-EA0F-7F44-9443-E548EA3B39D6}"/>
            </ac:spMkLst>
          </pc:spChg>
        </pc:sldLayoutChg>
        <pc:sldLayoutChg chg="modSp mod">
          <pc:chgData name="Tobias Unger" userId="0a5458e38b5f4a0f" providerId="LiveId" clId="{5C6CAE59-BAC7-4E9C-B1A6-AA8C1CFC41BD}" dt="2026-10-02T10:08:11.198" v="177" actId="20577"/>
          <pc:sldLayoutMkLst>
            <pc:docMk/>
            <pc:sldMasterMk cId="2534388412" sldId="2147483826"/>
            <pc:sldLayoutMk cId="3779162260" sldId="2147483831"/>
          </pc:sldLayoutMkLst>
          <pc:spChg chg="mod">
            <ac:chgData name="Tobias Unger" userId="0a5458e38b5f4a0f" providerId="LiveId" clId="{5C6CAE59-BAC7-4E9C-B1A6-AA8C1CFC41BD}" dt="2026-10-02T10:08:11.198" v="177" actId="20577"/>
            <ac:spMkLst>
              <pc:docMk/>
              <pc:sldMasterMk cId="2534388412" sldId="2147483826"/>
              <pc:sldLayoutMk cId="3779162260" sldId="2147483831"/>
              <ac:spMk id="2" creationId="{19335B3D-A935-7941-BAFB-C7A98F057C47}"/>
            </ac:spMkLst>
          </pc:spChg>
        </pc:sldLayoutChg>
        <pc:sldLayoutChg chg="modSp mod">
          <pc:chgData name="Tobias Unger" userId="0a5458e38b5f4a0f" providerId="LiveId" clId="{5C6CAE59-BAC7-4E9C-B1A6-AA8C1CFC41BD}" dt="2026-10-02T10:08:25.895" v="180" actId="20577"/>
          <pc:sldLayoutMkLst>
            <pc:docMk/>
            <pc:sldMasterMk cId="2534388412" sldId="2147483826"/>
            <pc:sldLayoutMk cId="2512498250" sldId="2147483832"/>
          </pc:sldLayoutMkLst>
          <pc:spChg chg="mod">
            <ac:chgData name="Tobias Unger" userId="0a5458e38b5f4a0f" providerId="LiveId" clId="{5C6CAE59-BAC7-4E9C-B1A6-AA8C1CFC41BD}" dt="2026-10-02T10:08:25.895" v="180" actId="20577"/>
            <ac:spMkLst>
              <pc:docMk/>
              <pc:sldMasterMk cId="2534388412" sldId="2147483826"/>
              <pc:sldLayoutMk cId="2512498250" sldId="2147483832"/>
              <ac:spMk id="2" creationId="{F96A7003-49E0-2846-9672-C857D8C45E91}"/>
            </ac:spMkLst>
          </pc:spChg>
        </pc:sldLayoutChg>
        <pc:sldLayoutChg chg="modSp mod">
          <pc:chgData name="Tobias Unger" userId="0a5458e38b5f4a0f" providerId="LiveId" clId="{5C6CAE59-BAC7-4E9C-B1A6-AA8C1CFC41BD}" dt="2026-10-02T10:08:31.270" v="183" actId="20577"/>
          <pc:sldLayoutMkLst>
            <pc:docMk/>
            <pc:sldMasterMk cId="2534388412" sldId="2147483826"/>
            <pc:sldLayoutMk cId="3449698238" sldId="2147483833"/>
          </pc:sldLayoutMkLst>
          <pc:spChg chg="mod">
            <ac:chgData name="Tobias Unger" userId="0a5458e38b5f4a0f" providerId="LiveId" clId="{5C6CAE59-BAC7-4E9C-B1A6-AA8C1CFC41BD}" dt="2026-10-02T10:08:31.270" v="183" actId="20577"/>
            <ac:spMkLst>
              <pc:docMk/>
              <pc:sldMasterMk cId="2534388412" sldId="2147483826"/>
              <pc:sldLayoutMk cId="3449698238" sldId="2147483833"/>
              <ac:spMk id="4" creationId="{100179CD-2DFE-FE48-88FA-99A080006606}"/>
            </ac:spMkLst>
          </pc:spChg>
        </pc:sldLayoutChg>
        <pc:sldLayoutChg chg="modSp mod">
          <pc:chgData name="Tobias Unger" userId="0a5458e38b5f4a0f" providerId="LiveId" clId="{5C6CAE59-BAC7-4E9C-B1A6-AA8C1CFC41BD}" dt="2026-10-02T10:08:41.511" v="186" actId="20577"/>
          <pc:sldLayoutMkLst>
            <pc:docMk/>
            <pc:sldMasterMk cId="2534388412" sldId="2147483826"/>
            <pc:sldLayoutMk cId="1087756823" sldId="2147483834"/>
          </pc:sldLayoutMkLst>
          <pc:spChg chg="mod">
            <ac:chgData name="Tobias Unger" userId="0a5458e38b5f4a0f" providerId="LiveId" clId="{5C6CAE59-BAC7-4E9C-B1A6-AA8C1CFC41BD}" dt="2026-10-02T10:08:41.511" v="186" actId="20577"/>
            <ac:spMkLst>
              <pc:docMk/>
              <pc:sldMasterMk cId="2534388412" sldId="2147483826"/>
              <pc:sldLayoutMk cId="1087756823" sldId="2147483834"/>
              <ac:spMk id="4" creationId="{73B06E7E-E9A1-9840-A9E1-79686DE197B3}"/>
            </ac:spMkLst>
          </pc:spChg>
        </pc:sldLayoutChg>
        <pc:sldLayoutChg chg="modSp mod">
          <pc:chgData name="Tobias Unger" userId="0a5458e38b5f4a0f" providerId="LiveId" clId="{5C6CAE59-BAC7-4E9C-B1A6-AA8C1CFC41BD}" dt="2026-10-02T10:08:48.141" v="189" actId="20577"/>
          <pc:sldLayoutMkLst>
            <pc:docMk/>
            <pc:sldMasterMk cId="2534388412" sldId="2147483826"/>
            <pc:sldLayoutMk cId="1421266352" sldId="2147483835"/>
          </pc:sldLayoutMkLst>
          <pc:spChg chg="mod">
            <ac:chgData name="Tobias Unger" userId="0a5458e38b5f4a0f" providerId="LiveId" clId="{5C6CAE59-BAC7-4E9C-B1A6-AA8C1CFC41BD}" dt="2026-10-02T10:08:48.141" v="189" actId="20577"/>
            <ac:spMkLst>
              <pc:docMk/>
              <pc:sldMasterMk cId="2534388412" sldId="2147483826"/>
              <pc:sldLayoutMk cId="1421266352" sldId="2147483835"/>
              <ac:spMk id="3" creationId="{439B1BBC-665F-AF4B-8F72-7AB1B40FEBE5}"/>
            </ac:spMkLst>
          </pc:spChg>
        </pc:sldLayoutChg>
        <pc:sldLayoutChg chg="modSp mod">
          <pc:chgData name="Tobias Unger" userId="0a5458e38b5f4a0f" providerId="LiveId" clId="{5C6CAE59-BAC7-4E9C-B1A6-AA8C1CFC41BD}" dt="2026-10-02T10:08:53.552" v="192" actId="20577"/>
          <pc:sldLayoutMkLst>
            <pc:docMk/>
            <pc:sldMasterMk cId="2534388412" sldId="2147483826"/>
            <pc:sldLayoutMk cId="3505848889" sldId="2147483836"/>
          </pc:sldLayoutMkLst>
          <pc:spChg chg="mod">
            <ac:chgData name="Tobias Unger" userId="0a5458e38b5f4a0f" providerId="LiveId" clId="{5C6CAE59-BAC7-4E9C-B1A6-AA8C1CFC41BD}" dt="2026-10-02T10:08:53.552" v="192" actId="20577"/>
            <ac:spMkLst>
              <pc:docMk/>
              <pc:sldMasterMk cId="2534388412" sldId="2147483826"/>
              <pc:sldLayoutMk cId="3505848889" sldId="2147483836"/>
              <ac:spMk id="3" creationId="{33D1ADDF-8F4C-BC48-B65C-59B0BEC4AA8D}"/>
            </ac:spMkLst>
          </pc:spChg>
        </pc:sldLayoutChg>
        <pc:sldLayoutChg chg="modSp mod">
          <pc:chgData name="Tobias Unger" userId="0a5458e38b5f4a0f" providerId="LiveId" clId="{5C6CAE59-BAC7-4E9C-B1A6-AA8C1CFC41BD}" dt="2026-10-02T10:09:00.544" v="195" actId="20577"/>
          <pc:sldLayoutMkLst>
            <pc:docMk/>
            <pc:sldMasterMk cId="2534388412" sldId="2147483826"/>
            <pc:sldLayoutMk cId="2306951066" sldId="2147483838"/>
          </pc:sldLayoutMkLst>
          <pc:spChg chg="mod">
            <ac:chgData name="Tobias Unger" userId="0a5458e38b5f4a0f" providerId="LiveId" clId="{5C6CAE59-BAC7-4E9C-B1A6-AA8C1CFC41BD}" dt="2026-10-02T10:09:00.544" v="195" actId="20577"/>
            <ac:spMkLst>
              <pc:docMk/>
              <pc:sldMasterMk cId="2534388412" sldId="2147483826"/>
              <pc:sldLayoutMk cId="2306951066" sldId="2147483838"/>
              <ac:spMk id="4" creationId="{48B3E935-DC8B-EE4A-A835-A6B75AB07EE4}"/>
            </ac:spMkLst>
          </pc:spChg>
        </pc:sldLayoutChg>
        <pc:sldLayoutChg chg="modSp mod">
          <pc:chgData name="Tobias Unger" userId="0a5458e38b5f4a0f" providerId="LiveId" clId="{5C6CAE59-BAC7-4E9C-B1A6-AA8C1CFC41BD}" dt="2026-10-02T10:09:08.682" v="198" actId="20577"/>
          <pc:sldLayoutMkLst>
            <pc:docMk/>
            <pc:sldMasterMk cId="2534388412" sldId="2147483826"/>
            <pc:sldLayoutMk cId="2574526683" sldId="2147483840"/>
          </pc:sldLayoutMkLst>
          <pc:spChg chg="mod">
            <ac:chgData name="Tobias Unger" userId="0a5458e38b5f4a0f" providerId="LiveId" clId="{5C6CAE59-BAC7-4E9C-B1A6-AA8C1CFC41BD}" dt="2026-10-02T10:09:08.682" v="198" actId="20577"/>
            <ac:spMkLst>
              <pc:docMk/>
              <pc:sldMasterMk cId="2534388412" sldId="2147483826"/>
              <pc:sldLayoutMk cId="2574526683" sldId="2147483840"/>
              <ac:spMk id="3" creationId="{0FADD80C-69BF-394C-8E09-B1E69D9AF17E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D20189E0-1142-8C4C-AC05-A6F1DE011E1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EF4CE7F-CDCE-EE4B-955F-AE4E1EB583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hier</a:t>
            </a:r>
          </a:p>
        </p:txBody>
      </p:sp>
    </p:spTree>
    <p:extLst>
      <p:ext uri="{BB962C8B-B14F-4D97-AF65-F5344CB8AC3E}">
        <p14:creationId xmlns:p14="http://schemas.microsoft.com/office/powerpoint/2010/main" val="287341796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EF5FE6-0578-6C48-AD34-F15B08E4EDC5}" type="datetimeFigureOut">
              <a:rPr lang="de-DE" smtClean="0"/>
              <a:t>02.10.2026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hier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5FB68A-13DA-DB4F-867D-DB048D314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190704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1pPr>
    <a:lvl2pPr marL="207340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2pPr>
    <a:lvl3pPr marL="414680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3pPr>
    <a:lvl4pPr marL="622021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4pPr>
    <a:lvl5pPr marL="829361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5pPr>
    <a:lvl6pPr marL="1036701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6pPr>
    <a:lvl7pPr marL="1244041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7pPr>
    <a:lvl8pPr marL="1451381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8pPr>
    <a:lvl9pPr marL="1658722" algn="l" defTabSz="414680" rtl="0" eaLnBrk="1" latinLnBrk="0" hangingPunct="1">
      <a:defRPr sz="54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Folie 6: Systemkonzept und AICA</a:t>
            </a:r>
          </a:p>
          <a:p xmlns:a="http://schemas.openxmlformats.org/drawingml/2006/main">
            <a:r>
              <a:t>Sprechzeit: etwa 45 Sekunden.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Oben stehen die Komponenten mit den konfigurierten Taktraten, unten ihre Aufgaben. base_cam: Bildauswertung, 15 Hz. vectoring: Bewegungsschätzung, 15 Hz. priority_handler: Zielauswahl, 20 Hz. object_follower: Greifablauf und Flansch-Zielpose, 50 Hz. Signal Point Attractor: kartesische Sollgeschwindigkeit, 50 Hz. IK Velocity Controller: Gelenkgeschwindigkeiten im Hardware-Regelpfad mit 500 Hz. Die Pfeile nach unten zeigen die Zuordnung, die Pfeile zwischen den Funktionsgruppen den Ablauf.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Der Follower liefert eine Zielpose an den Attractor. Der Attractor erzeugt daraus einen Twist, der IK-Controller setzt diesen in Gelenkgeschwindigkeiten um. 50 Hz Zielposenaktualisierung und 500 Hz Hardware-Regelung sind unterschiedliche Takte. Konfigurierte Auswerterate bedeutet nicht, dass ebenso viele neue Kameramessungen ankommen.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Quellen: docs/uebersicht/systemgraph.md, Komponententabelle; docs/uebersicht/einrichtung-projektanwendung.md, Abschnitte 2, 4 und 5; Projektbericht/entwuerfe/berichtstext.md, Abschnitte 2.3, 3.1, 3.5 und 5.1. Stand 02.10.2026.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1.png"/><Relationship Id="rId4" Type="http://schemas.openxmlformats.org/officeDocument/2006/relationships/image" Target="../media/image2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1.png"/><Relationship Id="rId4" Type="http://schemas.openxmlformats.org/officeDocument/2006/relationships/image" Target="../media/image2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1.png"/><Relationship Id="rId4" Type="http://schemas.openxmlformats.org/officeDocument/2006/relationships/image" Target="../media/image2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2.jpe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4.jpe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5.emf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.svg"/><Relationship Id="rId5" Type="http://schemas.openxmlformats.org/officeDocument/2006/relationships/image" Target="../media/image2.svg"/><Relationship Id="rId4" Type="http://schemas.openxmlformats.org/officeDocument/2006/relationships/image" Target="../media/image26.jpe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9.svg"/><Relationship Id="rId4" Type="http://schemas.openxmlformats.org/officeDocument/2006/relationships/image" Target="../media/image27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Cover_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8">
            <a:extLst>
              <a:ext uri="{FF2B5EF4-FFF2-40B4-BE49-F238E27FC236}">
                <a16:creationId xmlns:a16="http://schemas.microsoft.com/office/drawing/2014/main" id="{36ED98AA-1C46-0443-A5FC-11C077AE81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744789"/>
            <a:ext cx="12192000" cy="36725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BC4D843-9687-5E47-9E23-8DA6E1D2F540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B4AE916-8FBE-0A48-921A-1DECF82C926C}"/>
              </a:ext>
            </a:extLst>
          </p:cNvPr>
          <p:cNvSpPr txBox="1"/>
          <p:nvPr userDrawn="1"/>
        </p:nvSpPr>
        <p:spPr>
          <a:xfrm>
            <a:off x="543403" y="4065509"/>
            <a:ext cx="8023301" cy="195011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763"/>
              </a:lnSpc>
            </a:pPr>
            <a:endParaRPr lang="de-DE" sz="4717" b="0" i="0" baseline="0">
              <a:solidFill>
                <a:srgbClr val="E63214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platzhalter 11">
            <a:extLst>
              <a:ext uri="{FF2B5EF4-FFF2-40B4-BE49-F238E27FC236}">
                <a16:creationId xmlns:a16="http://schemas.microsoft.com/office/drawing/2014/main" id="{EF3C5B44-AC6E-2D48-924E-3901DAE94B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3044" y="1548000"/>
            <a:ext cx="9601200" cy="1093600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>
              <a:lnSpc>
                <a:spcPts val="4200"/>
              </a:lnSpc>
              <a:spcBef>
                <a:spcPts val="0"/>
              </a:spcBef>
              <a:buFontTx/>
              <a:buNone/>
              <a:defRPr sz="4400" spc="-7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Willkommen!</a:t>
            </a:r>
          </a:p>
          <a:p>
            <a:pPr lvl="0"/>
            <a:r>
              <a:rPr lang="de-DE"/>
              <a:t>Hier steht die Headline </a:t>
            </a:r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63594EE7-6D4C-F342-9549-A73FD626E6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663200" y="2065732"/>
            <a:ext cx="1355141" cy="222568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>
              <a:defRPr sz="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600A371-89E2-ED47-9691-9E9170B97B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800" y="6560424"/>
            <a:ext cx="3271937" cy="102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7" b="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FuE-Projekt Sommersemester 2026 | 30.09.2026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EC0280D-1DC9-4D4F-8C6D-4C387A85644A}"/>
              </a:ext>
            </a:extLst>
          </p:cNvPr>
          <p:cNvSpPr txBox="1"/>
          <p:nvPr userDrawn="1"/>
        </p:nvSpPr>
        <p:spPr>
          <a:xfrm>
            <a:off x="-2356645" y="2343995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Grundlinie Headline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F7E0B84-5208-5649-A1CA-6D74146EDC74}"/>
              </a:ext>
            </a:extLst>
          </p:cNvPr>
          <p:cNvSpPr txBox="1"/>
          <p:nvPr userDrawn="1"/>
        </p:nvSpPr>
        <p:spPr>
          <a:xfrm>
            <a:off x="-2382169" y="2726620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Bild, K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6480DE9-73A8-2249-BD4A-8C2D2FA63776}"/>
              </a:ext>
            </a:extLst>
          </p:cNvPr>
          <p:cNvSpPr txBox="1"/>
          <p:nvPr userDrawn="1"/>
        </p:nvSpPr>
        <p:spPr>
          <a:xfrm>
            <a:off x="-2382169" y="6296141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Unterkante Bild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8D9F442-01BB-6F4C-A1FF-816B3394AA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137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 userDrawn="1">
          <p15:clr>
            <a:srgbClr val="FBAE40"/>
          </p15:clr>
        </p15:guide>
        <p15:guide id="3" orient="horz" pos="157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Cover_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8">
            <a:extLst>
              <a:ext uri="{FF2B5EF4-FFF2-40B4-BE49-F238E27FC236}">
                <a16:creationId xmlns:a16="http://schemas.microsoft.com/office/drawing/2014/main" id="{36ED98AA-1C46-0443-A5FC-11C077AE81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744789"/>
            <a:ext cx="12192000" cy="41060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BC4D843-9687-5E47-9E23-8DA6E1D2F540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B4AE916-8FBE-0A48-921A-1DECF82C926C}"/>
              </a:ext>
            </a:extLst>
          </p:cNvPr>
          <p:cNvSpPr txBox="1"/>
          <p:nvPr userDrawn="1"/>
        </p:nvSpPr>
        <p:spPr>
          <a:xfrm>
            <a:off x="543403" y="4065509"/>
            <a:ext cx="8023301" cy="195011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4763"/>
              </a:lnSpc>
            </a:pPr>
            <a:endParaRPr lang="de-DE" sz="4717" b="0" i="0" baseline="0">
              <a:solidFill>
                <a:srgbClr val="E63214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platzhalter 11">
            <a:extLst>
              <a:ext uri="{FF2B5EF4-FFF2-40B4-BE49-F238E27FC236}">
                <a16:creationId xmlns:a16="http://schemas.microsoft.com/office/drawing/2014/main" id="{EF3C5B44-AC6E-2D48-924E-3901DAE94B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3044" y="1548000"/>
            <a:ext cx="9601200" cy="1093600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marL="0" indent="0">
              <a:lnSpc>
                <a:spcPts val="4200"/>
              </a:lnSpc>
              <a:spcBef>
                <a:spcPts val="0"/>
              </a:spcBef>
              <a:buFontTx/>
              <a:buNone/>
              <a:defRPr sz="4400" spc="-7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Willkommen!</a:t>
            </a:r>
          </a:p>
          <a:p>
            <a:pPr lvl="0"/>
            <a:r>
              <a:rPr lang="de-DE"/>
              <a:t>Hier steht die Headline </a:t>
            </a:r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63594EE7-6D4C-F342-9549-A73FD626E6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663200" y="2065732"/>
            <a:ext cx="1355141" cy="222568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>
              <a:defRPr sz="1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EC0280D-1DC9-4D4F-8C6D-4C387A85644A}"/>
              </a:ext>
            </a:extLst>
          </p:cNvPr>
          <p:cNvSpPr txBox="1"/>
          <p:nvPr userDrawn="1"/>
        </p:nvSpPr>
        <p:spPr>
          <a:xfrm>
            <a:off x="-2356645" y="2343995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Grundlinie Headline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F7E0B84-5208-5649-A1CA-6D74146EDC74}"/>
              </a:ext>
            </a:extLst>
          </p:cNvPr>
          <p:cNvSpPr txBox="1"/>
          <p:nvPr userDrawn="1"/>
        </p:nvSpPr>
        <p:spPr>
          <a:xfrm>
            <a:off x="-2382169" y="2726620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Bild, K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6480DE9-73A8-2249-BD4A-8C2D2FA63776}"/>
              </a:ext>
            </a:extLst>
          </p:cNvPr>
          <p:cNvSpPr txBox="1"/>
          <p:nvPr userDrawn="1"/>
        </p:nvSpPr>
        <p:spPr>
          <a:xfrm>
            <a:off x="-2382169" y="6296141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Unterkante Bild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8D9F442-01BB-6F4C-A1FF-816B3394AA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</a:blip>
          <a:srcRect/>
          <a:stretch/>
        </p:blipFill>
        <p:spPr>
          <a:xfrm>
            <a:off x="12521185" y="7129"/>
            <a:ext cx="12191997" cy="684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871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9">
          <p15:clr>
            <a:srgbClr val="FBAE40"/>
          </p15:clr>
        </p15:guide>
        <p15:guide id="3" orient="horz" pos="157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Cover_V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4" name="Textplatzhalter 11">
            <a:extLst>
              <a:ext uri="{FF2B5EF4-FFF2-40B4-BE49-F238E27FC236}">
                <a16:creationId xmlns:a16="http://schemas.microsoft.com/office/drawing/2014/main" id="{AD848F20-E885-8540-A608-6B6DA063C4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63" y="1881001"/>
            <a:ext cx="9601200" cy="1488815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4200"/>
              </a:lnSpc>
              <a:spcBef>
                <a:spcPts val="0"/>
              </a:spcBef>
              <a:buFontTx/>
              <a:buNone/>
              <a:defRPr sz="4400" spc="-70" baseline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Willkommen!</a:t>
            </a:r>
          </a:p>
          <a:p>
            <a:pPr lvl="0"/>
            <a:r>
              <a:rPr lang="de-DE"/>
              <a:t>Hier steht die Headline </a:t>
            </a:r>
            <a:br>
              <a:rPr lang="de-DE"/>
            </a:br>
            <a:r>
              <a:rPr lang="de-DE"/>
              <a:t>der Präsentation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9190E2B-E77D-C849-914C-35375BDC90B2}"/>
              </a:ext>
            </a:extLst>
          </p:cNvPr>
          <p:cNvSpPr txBox="1"/>
          <p:nvPr userDrawn="1"/>
        </p:nvSpPr>
        <p:spPr>
          <a:xfrm>
            <a:off x="1063468" y="6629836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370" err="1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0DEA4B71-C0F6-A143-91CD-20DCCAFE1EC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663200" y="1206000"/>
            <a:ext cx="1355294" cy="222568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>
              <a:defRPr sz="100" baseline="0">
                <a:solidFill>
                  <a:srgbClr val="D72305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497CFA3-6340-C34D-B768-F7A95EB4E9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63200" y="302400"/>
            <a:ext cx="1356360" cy="914400"/>
          </a:xfrm>
          <a:prstGeom prst="rect">
            <a:avLst/>
          </a:prstGeom>
        </p:spPr>
      </p:pic>
      <p:sp>
        <p:nvSpPr>
          <p:cNvPr id="8" name="Textplatzhalter 3">
            <a:extLst>
              <a:ext uri="{FF2B5EF4-FFF2-40B4-BE49-F238E27FC236}">
                <a16:creationId xmlns:a16="http://schemas.microsoft.com/office/drawing/2014/main" id="{C8BD6479-55DD-AC47-9F75-3DCC5AA8DA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800" y="6560424"/>
            <a:ext cx="3271937" cy="102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7" b="0" baseline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dirty="0"/>
              <a:t>FuE-Projekt Sommersemester 2026 | 30.09.2026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9A9E72F-1ACA-F247-8BD4-0C1BBC4CCD82}"/>
              </a:ext>
            </a:extLst>
          </p:cNvPr>
          <p:cNvSpPr txBox="1"/>
          <p:nvPr userDrawn="1"/>
        </p:nvSpPr>
        <p:spPr>
          <a:xfrm>
            <a:off x="-2382169" y="1828971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pic>
        <p:nvPicPr>
          <p:cNvPr id="5" name="Grafik 4" descr="Ein Bild, das Text enthält.&#10;&#10;Automatisch generierte Beschreibung">
            <a:extLst>
              <a:ext uri="{FF2B5EF4-FFF2-40B4-BE49-F238E27FC236}">
                <a16:creationId xmlns:a16="http://schemas.microsoft.com/office/drawing/2014/main" id="{F9C5C9DE-460D-3A49-889E-B30613FE6DB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2557760" y="7129"/>
            <a:ext cx="12192000" cy="6843742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AF38B288-F314-D247-B61E-DD5F751610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34965" y="296863"/>
            <a:ext cx="1737356" cy="96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3370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8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Headline + 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86E46402-E95E-8E4B-91CE-C6482D95DF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0" y="1206001"/>
            <a:ext cx="10909303" cy="4599488"/>
          </a:xfrm>
          <a:prstGeom prst="rect">
            <a:avLst/>
          </a:prstGeom>
        </p:spPr>
        <p:txBody>
          <a:bodyPr lIns="0" tIns="0" rIns="0" bIns="0" numCol="1" spcCol="720000"/>
          <a:lstStyle>
            <a:lvl1pPr marL="0" indent="0">
              <a:lnSpc>
                <a:spcPts val="2100"/>
              </a:lnSpc>
              <a:spcBef>
                <a:spcPts val="1350"/>
              </a:spcBef>
              <a:spcAft>
                <a:spcPts val="0"/>
              </a:spcAft>
              <a:buSzPct val="90000"/>
              <a:buFontTx/>
              <a:buNone/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52000" indent="-252000">
              <a:lnSpc>
                <a:spcPts val="2250"/>
              </a:lnSpc>
              <a:spcBef>
                <a:spcPts val="350"/>
              </a:spcBef>
              <a:spcAft>
                <a:spcPts val="200"/>
              </a:spcAft>
              <a:buFontTx/>
              <a:buBlip>
                <a:blip r:embed="rId2"/>
              </a:buBlip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04000" indent="-252000">
              <a:lnSpc>
                <a:spcPts val="2250"/>
              </a:lnSpc>
              <a:spcBef>
                <a:spcPts val="350"/>
              </a:spcBef>
              <a:spcAft>
                <a:spcPts val="0"/>
              </a:spcAft>
              <a:buSzPct val="100000"/>
              <a:buFontTx/>
              <a:buBlip>
                <a:blip r:embed="rId2"/>
              </a:buBlip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504000" indent="-234000">
              <a:lnSpc>
                <a:spcPts val="2250"/>
              </a:lnSpc>
              <a:spcBef>
                <a:spcPts val="350"/>
              </a:spcBef>
              <a:spcAft>
                <a:spcPts val="0"/>
              </a:spcAft>
              <a:buSzPct val="90000"/>
              <a:buFont typeface="Arial" pitchFamily="2" charset="2"/>
              <a:buChar char="-"/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504000" indent="0">
              <a:lnSpc>
                <a:spcPts val="1800"/>
              </a:lnSpc>
              <a:spcBef>
                <a:spcPts val="350"/>
              </a:spcBef>
              <a:spcAft>
                <a:spcPts val="0"/>
              </a:spcAft>
              <a:buNone/>
              <a:defRPr sz="1452"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de-DE"/>
              <a:t>Mastertextformat bearbeiten 18pt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18pt</a:t>
            </a:r>
          </a:p>
          <a:p>
            <a:pPr lvl="3"/>
            <a:r>
              <a:rPr lang="de-DE"/>
              <a:t>Vierte Ebene 18pt</a:t>
            </a:r>
          </a:p>
          <a:p>
            <a:pPr lvl="4"/>
            <a:r>
              <a:rPr lang="de-DE"/>
              <a:t>Fünfte Ebene 14,5pt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901185BA-D52F-D14B-86B3-9443C18925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2E72119-490B-1845-9D75-16B134CF87E9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C97E69B1-EE6A-9E46-A114-65ACB3875226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D318F462-CCE5-C94F-B170-2AB521F101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AB2C604-EF2B-4241-9B8D-353525CC64B5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pPr lvl="0"/>
            <a:r>
              <a:rPr lang="de-DE" dirty="0"/>
              <a:t>FuE-Projekt Sommersemester 2026 | 30.09.2026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536C2A7-C47B-254D-B8A7-9A5F4F781FC8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CA1E7AB-4DEA-5C4B-BF0E-2A91CF7C83B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7AF99E34-E21F-829E-6DB0-5444337FA47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246244" y="5389045"/>
            <a:ext cx="664522" cy="109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054334"/>
      </p:ext>
    </p:extLst>
  </p:cSld>
  <p:clrMapOvr>
    <a:masterClrMapping/>
  </p:clrMapOvr>
  <p:transition spd="slow">
    <p:push dir="u"/>
  </p:transition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Headline + FT / 2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B7D610AA-3D36-484D-8F57-7B53FF0FF4D4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F0FB05-04C2-824E-B783-EC81EB6ADA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1" y="1206000"/>
            <a:ext cx="10908000" cy="4599488"/>
          </a:xfrm>
          <a:prstGeom prst="rect">
            <a:avLst/>
          </a:prstGeom>
        </p:spPr>
        <p:txBody>
          <a:bodyPr lIns="0" tIns="0" rIns="0" bIns="0" numCol="2" spcCol="360000"/>
          <a:lstStyle>
            <a:lvl1pPr marL="0" indent="0">
              <a:lnSpc>
                <a:spcPts val="1700"/>
              </a:lnSpc>
              <a:spcBef>
                <a:spcPts val="1200"/>
              </a:spcBef>
              <a:spcAft>
                <a:spcPts val="0"/>
              </a:spcAft>
              <a:buSzPct val="90000"/>
              <a:buFontTx/>
              <a:buNone/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52000" indent="-252000">
              <a:lnSpc>
                <a:spcPts val="1800"/>
              </a:lnSpc>
              <a:spcBef>
                <a:spcPts val="350"/>
              </a:spcBef>
              <a:spcAft>
                <a:spcPts val="200"/>
              </a:spcAft>
              <a:buFontTx/>
              <a:buBlip>
                <a:blip r:embed="rId2"/>
              </a:buBlip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04000" indent="-252000">
              <a:lnSpc>
                <a:spcPts val="1800"/>
              </a:lnSpc>
              <a:spcBef>
                <a:spcPts val="350"/>
              </a:spcBef>
              <a:spcAft>
                <a:spcPts val="0"/>
              </a:spcAft>
              <a:buFontTx/>
              <a:buBlip>
                <a:blip r:embed="rId2"/>
              </a:buBlip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504000" indent="-234000">
              <a:lnSpc>
                <a:spcPts val="1800"/>
              </a:lnSpc>
              <a:spcBef>
                <a:spcPts val="350"/>
              </a:spcBef>
              <a:spcAft>
                <a:spcPts val="0"/>
              </a:spcAft>
              <a:buSzPct val="90000"/>
              <a:buFont typeface="Arial" pitchFamily="2" charset="2"/>
              <a:buChar char="-"/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504000" indent="0">
              <a:lnSpc>
                <a:spcPts val="1800"/>
              </a:lnSpc>
              <a:spcBef>
                <a:spcPts val="500"/>
              </a:spcBef>
              <a:spcAft>
                <a:spcPts val="0"/>
              </a:spcAft>
              <a:buNone/>
              <a:defRPr sz="1450"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de-DE"/>
              <a:t>Mastertextformat bearbeiten 14,5pt</a:t>
            </a:r>
          </a:p>
          <a:p>
            <a:pPr lvl="1"/>
            <a:r>
              <a:rPr lang="de-DE"/>
              <a:t>Zweite Ebene 14,5pt</a:t>
            </a:r>
          </a:p>
          <a:p>
            <a:pPr lvl="2"/>
            <a:r>
              <a:rPr lang="de-DE"/>
              <a:t>Dritte Ebene 14,5pt</a:t>
            </a:r>
          </a:p>
          <a:p>
            <a:pPr lvl="3"/>
            <a:r>
              <a:rPr lang="de-DE"/>
              <a:t>Vierte Ebene 14,5pt</a:t>
            </a:r>
          </a:p>
          <a:p>
            <a:pPr lvl="4"/>
            <a:r>
              <a:rPr lang="de-DE"/>
              <a:t>Fünfte Ebene 14,5pt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45547AE-9F51-BC4D-A0C3-AB4FB54A3F3B}"/>
              </a:ext>
            </a:extLst>
          </p:cNvPr>
          <p:cNvSpPr txBox="1"/>
          <p:nvPr userDrawn="1"/>
        </p:nvSpPr>
        <p:spPr>
          <a:xfrm>
            <a:off x="1226976" y="972102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370" err="1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442C040-18F3-0C47-AAF2-E2091A982E69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D001DC8-3FA9-D845-9FBD-B5FBD14A6F2F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B82DBDE-22F0-EA49-8FE1-81FDE3F246C1}"/>
              </a:ext>
            </a:extLst>
          </p:cNvPr>
          <p:cNvSpPr txBox="1"/>
          <p:nvPr userDrawn="1"/>
        </p:nvSpPr>
        <p:spPr>
          <a:xfrm>
            <a:off x="5916613" y="-285042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Linke Kante 2-spaltiger Text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36AAFD6B-6B4E-4244-A5BE-4A87DF4104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</a:blip>
          <a:srcRect/>
          <a:stretch/>
        </p:blipFill>
        <p:spPr>
          <a:xfrm>
            <a:off x="12521184" y="7129"/>
            <a:ext cx="12191999" cy="6843742"/>
          </a:xfrm>
          <a:prstGeom prst="rect">
            <a:avLst/>
          </a:prstGeom>
        </p:spPr>
      </p:pic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C5E3C4FF-AC9F-F54B-8465-1AC4021BC55E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r>
              <a:rPr lang="de-DE" dirty="0"/>
              <a:t>FuE-Projekt Sommersemester 2026 | 30.09.2026</a:t>
            </a:r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879FB237-7ED6-3346-A8F6-42573391E724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474AE2D7-E79E-3A47-87A1-AFF2B7575974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7" name="Textplatzhalter 2">
            <a:extLst>
              <a:ext uri="{FF2B5EF4-FFF2-40B4-BE49-F238E27FC236}">
                <a16:creationId xmlns:a16="http://schemas.microsoft.com/office/drawing/2014/main" id="{AAD67889-1293-ED41-AF2F-6BE684E4815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4C47BBE0-2958-B54C-92CA-A77794DE3B6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533D82B-2F15-041A-01CD-A97EECF66CA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46244" y="5389045"/>
            <a:ext cx="664522" cy="109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982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 userDrawn="1">
          <p15:clr>
            <a:srgbClr val="FBAE40"/>
          </p15:clr>
        </p15:guide>
        <p15:guide id="2" pos="3545" userDrawn="1">
          <p15:clr>
            <a:srgbClr val="FBAE40"/>
          </p15:clr>
        </p15:guide>
        <p15:guide id="3" orient="horz" pos="754" userDrawn="1">
          <p15:clr>
            <a:srgbClr val="FBAE40"/>
          </p15:clr>
        </p15:guide>
        <p15:guide id="4" orient="horz" pos="18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Headline +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B0D38BF-744C-2647-A960-B16C505A887C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5F8D2AB-3FDC-2345-99C7-291CBDCB285C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graphicFrame>
        <p:nvGraphicFramePr>
          <p:cNvPr id="16" name="Tabellenplatzhalter 3">
            <a:extLst>
              <a:ext uri="{FF2B5EF4-FFF2-40B4-BE49-F238E27FC236}">
                <a16:creationId xmlns:a16="http://schemas.microsoft.com/office/drawing/2014/main" id="{8547AEB8-9C30-F74C-BCA7-E98FD69BF063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030657280"/>
              </p:ext>
            </p:extLst>
          </p:nvPr>
        </p:nvGraphicFramePr>
        <p:xfrm>
          <a:off x="334962" y="1223694"/>
          <a:ext cx="10909300" cy="205056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181860">
                  <a:extLst>
                    <a:ext uri="{9D8B030D-6E8A-4147-A177-3AD203B41FA5}">
                      <a16:colId xmlns:a16="http://schemas.microsoft.com/office/drawing/2014/main" val="2407453687"/>
                    </a:ext>
                  </a:extLst>
                </a:gridCol>
                <a:gridCol w="2181860">
                  <a:extLst>
                    <a:ext uri="{9D8B030D-6E8A-4147-A177-3AD203B41FA5}">
                      <a16:colId xmlns:a16="http://schemas.microsoft.com/office/drawing/2014/main" val="2035961621"/>
                    </a:ext>
                  </a:extLst>
                </a:gridCol>
                <a:gridCol w="2181860">
                  <a:extLst>
                    <a:ext uri="{9D8B030D-6E8A-4147-A177-3AD203B41FA5}">
                      <a16:colId xmlns:a16="http://schemas.microsoft.com/office/drawing/2014/main" val="2328942624"/>
                    </a:ext>
                  </a:extLst>
                </a:gridCol>
                <a:gridCol w="2181860">
                  <a:extLst>
                    <a:ext uri="{9D8B030D-6E8A-4147-A177-3AD203B41FA5}">
                      <a16:colId xmlns:a16="http://schemas.microsoft.com/office/drawing/2014/main" val="1653075632"/>
                    </a:ext>
                  </a:extLst>
                </a:gridCol>
                <a:gridCol w="2181860">
                  <a:extLst>
                    <a:ext uri="{9D8B030D-6E8A-4147-A177-3AD203B41FA5}">
                      <a16:colId xmlns:a16="http://schemas.microsoft.com/office/drawing/2014/main" val="267688811"/>
                    </a:ext>
                  </a:extLst>
                </a:gridCol>
              </a:tblGrid>
              <a:tr h="313200">
                <a:tc>
                  <a:txBody>
                    <a:bodyPr/>
                    <a:lstStyle/>
                    <a:p>
                      <a:r>
                        <a:rPr lang="de-DE" sz="1450" b="0" i="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Text 1</a:t>
                      </a:r>
                    </a:p>
                  </a:txBody>
                  <a:tcPr marL="121920" marR="12192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50" b="0" i="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Text 2</a:t>
                      </a:r>
                    </a:p>
                  </a:txBody>
                  <a:tcPr marL="121920" marR="12192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50" b="0" i="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Text 3</a:t>
                      </a:r>
                    </a:p>
                  </a:txBody>
                  <a:tcPr marL="121920" marR="12192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50" b="0" i="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Text 4</a:t>
                      </a:r>
                    </a:p>
                  </a:txBody>
                  <a:tcPr marL="121920" marR="12192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450" b="0" i="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Text 5 </a:t>
                      </a:r>
                    </a:p>
                  </a:txBody>
                  <a:tcPr marL="121920" marR="12192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638116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pPr marL="0" marR="0" lvl="0" indent="0" algn="l" defTabSz="9144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b="0" i="0" baseline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Kopieren Sie bitte diese Tabelle auf die gewünschte Seite und befüllen Sie diese anschließend</a:t>
                      </a:r>
                    </a:p>
                  </a:txBody>
                  <a:tcPr marL="120000" marR="12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334606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083416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044271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130585"/>
                  </a:ext>
                </a:extLst>
              </a:tr>
              <a:tr h="273600"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200" b="0" i="0" baseline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0000" marR="120000"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448792"/>
                  </a:ext>
                </a:extLst>
              </a:tr>
            </a:tbl>
          </a:graphicData>
        </a:graphic>
      </p:graphicFrame>
      <p:sp>
        <p:nvSpPr>
          <p:cNvPr id="18" name="Textplatzhalter 4">
            <a:extLst>
              <a:ext uri="{FF2B5EF4-FFF2-40B4-BE49-F238E27FC236}">
                <a16:creationId xmlns:a16="http://schemas.microsoft.com/office/drawing/2014/main" id="{6A71D293-D3EB-7149-8C21-21F0D23695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4800" y="5886899"/>
            <a:ext cx="10608733" cy="9797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229D2C92-F854-9545-923A-93B7916AD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ACCCF20-7C7E-1A46-AA50-89130936CD2A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r>
              <a:rPr lang="de-DE" dirty="0"/>
              <a:t>FuE-Projekt Sommersemester 2026 | 30.09.2026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574FDB5-0976-474B-8851-9D4A33AD64EF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72A8FAD-934D-2B42-8C2C-1923D097BC3E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0DB07685-E6B4-5E41-AA73-041CFF227EB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97A00F15-E7DE-3D4C-9333-B5BB48AB41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B928182F-8786-6C39-5D59-F73969802F8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246244" y="5389045"/>
            <a:ext cx="664522" cy="109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547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  <p15:guide id="3" orient="horz" pos="377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Organigramm 3 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B0D38BF-744C-2647-A960-B16C505A887C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5F8D2AB-3FDC-2345-99C7-291CBDCB285C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D966BBF-D8B8-7B4D-BF9D-72B40D878F2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334800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7" name="Textplatzhalter 4">
            <a:extLst>
              <a:ext uri="{FF2B5EF4-FFF2-40B4-BE49-F238E27FC236}">
                <a16:creationId xmlns:a16="http://schemas.microsoft.com/office/drawing/2014/main" id="{49EF7359-9E2B-F744-8DAD-214E09ED75D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4800" y="5886899"/>
            <a:ext cx="10608733" cy="9797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1AF4062-03E6-2047-8BC7-38683BFB29F9}"/>
              </a:ext>
            </a:extLst>
          </p:cNvPr>
          <p:cNvSpPr/>
          <p:nvPr userDrawn="1"/>
        </p:nvSpPr>
        <p:spPr>
          <a:xfrm flipV="1">
            <a:off x="4043863" y="-311575"/>
            <a:ext cx="3492000" cy="494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7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255B160F-37BC-7F45-9C7C-5382F7E693D9}"/>
              </a:ext>
            </a:extLst>
          </p:cNvPr>
          <p:cNvSpPr/>
          <p:nvPr userDrawn="1"/>
        </p:nvSpPr>
        <p:spPr>
          <a:xfrm flipV="1">
            <a:off x="7751763" y="-311575"/>
            <a:ext cx="3492000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70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46DF377B-B249-9A49-BCCB-B92E402581A5}"/>
              </a:ext>
            </a:extLst>
          </p:cNvPr>
          <p:cNvSpPr/>
          <p:nvPr userDrawn="1"/>
        </p:nvSpPr>
        <p:spPr>
          <a:xfrm flipV="1">
            <a:off x="333149" y="-311575"/>
            <a:ext cx="3492000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7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1A01861-E3E5-2942-82A8-EF942FCBCDA3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1F4462D4-CE42-1443-AB8A-478C2CA35B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50B5E35-EA0F-7F44-9443-E548EA3B39D6}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r>
              <a:rPr lang="de-DE" dirty="0"/>
              <a:t>FuE-Projekt Sommersemester 2026 | 30.09.2026</a:t>
            </a:r>
          </a:p>
        </p:txBody>
      </p:sp>
      <p:sp>
        <p:nvSpPr>
          <p:cNvPr id="22" name="Textplatzhalter 2">
            <a:extLst>
              <a:ext uri="{FF2B5EF4-FFF2-40B4-BE49-F238E27FC236}">
                <a16:creationId xmlns:a16="http://schemas.microsoft.com/office/drawing/2014/main" id="{184D7E11-A3DD-D949-8E09-0C9A3EA966D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306BB9E4-8410-CF4C-BC95-9F8E12F055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10139F7E-7CBC-969D-357A-D8B43AC6187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246244" y="5389045"/>
            <a:ext cx="664522" cy="109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061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  <p15:guide id="3" pos="2547" userDrawn="1">
          <p15:clr>
            <a:srgbClr val="FBAE40"/>
          </p15:clr>
        </p15:guide>
        <p15:guide id="4" pos="2411" userDrawn="1">
          <p15:clr>
            <a:srgbClr val="FBAE40"/>
          </p15:clr>
        </p15:guide>
        <p15:guide id="6" pos="4883" userDrawn="1">
          <p15:clr>
            <a:srgbClr val="FBAE40"/>
          </p15:clr>
        </p15:guide>
        <p15:guide id="8" pos="4747" userDrawn="1">
          <p15:clr>
            <a:srgbClr val="FBAE40"/>
          </p15:clr>
        </p15:guide>
        <p15:guide id="9" orient="horz" pos="377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Organigramm 4 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B0D38BF-744C-2647-A960-B16C505A887C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5F8D2AB-3FDC-2345-99C7-291CBDCB285C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55BD758-F599-D943-8D6B-A2B167C14F7F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334962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3" name="Textplatzhalter 4">
            <a:extLst>
              <a:ext uri="{FF2B5EF4-FFF2-40B4-BE49-F238E27FC236}">
                <a16:creationId xmlns:a16="http://schemas.microsoft.com/office/drawing/2014/main" id="{DF7B0D80-71B2-9948-A1B5-99CCBB2A39C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4800" y="5886899"/>
            <a:ext cx="10596171" cy="9797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D6DFB93E-C9FB-2F4F-A89E-2D3DD151F181}"/>
              </a:ext>
            </a:extLst>
          </p:cNvPr>
          <p:cNvSpPr/>
          <p:nvPr userDrawn="1"/>
        </p:nvSpPr>
        <p:spPr>
          <a:xfrm>
            <a:off x="334961" y="-485017"/>
            <a:ext cx="2520728" cy="45719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>
              <a:solidFill>
                <a:schemeClr val="accent6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4B92E84A-B8AE-D145-8A3D-BE68A470188C}"/>
              </a:ext>
            </a:extLst>
          </p:cNvPr>
          <p:cNvSpPr/>
          <p:nvPr userDrawn="1"/>
        </p:nvSpPr>
        <p:spPr>
          <a:xfrm>
            <a:off x="3106960" y="-485017"/>
            <a:ext cx="2520728" cy="45719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>
              <a:solidFill>
                <a:schemeClr val="accent6"/>
              </a:solidFill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D522A928-7DD6-974E-B52D-723031A7AB79}"/>
              </a:ext>
            </a:extLst>
          </p:cNvPr>
          <p:cNvSpPr/>
          <p:nvPr userDrawn="1"/>
        </p:nvSpPr>
        <p:spPr>
          <a:xfrm>
            <a:off x="5880100" y="-484663"/>
            <a:ext cx="2520728" cy="45719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>
              <a:solidFill>
                <a:schemeClr val="accent6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C4342483-9666-B94F-AD79-E111B0931C48}"/>
              </a:ext>
            </a:extLst>
          </p:cNvPr>
          <p:cNvSpPr/>
          <p:nvPr userDrawn="1"/>
        </p:nvSpPr>
        <p:spPr>
          <a:xfrm>
            <a:off x="8653780" y="-484663"/>
            <a:ext cx="2520728" cy="45719"/>
          </a:xfrm>
          <a:prstGeom prst="rect">
            <a:avLst/>
          </a:prstGeom>
          <a:solidFill>
            <a:schemeClr val="accent5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>
              <a:solidFill>
                <a:schemeClr val="accent6"/>
              </a:solidFill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7038A97-D27D-B642-B2FD-9744821A9531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6486DB35-28E9-BE46-A048-216C462840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9335B3D-A935-7941-BAFB-C7A98F057C47}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r>
              <a:rPr lang="de-DE" dirty="0"/>
              <a:t>FuE-Projekt Sommersemester 2026 | 30.09.2026</a:t>
            </a:r>
          </a:p>
        </p:txBody>
      </p: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58EC8B0F-9FE3-924D-BEE3-32BD1A41639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FBA120F4-9C32-9145-87E0-FF75165891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630DE8FB-031C-8B47-9B34-C2643B033B5A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91622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  <p15:guide id="3" pos="3545" userDrawn="1">
          <p15:clr>
            <a:srgbClr val="FBAE40"/>
          </p15:clr>
        </p15:guide>
        <p15:guide id="4" pos="1958" userDrawn="1">
          <p15:clr>
            <a:srgbClr val="FBAE40"/>
          </p15:clr>
        </p15:guide>
        <p15:guide id="9" pos="3704" userDrawn="1">
          <p15:clr>
            <a:srgbClr val="FBAE40"/>
          </p15:clr>
        </p15:guide>
        <p15:guide id="10" pos="1799" userDrawn="1">
          <p15:clr>
            <a:srgbClr val="FBAE40"/>
          </p15:clr>
        </p15:guide>
        <p15:guide id="11" pos="5292" userDrawn="1">
          <p15:clr>
            <a:srgbClr val="FBAE40"/>
          </p15:clr>
        </p15:guide>
        <p15:guide id="12" pos="5450" userDrawn="1">
          <p15:clr>
            <a:srgbClr val="FBAE40"/>
          </p15:clr>
        </p15:guide>
        <p15:guide id="13" orient="horz" pos="377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Organigramm 5 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B0D38BF-744C-2647-A960-B16C505A887C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5F8D2AB-3FDC-2345-99C7-291CBDCB285C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824E6A8-E759-6244-8A14-22EACE3B05AC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334962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3B3AD157-3097-B94B-8B4F-93D92D84DAD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4800" y="5886899"/>
            <a:ext cx="10608733" cy="9797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0AD0E32-CD37-B242-A293-35D876572343}"/>
              </a:ext>
            </a:extLst>
          </p:cNvPr>
          <p:cNvSpPr/>
          <p:nvPr userDrawn="1"/>
        </p:nvSpPr>
        <p:spPr>
          <a:xfrm>
            <a:off x="334960" y="-744620"/>
            <a:ext cx="1980000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ED4B0FFD-9D36-4E4C-996B-32AAEF3540FC}"/>
              </a:ext>
            </a:extLst>
          </p:cNvPr>
          <p:cNvSpPr/>
          <p:nvPr userDrawn="1"/>
        </p:nvSpPr>
        <p:spPr>
          <a:xfrm>
            <a:off x="2566988" y="-749506"/>
            <a:ext cx="1980000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E47BBFDB-6C37-7E43-8398-293C6D67AA98}"/>
              </a:ext>
            </a:extLst>
          </p:cNvPr>
          <p:cNvSpPr/>
          <p:nvPr userDrawn="1"/>
        </p:nvSpPr>
        <p:spPr>
          <a:xfrm>
            <a:off x="4806421" y="-751469"/>
            <a:ext cx="1980000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BCEC317E-12E9-EA45-A2D8-9A472B7A3B94}"/>
              </a:ext>
            </a:extLst>
          </p:cNvPr>
          <p:cNvSpPr/>
          <p:nvPr userDrawn="1"/>
        </p:nvSpPr>
        <p:spPr>
          <a:xfrm>
            <a:off x="7037387" y="-751469"/>
            <a:ext cx="1980000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1C6CBEE-1464-424E-BCF5-E682120A6AD1}"/>
              </a:ext>
            </a:extLst>
          </p:cNvPr>
          <p:cNvSpPr/>
          <p:nvPr userDrawn="1"/>
        </p:nvSpPr>
        <p:spPr>
          <a:xfrm>
            <a:off x="9264120" y="-744619"/>
            <a:ext cx="1980000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16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2CE312-C013-B944-847C-B7BC52DDF786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D09695DD-E40F-FD4A-8C91-617AB5806E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96A7003-49E0-2846-9672-C857D8C45E91}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r>
              <a:rPr lang="de-DE" dirty="0"/>
              <a:t>FuE-Projekt Sommersemester 2026 | 30.09.2026</a:t>
            </a:r>
          </a:p>
        </p:txBody>
      </p:sp>
      <p:sp>
        <p:nvSpPr>
          <p:cNvPr id="28" name="Textplatzhalter 2">
            <a:extLst>
              <a:ext uri="{FF2B5EF4-FFF2-40B4-BE49-F238E27FC236}">
                <a16:creationId xmlns:a16="http://schemas.microsoft.com/office/drawing/2014/main" id="{434AD662-A540-404E-9022-C1BE746588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3D9EAD9D-E600-2044-9062-B1FE5C0CD9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30" name="Bildplatzhalter 4">
            <a:extLst>
              <a:ext uri="{FF2B5EF4-FFF2-40B4-BE49-F238E27FC236}">
                <a16:creationId xmlns:a16="http://schemas.microsoft.com/office/drawing/2014/main" id="{0874B803-122E-8343-8DC2-6DC5DA76A20B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2498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  <p15:guide id="3" pos="2865" userDrawn="1">
          <p15:clr>
            <a:srgbClr val="FBAE40"/>
          </p15:clr>
        </p15:guide>
        <p15:guide id="4" pos="1617" userDrawn="1">
          <p15:clr>
            <a:srgbClr val="FBAE40"/>
          </p15:clr>
        </p15:guide>
        <p15:guide id="9" pos="4271" userDrawn="1">
          <p15:clr>
            <a:srgbClr val="FBAE40"/>
          </p15:clr>
        </p15:guide>
        <p15:guide id="10" pos="1459" userDrawn="1">
          <p15:clr>
            <a:srgbClr val="FBAE40"/>
          </p15:clr>
        </p15:guide>
        <p15:guide id="11" pos="5677" userDrawn="1">
          <p15:clr>
            <a:srgbClr val="FBAE40"/>
          </p15:clr>
        </p15:guide>
        <p15:guide id="12" pos="5836" userDrawn="1">
          <p15:clr>
            <a:srgbClr val="FBAE40"/>
          </p15:clr>
        </p15:guide>
        <p15:guide id="13" pos="3024" userDrawn="1">
          <p15:clr>
            <a:srgbClr val="FBAE40"/>
          </p15:clr>
        </p15:guide>
        <p15:guide id="14" pos="4430" userDrawn="1">
          <p15:clr>
            <a:srgbClr val="FBAE40"/>
          </p15:clr>
        </p15:guide>
        <p15:guide id="15" orient="horz" pos="377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Headline +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feld 10">
            <a:extLst>
              <a:ext uri="{FF2B5EF4-FFF2-40B4-BE49-F238E27FC236}">
                <a16:creationId xmlns:a16="http://schemas.microsoft.com/office/drawing/2014/main" id="{FA7170FA-0038-7C4E-A4FB-C173887BFA2E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2" name="Diagrammplatzhalter 2">
            <a:extLst>
              <a:ext uri="{FF2B5EF4-FFF2-40B4-BE49-F238E27FC236}">
                <a16:creationId xmlns:a16="http://schemas.microsoft.com/office/drawing/2014/main" id="{42095016-343E-9F41-9667-439DBD5A4FE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34799" y="1206000"/>
            <a:ext cx="10908000" cy="45994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0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A17D5FD-3098-BE4A-BC03-5C5E4757314B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5FE3E8C-A0FB-E642-875B-D21B77EE2E67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42EDB2F-DB65-1848-A88B-75BF04491EBC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334962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7" name="Textplatzhalter 4">
            <a:extLst>
              <a:ext uri="{FF2B5EF4-FFF2-40B4-BE49-F238E27FC236}">
                <a16:creationId xmlns:a16="http://schemas.microsoft.com/office/drawing/2014/main" id="{7724FF67-4A9F-AA4F-BB06-B96E2E6C9E4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4800" y="5886899"/>
            <a:ext cx="10635267" cy="9797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77FC00-58D2-AC4E-A5AB-8C5A174521C7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EFEA509C-16C9-7F4E-A006-4B4A69FBAB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0179CD-2DFE-FE48-88FA-99A080006606}"/>
              </a:ext>
            </a:extLst>
          </p:cNvPr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r>
              <a:rPr lang="de-DE" dirty="0"/>
              <a:t>FuE-Projekt Sommersemester 2026 | 30.09.2026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69714213-985D-F049-AC24-0011BCAE29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62AFD8BD-1B68-074D-9599-F2383776A4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20" name="Bildplatzhalter 4">
            <a:extLst>
              <a:ext uri="{FF2B5EF4-FFF2-40B4-BE49-F238E27FC236}">
                <a16:creationId xmlns:a16="http://schemas.microsoft.com/office/drawing/2014/main" id="{86B49C55-F108-3C42-B547-CC4E75AAC7BF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96982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  <p15:guide id="3" orient="horz" pos="377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1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CA76EEEE-53F6-9642-B1ED-C868DA1F345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34800" y="1206001"/>
            <a:ext cx="11520000" cy="45994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/>
          <a:lstStyle>
            <a:lvl1pPr marL="0" indent="0">
              <a:buFontTx/>
              <a:buNone/>
              <a:defRPr sz="20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50F89A5-3C39-F749-B805-46E3C20CDDD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34962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885C8D8-7D67-274F-AD1B-6EB7E2AD03FE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FD4C86A-1273-9243-B646-482137D81FC4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F54E956C-C25B-424C-A798-CFAB5A0744C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800" y="5886899"/>
            <a:ext cx="10608733" cy="972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CC11AC0-5E95-6446-A63C-B54CF66E1A7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C964A4A2-ACC1-3A4D-B3DF-04B8BE3230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9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3B06E7E-E9A1-9840-A9E1-79686DE197B3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r>
              <a:rPr lang="de-DE" dirty="0"/>
              <a:t>FuE-Projekt Sommersemester 2026 | 30.09.2026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5CEB99C0-EF74-E74F-B415-AC2BCEF5C1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C1C382A7-D6AD-AB42-8366-09637EA67B7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2CB2A227-4716-6A4A-8272-F88DB2FFFBE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7756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  <p15:guide id="3" orient="horz" pos="377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5">
            <a:extLst>
              <a:ext uri="{FF2B5EF4-FFF2-40B4-BE49-F238E27FC236}">
                <a16:creationId xmlns:a16="http://schemas.microsoft.com/office/drawing/2014/main" id="{35C83EAB-0D4D-FF4D-BD7D-83582A1D3C0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34962" y="864000"/>
            <a:ext cx="5617105" cy="460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/>
          <a:lstStyle>
            <a:lvl1pPr marL="0" indent="0">
              <a:buFontTx/>
              <a:buNone/>
              <a:defRPr sz="20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DE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1" name="Bildplatzhalter 5">
            <a:extLst>
              <a:ext uri="{FF2B5EF4-FFF2-40B4-BE49-F238E27FC236}">
                <a16:creationId xmlns:a16="http://schemas.microsoft.com/office/drawing/2014/main" id="{562226A8-783C-944D-805D-729AE9D7328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39933" y="864000"/>
            <a:ext cx="5617105" cy="460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/>
          <a:lstStyle>
            <a:lvl1pPr marL="0" indent="0">
              <a:buFontTx/>
              <a:buNone/>
              <a:defRPr sz="20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Bild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895EFD5-E76A-D946-BC26-AD901858F22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334962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C0CF17D-51BF-164A-AC97-07E21B06BA05}"/>
              </a:ext>
            </a:extLst>
          </p:cNvPr>
          <p:cNvSpPr txBox="1"/>
          <p:nvPr userDrawn="1"/>
        </p:nvSpPr>
        <p:spPr>
          <a:xfrm>
            <a:off x="6227051" y="-26396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Linker Bildrand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31F91C5D-F634-9644-87D6-699DB093E3DE}"/>
              </a:ext>
            </a:extLst>
          </p:cNvPr>
          <p:cNvSpPr txBox="1"/>
          <p:nvPr userDrawn="1"/>
        </p:nvSpPr>
        <p:spPr>
          <a:xfrm>
            <a:off x="4148529" y="-263968"/>
            <a:ext cx="181555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r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Rechter Bildrand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B5C2419-4BDD-B44C-B359-47312BEFFA19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BCDA3237-D4E2-544E-B93D-836F94639626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23" name="Textplatzhalter 4">
            <a:extLst>
              <a:ext uri="{FF2B5EF4-FFF2-40B4-BE49-F238E27FC236}">
                <a16:creationId xmlns:a16="http://schemas.microsoft.com/office/drawing/2014/main" id="{54E92864-A0E0-314A-8C49-29B1171014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39934" y="5886899"/>
            <a:ext cx="4751917" cy="972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24" name="Textplatzhalter 4">
            <a:extLst>
              <a:ext uri="{FF2B5EF4-FFF2-40B4-BE49-F238E27FC236}">
                <a16:creationId xmlns:a16="http://schemas.microsoft.com/office/drawing/2014/main" id="{88AA7485-A9F3-004C-AE34-E8AC9C45BF7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800" y="5886899"/>
            <a:ext cx="5580964" cy="9797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013B5A4-26D9-8740-ACBB-09F01B228133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37AB9DCE-9E10-3E4C-857C-B8C27D76AE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39B1BBC-665F-AF4B-8F72-7AB1B40FEBE5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r>
              <a:rPr lang="de-DE" dirty="0"/>
              <a:t>FuE-Projekt Sommersemester 2026 | 30.09.2026</a:t>
            </a:r>
          </a:p>
        </p:txBody>
      </p:sp>
      <p:sp>
        <p:nvSpPr>
          <p:cNvPr id="19" name="Textplatzhalter 2">
            <a:extLst>
              <a:ext uri="{FF2B5EF4-FFF2-40B4-BE49-F238E27FC236}">
                <a16:creationId xmlns:a16="http://schemas.microsoft.com/office/drawing/2014/main" id="{110A617E-8FCC-244D-8AD5-BF151B15A75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AB143B38-D55C-EA4D-B6F2-C2894CCA34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7C1D262-E95A-0065-C749-40B46F05450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246244" y="5389045"/>
            <a:ext cx="664522" cy="109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2663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931" userDrawn="1">
          <p15:clr>
            <a:srgbClr val="FBAE40"/>
          </p15:clr>
        </p15:guide>
        <p15:guide id="6" pos="3749" userDrawn="1">
          <p15:clr>
            <a:srgbClr val="FBAE40"/>
          </p15:clr>
        </p15:guide>
        <p15:guide id="7" orient="horz" pos="754" userDrawn="1">
          <p15:clr>
            <a:srgbClr val="FBAE40"/>
          </p15:clr>
        </p15:guide>
        <p15:guide id="8" orient="horz" pos="187" userDrawn="1">
          <p15:clr>
            <a:srgbClr val="FBAE40"/>
          </p15:clr>
        </p15:guide>
        <p15:guide id="9" orient="horz" pos="377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Text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2" name="Bildplatzhalter 5">
            <a:extLst>
              <a:ext uri="{FF2B5EF4-FFF2-40B4-BE49-F238E27FC236}">
                <a16:creationId xmlns:a16="http://schemas.microsoft.com/office/drawing/2014/main" id="{17EFA53D-6FD1-6F45-B98B-1BBDAA8A36B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39934" y="1205999"/>
            <a:ext cx="5617104" cy="460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/>
          <a:lstStyle>
            <a:lvl1pPr marL="0" indent="0">
              <a:buFontTx/>
              <a:buNone/>
              <a:defRPr sz="20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1F7B6FB-B0F6-3341-BCCD-5EA90FA3330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334962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5CC2644F-FCE1-1048-B810-F35855B30C08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09A680A6-80A5-3A40-89EC-AFFBA5113207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5FEA65F3-E022-8A40-99FF-39D64B823CCE}"/>
              </a:ext>
            </a:extLst>
          </p:cNvPr>
          <p:cNvSpPr txBox="1"/>
          <p:nvPr userDrawn="1"/>
        </p:nvSpPr>
        <p:spPr>
          <a:xfrm>
            <a:off x="6227051" y="-26396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Linker Bildrand</a:t>
            </a:r>
          </a:p>
        </p:txBody>
      </p:sp>
      <p:sp>
        <p:nvSpPr>
          <p:cNvPr id="19" name="Textplatzhalter 4">
            <a:extLst>
              <a:ext uri="{FF2B5EF4-FFF2-40B4-BE49-F238E27FC236}">
                <a16:creationId xmlns:a16="http://schemas.microsoft.com/office/drawing/2014/main" id="{47C19FD3-313A-D64E-9440-4A82499E3D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39934" y="5886000"/>
            <a:ext cx="4796724" cy="972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EB2B3229-4766-F845-8CCB-5DC95F2708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1206000"/>
            <a:ext cx="5617106" cy="4608513"/>
          </a:xfrm>
          <a:prstGeom prst="rect">
            <a:avLst/>
          </a:prstGeom>
        </p:spPr>
        <p:txBody>
          <a:bodyPr lIns="0" tIns="0" rIns="0" bIns="0" numCol="1" spcCol="720000"/>
          <a:lstStyle>
            <a:lvl1pPr marL="0" indent="0">
              <a:lnSpc>
                <a:spcPts val="2100"/>
              </a:lnSpc>
              <a:spcBef>
                <a:spcPts val="1350"/>
              </a:spcBef>
              <a:spcAft>
                <a:spcPts val="0"/>
              </a:spcAft>
              <a:buSzPct val="90000"/>
              <a:buFontTx/>
              <a:buNone/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52000" indent="-252000">
              <a:lnSpc>
                <a:spcPts val="2250"/>
              </a:lnSpc>
              <a:spcBef>
                <a:spcPts val="350"/>
              </a:spcBef>
              <a:spcAft>
                <a:spcPts val="200"/>
              </a:spcAft>
              <a:buFontTx/>
              <a:buBlip>
                <a:blip r:embed="rId2"/>
              </a:buBlip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04000" indent="-252000">
              <a:lnSpc>
                <a:spcPts val="2250"/>
              </a:lnSpc>
              <a:spcBef>
                <a:spcPts val="350"/>
              </a:spcBef>
              <a:spcAft>
                <a:spcPts val="0"/>
              </a:spcAft>
              <a:buSzPct val="100000"/>
              <a:buFontTx/>
              <a:buBlip>
                <a:blip r:embed="rId2"/>
              </a:buBlip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504000" indent="-234000">
              <a:lnSpc>
                <a:spcPts val="2250"/>
              </a:lnSpc>
              <a:spcBef>
                <a:spcPts val="350"/>
              </a:spcBef>
              <a:spcAft>
                <a:spcPts val="0"/>
              </a:spcAft>
              <a:buSzPct val="90000"/>
              <a:buFont typeface="Arial" pitchFamily="2" charset="2"/>
              <a:buChar char="-"/>
              <a:defRPr sz="18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504000" indent="0">
              <a:lnSpc>
                <a:spcPts val="1800"/>
              </a:lnSpc>
              <a:spcBef>
                <a:spcPts val="350"/>
              </a:spcBef>
              <a:spcAft>
                <a:spcPts val="0"/>
              </a:spcAft>
              <a:buNone/>
              <a:defRPr sz="1452"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de-DE"/>
              <a:t>Mastertextformat bearbeiten 18pt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18pt</a:t>
            </a:r>
          </a:p>
          <a:p>
            <a:pPr lvl="3"/>
            <a:r>
              <a:rPr lang="de-DE"/>
              <a:t>Vierte Ebene 18pt</a:t>
            </a:r>
          </a:p>
          <a:p>
            <a:pPr lvl="4"/>
            <a:r>
              <a:rPr lang="de-DE"/>
              <a:t>Fünfte Ebene 14,5pt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CB36594-3440-4A40-8496-8A327EE58A6B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3E86A0B5-4B53-424B-84C2-14958884B1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</a:blip>
          <a:srcRect/>
          <a:stretch/>
        </p:blipFill>
        <p:spPr>
          <a:xfrm>
            <a:off x="12521184" y="7129"/>
            <a:ext cx="12191999" cy="6843741"/>
          </a:xfrm>
          <a:prstGeom prst="rect">
            <a:avLst/>
          </a:prstGeom>
        </p:spPr>
      </p:pic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3D1ADDF-8F4C-BC48-B65C-59B0BEC4AA8D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r>
              <a:rPr lang="de-DE" dirty="0"/>
              <a:t>FuE-Projekt Sommersemester 2026 | 30.09.2026</a:t>
            </a:r>
          </a:p>
        </p:txBody>
      </p:sp>
      <p:sp>
        <p:nvSpPr>
          <p:cNvPr id="16" name="Textplatzhalter 2">
            <a:extLst>
              <a:ext uri="{FF2B5EF4-FFF2-40B4-BE49-F238E27FC236}">
                <a16:creationId xmlns:a16="http://schemas.microsoft.com/office/drawing/2014/main" id="{2E6B334F-49E0-7249-9A77-6189C78F5C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03A27012-D968-1444-9A3B-CE30153629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19331F61-C3A5-8FDF-5395-CA528D43D61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46244" y="5389045"/>
            <a:ext cx="664522" cy="109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848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931" userDrawn="1">
          <p15:clr>
            <a:srgbClr val="FBAE40"/>
          </p15:clr>
        </p15:guide>
        <p15:guide id="6" pos="3749" userDrawn="1">
          <p15:clr>
            <a:srgbClr val="FBAE40"/>
          </p15:clr>
        </p15:guide>
        <p15:guide id="7" orient="horz" pos="754" userDrawn="1">
          <p15:clr>
            <a:srgbClr val="FBAE40"/>
          </p15:clr>
        </p15:guide>
        <p15:guide id="8" orient="horz" pos="187" userDrawn="1">
          <p15:clr>
            <a:srgbClr val="FBAE40"/>
          </p15:clr>
        </p15:guide>
        <p15:guide id="10" orient="horz" pos="377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Text klein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2" name="Bildplatzhalter 5">
            <a:extLst>
              <a:ext uri="{FF2B5EF4-FFF2-40B4-BE49-F238E27FC236}">
                <a16:creationId xmlns:a16="http://schemas.microsoft.com/office/drawing/2014/main" id="{17EFA53D-6FD1-6F45-B98B-1BBDAA8A36B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39934" y="1206000"/>
            <a:ext cx="5617104" cy="45994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/>
          <a:lstStyle>
            <a:lvl1pPr marL="0" indent="0">
              <a:buFontTx/>
              <a:buNone/>
              <a:defRPr sz="20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2130442-AFCC-A34B-846F-B4148DBD901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334962" y="6429600"/>
            <a:ext cx="2742936" cy="97976"/>
          </a:xfrm>
          <a:prstGeom prst="rect">
            <a:avLst/>
          </a:prstGeom>
        </p:spPr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5A3B40C-54E9-AB4D-8AC7-E38CD18B5B70}"/>
              </a:ext>
            </a:extLst>
          </p:cNvPr>
          <p:cNvSpPr txBox="1"/>
          <p:nvPr userDrawn="1"/>
        </p:nvSpPr>
        <p:spPr>
          <a:xfrm>
            <a:off x="6227051" y="-26396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Linker Bildrand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B671DC39-E545-5E4C-B503-4F1AA64CC520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370F38C7-64DE-D04A-B7C6-B8A2D35BC9D5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22" name="Textplatzhalter 4">
            <a:extLst>
              <a:ext uri="{FF2B5EF4-FFF2-40B4-BE49-F238E27FC236}">
                <a16:creationId xmlns:a16="http://schemas.microsoft.com/office/drawing/2014/main" id="{E7E246A2-CC15-8343-93B1-CFDABB587BD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39934" y="5885299"/>
            <a:ext cx="4751917" cy="972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21" name="Textplatzhalter 2" descr="te " title="text">
            <a:extLst>
              <a:ext uri="{FF2B5EF4-FFF2-40B4-BE49-F238E27FC236}">
                <a16:creationId xmlns:a16="http://schemas.microsoft.com/office/drawing/2014/main" id="{CAAED048-28A8-8940-B7A5-3D4D92B767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1206001"/>
            <a:ext cx="5617106" cy="4599488"/>
          </a:xfrm>
          <a:prstGeom prst="rect">
            <a:avLst/>
          </a:prstGeom>
        </p:spPr>
        <p:txBody>
          <a:bodyPr lIns="0" tIns="0" rIns="0" bIns="0" numCol="1" spcCol="360000"/>
          <a:lstStyle>
            <a:lvl1pPr marL="0" indent="0">
              <a:lnSpc>
                <a:spcPts val="1700"/>
              </a:lnSpc>
              <a:spcBef>
                <a:spcPts val="1200"/>
              </a:spcBef>
              <a:spcAft>
                <a:spcPts val="0"/>
              </a:spcAft>
              <a:buSzPct val="90000"/>
              <a:buFontTx/>
              <a:buNone/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52000" indent="-252000">
              <a:lnSpc>
                <a:spcPts val="1800"/>
              </a:lnSpc>
              <a:spcBef>
                <a:spcPts val="350"/>
              </a:spcBef>
              <a:spcAft>
                <a:spcPts val="200"/>
              </a:spcAft>
              <a:buFontTx/>
              <a:buBlip>
                <a:blip r:embed="rId2"/>
              </a:buBlip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04000" indent="-252000">
              <a:lnSpc>
                <a:spcPts val="1800"/>
              </a:lnSpc>
              <a:spcBef>
                <a:spcPts val="350"/>
              </a:spcBef>
              <a:spcAft>
                <a:spcPts val="0"/>
              </a:spcAft>
              <a:buFontTx/>
              <a:buBlip>
                <a:blip r:embed="rId2"/>
              </a:buBlip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504000" indent="-234000">
              <a:lnSpc>
                <a:spcPts val="1800"/>
              </a:lnSpc>
              <a:spcBef>
                <a:spcPts val="350"/>
              </a:spcBef>
              <a:spcAft>
                <a:spcPts val="0"/>
              </a:spcAft>
              <a:buSzPct val="90000"/>
              <a:buFont typeface="Arial" pitchFamily="2" charset="2"/>
              <a:buChar char="-"/>
              <a:defRPr sz="1452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504000" indent="0">
              <a:lnSpc>
                <a:spcPts val="1800"/>
              </a:lnSpc>
              <a:spcBef>
                <a:spcPts val="500"/>
              </a:spcBef>
              <a:spcAft>
                <a:spcPts val="0"/>
              </a:spcAft>
              <a:buNone/>
              <a:defRPr sz="1450" b="0" i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de-DE"/>
              <a:t>Mastertextformat bearbeiten 14,5pt</a:t>
            </a:r>
          </a:p>
          <a:p>
            <a:pPr lvl="1"/>
            <a:r>
              <a:rPr lang="de-DE"/>
              <a:t>Zweite Ebene 14,5pt</a:t>
            </a:r>
          </a:p>
          <a:p>
            <a:pPr lvl="2"/>
            <a:r>
              <a:rPr lang="de-DE"/>
              <a:t>Dritte Ebene 14,5pt</a:t>
            </a:r>
          </a:p>
          <a:p>
            <a:pPr lvl="3"/>
            <a:r>
              <a:rPr lang="de-DE"/>
              <a:t>Vierte Ebene 14,5pt</a:t>
            </a:r>
          </a:p>
          <a:p>
            <a:pPr lvl="4"/>
            <a:r>
              <a:rPr lang="de-DE"/>
              <a:t>Fünfte Ebene 14,5pt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431D2AF-8FEB-7841-B7CE-8E7D120E0BD5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47B87EDE-89CA-8D42-9DC8-E7B7769EDC6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</a:blip>
          <a:srcRect/>
          <a:stretch/>
        </p:blipFill>
        <p:spPr>
          <a:xfrm>
            <a:off x="12521185" y="7129"/>
            <a:ext cx="12191997" cy="6843741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F268177-AE4A-684B-8FE0-98F4DB068EC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r>
              <a:rPr lang="de-DE"/>
              <a:t>20. Januar 2021</a:t>
            </a:r>
            <a:endParaRPr lang="de-DE" sz="1000"/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70E987E8-E4E5-1C47-B903-44A3B86ED49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486D69A4-9E2A-FB4E-8DF6-21FBA62915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F18CA808-2419-8B08-FCF6-E5D4AC5D490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46244" y="5389045"/>
            <a:ext cx="664522" cy="109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503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931" userDrawn="1">
          <p15:clr>
            <a:srgbClr val="FBAE40"/>
          </p15:clr>
        </p15:guide>
        <p15:guide id="6" pos="3749" userDrawn="1">
          <p15:clr>
            <a:srgbClr val="FBAE40"/>
          </p15:clr>
        </p15:guide>
        <p15:guide id="7" orient="horz" pos="754" userDrawn="1">
          <p15:clr>
            <a:srgbClr val="FBAE40"/>
          </p15:clr>
        </p15:guide>
        <p15:guide id="8" orient="horz" pos="187" userDrawn="1">
          <p15:clr>
            <a:srgbClr val="FBAE40"/>
          </p15:clr>
        </p15:guide>
        <p15:guide id="9" orient="horz" pos="377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1 Bild Voll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7" name="Bildplatzhalter 5">
            <a:extLst>
              <a:ext uri="{FF2B5EF4-FFF2-40B4-BE49-F238E27FC236}">
                <a16:creationId xmlns:a16="http://schemas.microsoft.com/office/drawing/2014/main" id="{CC0E7EA5-5642-534B-A54D-23A7A42F66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8054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FontTx/>
              <a:buNone/>
              <a:defRPr sz="200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Bild Vollformat</a:t>
            </a:r>
          </a:p>
        </p:txBody>
      </p:sp>
      <p:sp>
        <p:nvSpPr>
          <p:cNvPr id="8" name="Textplatzhalter 4">
            <a:extLst>
              <a:ext uri="{FF2B5EF4-FFF2-40B4-BE49-F238E27FC236}">
                <a16:creationId xmlns:a16="http://schemas.microsoft.com/office/drawing/2014/main" id="{9ED79333-D2FE-4149-A558-6ACD9C9F39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4800" y="5886899"/>
            <a:ext cx="10608733" cy="9797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77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/>
              <a:t>Hier kommt die Quelle/Legende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B3E935-DC8B-EE4A-A835-A6B75AB07EE4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r>
              <a:rPr lang="de-DE" dirty="0"/>
              <a:t>FuE-Projekt Sommersemester 2026 | 30.09.2026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4284B28-82C0-7D4A-B3DD-7BF6E2000D6C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A291B1AC-EAF4-764A-B143-A5E022AB5170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0E61C0F-3B73-384B-8065-6D982FD45D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48C0BA75-FEC2-B143-96A7-7F0A36612E7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08CB54A-796D-8146-ADB4-80A2698D93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2533858" y="7129"/>
            <a:ext cx="12166650" cy="684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951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7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Video voll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B7D610AA-3D36-484D-8F57-7B53FF0FF4D4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45547AE-9F51-BC4D-A0C3-AB4FB54A3F3B}"/>
              </a:ext>
            </a:extLst>
          </p:cNvPr>
          <p:cNvSpPr txBox="1"/>
          <p:nvPr userDrawn="1"/>
        </p:nvSpPr>
        <p:spPr>
          <a:xfrm>
            <a:off x="1226976" y="972102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370" err="1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442C040-18F3-0C47-AAF2-E2091A982E69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D001DC8-3FA9-D845-9FBD-B5FBD14A6F2F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7" name="Medienplatzhalter 6">
            <a:extLst>
              <a:ext uri="{FF2B5EF4-FFF2-40B4-BE49-F238E27FC236}">
                <a16:creationId xmlns:a16="http://schemas.microsoft.com/office/drawing/2014/main" id="{33974690-2F6E-0244-AD72-14E5E6162FC5}"/>
              </a:ext>
            </a:extLst>
          </p:cNvPr>
          <p:cNvSpPr>
            <a:spLocks noGrp="1"/>
          </p:cNvSpPr>
          <p:nvPr>
            <p:ph type="media" sz="quarter" idx="29"/>
          </p:nvPr>
        </p:nvSpPr>
        <p:spPr>
          <a:xfrm>
            <a:off x="0" y="7129"/>
            <a:ext cx="12192000" cy="6843741"/>
          </a:xfrm>
          <a:prstGeom prst="rect">
            <a:avLst/>
          </a:prstGeom>
        </p:spPr>
        <p:txBody>
          <a:bodyPr/>
          <a:lstStyle>
            <a:lvl1pPr>
              <a:buNone/>
              <a:defRPr sz="2000"/>
            </a:lvl1pPr>
          </a:lstStyle>
          <a:p>
            <a:endParaRPr lang="de-DE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C143E493-6FF6-CA40-BAA4-1659EEE48D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rcRect/>
          <a:stretch/>
        </p:blipFill>
        <p:spPr>
          <a:xfrm>
            <a:off x="12521185" y="7129"/>
            <a:ext cx="12191997" cy="6843741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3CD7396E-618B-1D42-9491-D3E42AB8C86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21F34162-D4E3-FD41-8C92-098D0E9599D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382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>
          <p15:clr>
            <a:srgbClr val="FBAE40"/>
          </p15:clr>
        </p15:guide>
        <p15:guide id="2" pos="3545">
          <p15:clr>
            <a:srgbClr val="FBAE40"/>
          </p15:clr>
        </p15:guide>
        <p15:guide id="3" orient="horz" pos="754">
          <p15:clr>
            <a:srgbClr val="FBAE40"/>
          </p15:clr>
        </p15:guide>
        <p15:guide id="4" orient="horz" pos="187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Video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B7D610AA-3D36-484D-8F57-7B53FF0FF4D4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45547AE-9F51-BC4D-A0C3-AB4FB54A3F3B}"/>
              </a:ext>
            </a:extLst>
          </p:cNvPr>
          <p:cNvSpPr txBox="1"/>
          <p:nvPr userDrawn="1"/>
        </p:nvSpPr>
        <p:spPr>
          <a:xfrm>
            <a:off x="1226976" y="972102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370" err="1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442C040-18F3-0C47-AAF2-E2091A982E69}"/>
              </a:ext>
            </a:extLst>
          </p:cNvPr>
          <p:cNvSpPr txBox="1"/>
          <p:nvPr userDrawn="1"/>
        </p:nvSpPr>
        <p:spPr>
          <a:xfrm>
            <a:off x="-2356645" y="264266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Headline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D001DC8-3FA9-D845-9FBD-B5FBD14A6F2F}"/>
              </a:ext>
            </a:extLst>
          </p:cNvPr>
          <p:cNvSpPr txBox="1"/>
          <p:nvPr userDrawn="1"/>
        </p:nvSpPr>
        <p:spPr>
          <a:xfrm>
            <a:off x="-2356645" y="114995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Inhalt</a:t>
            </a:r>
          </a:p>
        </p:txBody>
      </p:sp>
      <p:sp>
        <p:nvSpPr>
          <p:cNvPr id="7" name="Medienplatzhalter 6">
            <a:extLst>
              <a:ext uri="{FF2B5EF4-FFF2-40B4-BE49-F238E27FC236}">
                <a16:creationId xmlns:a16="http://schemas.microsoft.com/office/drawing/2014/main" id="{33974690-2F6E-0244-AD72-14E5E6162FC5}"/>
              </a:ext>
            </a:extLst>
          </p:cNvPr>
          <p:cNvSpPr>
            <a:spLocks noGrp="1"/>
          </p:cNvSpPr>
          <p:nvPr>
            <p:ph type="media" sz="quarter" idx="29"/>
          </p:nvPr>
        </p:nvSpPr>
        <p:spPr>
          <a:xfrm>
            <a:off x="334963" y="1196975"/>
            <a:ext cx="10909300" cy="4608513"/>
          </a:xfrm>
          <a:prstGeom prst="rect">
            <a:avLst/>
          </a:prstGeom>
        </p:spPr>
        <p:txBody>
          <a:bodyPr/>
          <a:lstStyle>
            <a:lvl1pPr>
              <a:buNone/>
              <a:defRPr sz="20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FADD80C-69BF-394C-8E09-B1E69D9AF17E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r>
              <a:rPr lang="de-DE" dirty="0"/>
              <a:t>FuE-Projekt Sommersemester 2026 | 30.09.2026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EE67E46-D097-D54C-821F-7C2BC5595539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8DFF2F0-219B-604D-8A04-4A0A5184148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E4E504BD-D8EC-5C4C-B753-4E75542C93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2" y="306002"/>
            <a:ext cx="10909301" cy="890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3000"/>
              </a:lnSpc>
              <a:buNone/>
              <a:defRPr sz="3200" spc="-2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indent="0">
              <a:lnSpc>
                <a:spcPts val="1600"/>
              </a:lnSpc>
              <a:spcBef>
                <a:spcPts val="500"/>
              </a:spcBef>
              <a:buNone/>
              <a:defRPr sz="1800" b="0" i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0" indent="0">
              <a:lnSpc>
                <a:spcPts val="1400"/>
              </a:lnSpc>
              <a:spcBef>
                <a:spcPts val="500"/>
              </a:spcBef>
              <a:buNone/>
              <a:defRPr sz="1450" b="0" i="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de-DE"/>
              <a:t>Mastertextformat bearbeiten 32pt / ZA 30pt</a:t>
            </a:r>
          </a:p>
          <a:p>
            <a:pPr lvl="1"/>
            <a:r>
              <a:rPr lang="de-DE"/>
              <a:t>Zweite Ebene 18pt</a:t>
            </a:r>
          </a:p>
          <a:p>
            <a:pPr lvl="2"/>
            <a:r>
              <a:rPr lang="de-DE"/>
              <a:t>Dritte Ebene 14,5pt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91032B5D-DEF2-5F42-8B82-27D1F1CF1F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244769" y="299812"/>
            <a:ext cx="665997" cy="448986"/>
          </a:xfrm>
          <a:prstGeom prst="rect">
            <a:avLst/>
          </a:prstGeom>
        </p:spPr>
      </p:pic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B6F7CC5-BB04-744D-AC90-D1C2F3CD661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244768" y="5470338"/>
            <a:ext cx="666000" cy="10908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="0" i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endParaRPr lang="de-DE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D3370869-6FB1-0545-9436-445EB7325B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</a:blip>
          <a:srcRect/>
          <a:stretch/>
        </p:blipFill>
        <p:spPr>
          <a:xfrm>
            <a:off x="12521185" y="7129"/>
            <a:ext cx="12191997" cy="6843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526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7">
          <p15:clr>
            <a:srgbClr val="FBAE40"/>
          </p15:clr>
        </p15:guide>
        <p15:guide id="2" pos="3545">
          <p15:clr>
            <a:srgbClr val="FBAE40"/>
          </p15:clr>
        </p15:guide>
        <p15:guide id="3" orient="horz" pos="754">
          <p15:clr>
            <a:srgbClr val="FBAE40"/>
          </p15:clr>
        </p15:guide>
        <p15:guide id="4" orient="horz" pos="187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Präsentation // ENDE_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8">
            <a:extLst>
              <a:ext uri="{FF2B5EF4-FFF2-40B4-BE49-F238E27FC236}">
                <a16:creationId xmlns:a16="http://schemas.microsoft.com/office/drawing/2014/main" id="{151CC415-D610-164F-8212-19D930A4FE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878014"/>
            <a:ext cx="12192000" cy="49799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/>
          <a:lstStyle>
            <a:lvl1pPr marL="0" indent="0">
              <a:buFontTx/>
              <a:buNone/>
              <a:defRPr sz="2000"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de-DE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F3E5D8AC-DBDD-8042-8A9E-253E12704B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85222" y="399917"/>
            <a:ext cx="1734897" cy="880228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A9BEB07F-910E-0E46-BDFE-125F07CADA4E}"/>
              </a:ext>
            </a:extLst>
          </p:cNvPr>
          <p:cNvSpPr txBox="1"/>
          <p:nvPr userDrawn="1"/>
        </p:nvSpPr>
        <p:spPr>
          <a:xfrm>
            <a:off x="13390384" y="3850088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9" name="Textplatzhalter 5">
            <a:extLst>
              <a:ext uri="{FF2B5EF4-FFF2-40B4-BE49-F238E27FC236}">
                <a16:creationId xmlns:a16="http://schemas.microsoft.com/office/drawing/2014/main" id="{A73AD921-16F2-3B46-9FDD-5415DE1C05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800" y="6385020"/>
            <a:ext cx="9013364" cy="284888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320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err="1"/>
              <a:t>www.h-ka.de</a:t>
            </a:r>
            <a:endParaRPr lang="de-DE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AF26BDA-907D-2E47-B1CD-6C22CA6027FD}"/>
              </a:ext>
            </a:extLst>
          </p:cNvPr>
          <p:cNvSpPr txBox="1"/>
          <p:nvPr userDrawn="1"/>
        </p:nvSpPr>
        <p:spPr>
          <a:xfrm>
            <a:off x="-2356645" y="1822490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Bild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08575FA1-3AA5-F649-816C-2E0662725254}"/>
              </a:ext>
            </a:extLst>
          </p:cNvPr>
          <p:cNvSpPr txBox="1"/>
          <p:nvPr userDrawn="1"/>
        </p:nvSpPr>
        <p:spPr>
          <a:xfrm>
            <a:off x="-2356646" y="6527464"/>
            <a:ext cx="1915971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Unterkante Domain/sonstige Info</a:t>
            </a:r>
          </a:p>
        </p:txBody>
      </p:sp>
      <p:sp>
        <p:nvSpPr>
          <p:cNvPr id="21" name="Bildplatzhalter 3">
            <a:extLst>
              <a:ext uri="{FF2B5EF4-FFF2-40B4-BE49-F238E27FC236}">
                <a16:creationId xmlns:a16="http://schemas.microsoft.com/office/drawing/2014/main" id="{A0983EF8-6907-9B4B-9370-19CC69B038E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663200" y="1198800"/>
            <a:ext cx="1319153" cy="222568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aseline="0">
                <a:solidFill>
                  <a:schemeClr val="bg1"/>
                </a:solidFill>
              </a:defRPr>
            </a:lvl1pPr>
          </a:lstStyle>
          <a:p>
            <a:endParaRPr lang="de-DE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2873CCAF-E7C6-2047-9734-90C61A6AEC8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</a:blip>
          <a:srcRect/>
          <a:stretch/>
        </p:blipFill>
        <p:spPr>
          <a:xfrm>
            <a:off x="12521185" y="7129"/>
            <a:ext cx="12191997" cy="6843741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07941B59-A3C9-3D41-BCD5-6E217D5D94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663200" y="295200"/>
            <a:ext cx="1356360" cy="9144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360A417A-6251-5F4A-B9DF-8CD21F0B17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34965" y="296864"/>
            <a:ext cx="1737356" cy="96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8103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MT_Präsentation // ENDE_V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feld 39">
            <a:extLst>
              <a:ext uri="{FF2B5EF4-FFF2-40B4-BE49-F238E27FC236}">
                <a16:creationId xmlns:a16="http://schemas.microsoft.com/office/drawing/2014/main" id="{B2417DED-3B99-4349-8BA5-D2109765036F}"/>
              </a:ext>
            </a:extLst>
          </p:cNvPr>
          <p:cNvSpPr txBox="1"/>
          <p:nvPr userDrawn="1"/>
        </p:nvSpPr>
        <p:spPr>
          <a:xfrm>
            <a:off x="13298216" y="3780960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E7EBA15-E6DE-9944-99E0-ABDB4E5D71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963" y="6372000"/>
            <a:ext cx="9013364" cy="284888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3200" baseline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de-DE" err="1"/>
              <a:t>www.h-ka.de</a:t>
            </a:r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A9BEB07F-910E-0E46-BDFE-125F07CADA4E}"/>
              </a:ext>
            </a:extLst>
          </p:cNvPr>
          <p:cNvSpPr txBox="1"/>
          <p:nvPr userDrawn="1"/>
        </p:nvSpPr>
        <p:spPr>
          <a:xfrm>
            <a:off x="13390384" y="3850088"/>
            <a:ext cx="0" cy="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rtlCol="0" anchor="b">
            <a:noAutofit/>
          </a:bodyPr>
          <a:lstStyle/>
          <a:p>
            <a:pPr algn="l"/>
            <a:endParaRPr lang="de-DE" sz="1540" err="1"/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AB5ACA4C-4F39-604A-9FE7-667DCEBC134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663200" y="1206000"/>
            <a:ext cx="1355294" cy="222568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47" r="47"/>
            </a:stretch>
          </a:blipFill>
        </p:spPr>
        <p:txBody>
          <a:bodyPr/>
          <a:lstStyle>
            <a:lvl1pPr marL="0" indent="0">
              <a:buNone/>
              <a:defRPr sz="100" baseline="0">
                <a:solidFill>
                  <a:srgbClr val="D72305"/>
                </a:solidFill>
              </a:defRPr>
            </a:lvl1pPr>
          </a:lstStyle>
          <a:p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5D27FEBF-F841-9845-B6A8-6D30973528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63200" y="302305"/>
            <a:ext cx="1356360" cy="9144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2231604B-8620-CA4A-AC7F-053FE140E4C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</a:blip>
          <a:srcRect/>
          <a:stretch/>
        </p:blipFill>
        <p:spPr>
          <a:xfrm>
            <a:off x="12521185" y="7129"/>
            <a:ext cx="12191997" cy="6843741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090F77C6-D65A-F143-9A41-DAF0395F2A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34965" y="296863"/>
            <a:ext cx="1737356" cy="96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1674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sv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286D881-C191-674F-A26E-410BBB8FC62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34965" y="296864"/>
            <a:ext cx="1737356" cy="967737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2A008FA-65D3-0E47-AEB5-37D11E17DB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663200" y="295200"/>
            <a:ext cx="135636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850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70" r:id="rId2"/>
    <p:sldLayoutId id="2147483825" r:id="rId3"/>
  </p:sldLayoutIdLst>
  <p:hf hdr="0"/>
  <p:txStyles>
    <p:titleStyle>
      <a:lvl1pPr algn="l" defTabSz="9144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3" indent="-228613" algn="l" defTabSz="9144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40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67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94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21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48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75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202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429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7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54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81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07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34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61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88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815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87" userDrawn="1">
          <p15:clr>
            <a:srgbClr val="F26B43"/>
          </p15:clr>
        </p15:guide>
        <p15:guide id="5" pos="211" userDrawn="1">
          <p15:clr>
            <a:srgbClr val="F26B43"/>
          </p15:clr>
        </p15:guide>
        <p15:guide id="6" pos="7469" userDrawn="1">
          <p15:clr>
            <a:srgbClr val="F26B43"/>
          </p15:clr>
        </p15:guide>
        <p15:guide id="7" pos="6289" userDrawn="1">
          <p15:clr>
            <a:srgbClr val="F26B43"/>
          </p15:clr>
        </p15:guide>
        <p15:guide id="10" pos="6440" userDrawn="1">
          <p15:clr>
            <a:srgbClr val="F26B43"/>
          </p15:clr>
        </p15:guide>
        <p15:guide id="11" orient="horz" pos="4042" userDrawn="1">
          <p15:clr>
            <a:srgbClr val="F26B43"/>
          </p15:clr>
        </p15:guide>
        <p15:guide id="12" orient="horz" pos="4197" userDrawn="1">
          <p15:clr>
            <a:srgbClr val="F26B43"/>
          </p15:clr>
        </p15:guide>
        <p15:guide id="14" orient="horz" pos="43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feld 19">
            <a:extLst>
              <a:ext uri="{FF2B5EF4-FFF2-40B4-BE49-F238E27FC236}">
                <a16:creationId xmlns:a16="http://schemas.microsoft.com/office/drawing/2014/main" id="{71B0FBC3-4352-044E-8291-90541ABE6965}"/>
              </a:ext>
            </a:extLst>
          </p:cNvPr>
          <p:cNvSpPr txBox="1"/>
          <p:nvPr userDrawn="1"/>
        </p:nvSpPr>
        <p:spPr>
          <a:xfrm>
            <a:off x="-2356645" y="6194089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Oberkante Navigation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E037490B-ECC9-B74B-97A2-DEB675E2D160}"/>
              </a:ext>
            </a:extLst>
          </p:cNvPr>
          <p:cNvSpPr txBox="1"/>
          <p:nvPr userDrawn="1"/>
        </p:nvSpPr>
        <p:spPr>
          <a:xfrm>
            <a:off x="-2356645" y="5657108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Unterkante Inhalt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5AB5AF7D-3C45-1849-B0BB-6B0935832BBC}"/>
              </a:ext>
            </a:extLst>
          </p:cNvPr>
          <p:cNvSpPr txBox="1"/>
          <p:nvPr userDrawn="1"/>
        </p:nvSpPr>
        <p:spPr>
          <a:xfrm>
            <a:off x="383118" y="6996029"/>
            <a:ext cx="1650503" cy="14838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de-DE" sz="726" b="0" i="0" baseline="0">
                <a:solidFill>
                  <a:schemeClr val="tx2">
                    <a:lumMod val="50000"/>
                  </a:schemeClr>
                </a:solidFill>
                <a:latin typeface="Calibri" panose="020F0502020204030204" pitchFamily="34" charset="0"/>
              </a:rPr>
              <a:t>Linke Kante Navigation</a:t>
            </a:r>
          </a:p>
        </p:txBody>
      </p:sp>
      <p:sp>
        <p:nvSpPr>
          <p:cNvPr id="8" name="Foliennummernplatzhalter 3">
            <a:extLst>
              <a:ext uri="{FF2B5EF4-FFF2-40B4-BE49-F238E27FC236}">
                <a16:creationId xmlns:a16="http://schemas.microsoft.com/office/drawing/2014/main" id="{E840325F-7756-0149-8183-117E8A6BED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34963" y="6431336"/>
            <a:ext cx="2742936" cy="979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13005BA2-ABF8-0A46-8B15-84F2660EFA6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1" name="Fußzeilenplatzhalter 1">
            <a:extLst>
              <a:ext uri="{FF2B5EF4-FFF2-40B4-BE49-F238E27FC236}">
                <a16:creationId xmlns:a16="http://schemas.microsoft.com/office/drawing/2014/main" id="{30392229-6F47-7741-914D-5DBE643205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3" y="6153519"/>
            <a:ext cx="10909299" cy="13894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839"/>
              </a:lnSpc>
              <a:defRPr sz="1000" baseline="0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/>
              <a:t>Hochschule Karlsruhe</a:t>
            </a:r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90108F2C-E92D-444D-A4AF-D5EFEA52A7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4699" y="6274088"/>
            <a:ext cx="2743200" cy="133575"/>
          </a:xfrm>
          <a:prstGeom prst="rect">
            <a:avLst/>
          </a:prstGeom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r>
              <a:rPr lang="de-DE"/>
              <a:t>20. Januar 2021</a:t>
            </a:r>
          </a:p>
        </p:txBody>
      </p:sp>
    </p:spTree>
    <p:extLst>
      <p:ext uri="{BB962C8B-B14F-4D97-AF65-F5344CB8AC3E}">
        <p14:creationId xmlns:p14="http://schemas.microsoft.com/office/powerpoint/2010/main" val="2534388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</p:sldLayoutIdLst>
  <p:hf hdr="0"/>
  <p:txStyles>
    <p:titleStyle>
      <a:lvl1pPr algn="l" defTabSz="9144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3" indent="-228613" algn="l" defTabSz="9144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40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67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94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21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48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75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202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429" indent="-228613" algn="l" defTabSz="9144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7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54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81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07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34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61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88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815" algn="l" defTabSz="9144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3861" userDrawn="1">
          <p15:clr>
            <a:srgbClr val="F26B43"/>
          </p15:clr>
        </p15:guide>
        <p15:guide id="5" pos="211" userDrawn="1">
          <p15:clr>
            <a:srgbClr val="F26B43"/>
          </p15:clr>
        </p15:guide>
        <p15:guide id="6" pos="7469" userDrawn="1">
          <p15:clr>
            <a:srgbClr val="F26B43"/>
          </p15:clr>
        </p15:guide>
        <p15:guide id="7" orient="horz" pos="4133" userDrawn="1">
          <p15:clr>
            <a:srgbClr val="F26B43"/>
          </p15:clr>
        </p15:guide>
        <p15:guide id="11" orient="horz" pos="4292" userDrawn="1">
          <p15:clr>
            <a:srgbClr val="F26B43"/>
          </p15:clr>
        </p15:guide>
        <p15:guide id="13" pos="7083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83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</p:sldLayoutIdLst>
  <p:hf hdr="0"/>
  <p:txStyles>
    <p:titleStyle>
      <a:lvl1pPr algn="l" defTabSz="414772" rtl="0" eaLnBrk="1" latinLnBrk="0" hangingPunct="1">
        <a:lnSpc>
          <a:spcPct val="90000"/>
        </a:lnSpc>
        <a:spcBef>
          <a:spcPct val="0"/>
        </a:spcBef>
        <a:buNone/>
        <a:defRPr sz="2948" kern="1200" baseline="0">
          <a:solidFill>
            <a:schemeClr val="tx1"/>
          </a:solidFill>
          <a:latin typeface="Calibri Bold" pitchFamily="2" charset="77"/>
          <a:ea typeface="+mj-ea"/>
          <a:cs typeface="+mj-cs"/>
        </a:defRPr>
      </a:lvl1pPr>
    </p:titleStyle>
    <p:bodyStyle>
      <a:lvl1pPr marL="103693" indent="-103693" algn="l" defTabSz="414772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270" kern="1200">
          <a:solidFill>
            <a:schemeClr val="tx1"/>
          </a:solidFill>
          <a:latin typeface="+mn-lt"/>
          <a:ea typeface="+mn-ea"/>
          <a:cs typeface="+mn-cs"/>
        </a:defRPr>
      </a:lvl1pPr>
      <a:lvl2pPr marL="311079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1089" kern="1200">
          <a:solidFill>
            <a:schemeClr val="tx1"/>
          </a:solidFill>
          <a:latin typeface="+mn-lt"/>
          <a:ea typeface="+mn-ea"/>
          <a:cs typeface="+mn-cs"/>
        </a:defRPr>
      </a:lvl2pPr>
      <a:lvl3pPr marL="518465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907" kern="1200">
          <a:solidFill>
            <a:schemeClr val="tx1"/>
          </a:solidFill>
          <a:latin typeface="+mn-lt"/>
          <a:ea typeface="+mn-ea"/>
          <a:cs typeface="+mn-cs"/>
        </a:defRPr>
      </a:lvl3pPr>
      <a:lvl4pPr marL="725851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6" kern="1200">
          <a:solidFill>
            <a:schemeClr val="tx1"/>
          </a:solidFill>
          <a:latin typeface="+mn-lt"/>
          <a:ea typeface="+mn-ea"/>
          <a:cs typeface="+mn-cs"/>
        </a:defRPr>
      </a:lvl4pPr>
      <a:lvl5pPr marL="933237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6" kern="1200">
          <a:solidFill>
            <a:schemeClr val="tx1"/>
          </a:solidFill>
          <a:latin typeface="+mn-lt"/>
          <a:ea typeface="+mn-ea"/>
          <a:cs typeface="+mn-cs"/>
        </a:defRPr>
      </a:lvl5pPr>
      <a:lvl6pPr marL="1140623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6" kern="1200">
          <a:solidFill>
            <a:schemeClr val="tx1"/>
          </a:solidFill>
          <a:latin typeface="+mn-lt"/>
          <a:ea typeface="+mn-ea"/>
          <a:cs typeface="+mn-cs"/>
        </a:defRPr>
      </a:lvl6pPr>
      <a:lvl7pPr marL="1348008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6" kern="1200">
          <a:solidFill>
            <a:schemeClr val="tx1"/>
          </a:solidFill>
          <a:latin typeface="+mn-lt"/>
          <a:ea typeface="+mn-ea"/>
          <a:cs typeface="+mn-cs"/>
        </a:defRPr>
      </a:lvl7pPr>
      <a:lvl8pPr marL="1555394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6" kern="1200">
          <a:solidFill>
            <a:schemeClr val="tx1"/>
          </a:solidFill>
          <a:latin typeface="+mn-lt"/>
          <a:ea typeface="+mn-ea"/>
          <a:cs typeface="+mn-cs"/>
        </a:defRPr>
      </a:lvl8pPr>
      <a:lvl9pPr marL="1762780" indent="-103693" algn="l" defTabSz="414772" rtl="0" eaLnBrk="1" latinLnBrk="0" hangingPunct="1">
        <a:lnSpc>
          <a:spcPct val="90000"/>
        </a:lnSpc>
        <a:spcBef>
          <a:spcPts val="227"/>
        </a:spcBef>
        <a:buFont typeface="Arial" panose="020B0604020202020204" pitchFamily="34" charset="0"/>
        <a:buChar char="•"/>
        <a:defRPr sz="8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1pPr>
      <a:lvl2pPr marL="207386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2pPr>
      <a:lvl3pPr marL="414772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3pPr>
      <a:lvl4pPr marL="622158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4pPr>
      <a:lvl5pPr marL="829544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5pPr>
      <a:lvl6pPr marL="1036930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6pPr>
      <a:lvl7pPr marL="1244316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7pPr>
      <a:lvl8pPr marL="1451701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8pPr>
      <a:lvl9pPr marL="1659087" algn="l" defTabSz="414772" rtl="0" eaLnBrk="1" latinLnBrk="0" hangingPunct="1">
        <a:defRPr sz="8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1" userDrawn="1">
          <p15:clr>
            <a:srgbClr val="F26B43"/>
          </p15:clr>
        </p15:guide>
        <p15:guide id="2" orient="horz" pos="187" userDrawn="1">
          <p15:clr>
            <a:srgbClr val="F26B43"/>
          </p15:clr>
        </p15:guide>
        <p15:guide id="3" pos="7469" userDrawn="1">
          <p15:clr>
            <a:srgbClr val="F26B43"/>
          </p15:clr>
        </p15:guide>
        <p15:guide id="4" orient="horz" pos="4133" userDrawn="1">
          <p15:clr>
            <a:srgbClr val="F26B43"/>
          </p15:clr>
        </p15:guide>
        <p15:guide id="5" orient="horz" pos="1183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NotesNew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23" name=""/>
          <p:cNvCxnSpPr>
            <a:stCxn id="2019" idx="2"/>
            <a:endCxn id="2005" idx="0"/>
          </p:cNvCxnSpPr>
          <p:nvPr/>
        </p:nvCxnSpPr>
        <p:spPr>
          <a:xfrm flipH="1">
            <a:off x="9786938" y="3333750"/>
            <a:ext cx="797720" cy="857250"/>
          </a:xfrm>
          <a:prstGeom prst="straightConnector1">
            <a:avLst/>
          </a:prstGeom>
          <a:ln w="19050">
            <a:solidFill>
              <a:srgbClr val="2869AF"/>
            </a:solidFill>
            <a:tailEnd type="triangle" w="sm" len="sm"/>
          </a:ln>
        </p:spPr>
      </p:cxnSp>
      <p:cxnSp>
        <p:nvCxnSpPr>
          <p:cNvPr id="2024" name=""/>
          <p:cNvCxnSpPr>
            <a:stCxn id="2018" idx="2"/>
            <a:endCxn id="2005" idx="0"/>
          </p:cNvCxnSpPr>
          <p:nvPr/>
        </p:nvCxnSpPr>
        <p:spPr>
          <a:xfrm>
            <a:off x="8989219" y="3333750"/>
            <a:ext cx="797719" cy="857250"/>
          </a:xfrm>
          <a:prstGeom prst="straightConnector1">
            <a:avLst/>
          </a:prstGeom>
          <a:ln w="19050">
            <a:solidFill>
              <a:srgbClr val="2869AF"/>
            </a:solidFill>
            <a:tailEnd type="triangle" w="sm" len="sm"/>
          </a:ln>
        </p:spPr>
      </p:cxnSp>
      <p:cxnSp>
        <p:nvCxnSpPr>
          <p:cNvPr id="2025" name=""/>
          <p:cNvCxnSpPr>
            <a:stCxn id="2016" idx="2"/>
            <a:endCxn id="2004" idx="0"/>
          </p:cNvCxnSpPr>
          <p:nvPr/>
        </p:nvCxnSpPr>
        <p:spPr>
          <a:xfrm>
            <a:off x="7239000" y="3333750"/>
            <a:ext cx="0" cy="857250"/>
          </a:xfrm>
          <a:prstGeom prst="straightConnector1">
            <a:avLst/>
          </a:prstGeom>
          <a:ln w="19050">
            <a:solidFill>
              <a:srgbClr val="2869AF"/>
            </a:solidFill>
            <a:tailEnd type="triangle" w="sm" len="sm"/>
          </a:ln>
        </p:spPr>
      </p:cxnSp>
      <p:cxnSp>
        <p:nvCxnSpPr>
          <p:cNvPr id="2026" name=""/>
          <p:cNvCxnSpPr>
            <a:stCxn id="2014" idx="2"/>
            <a:endCxn id="2003" idx="0"/>
          </p:cNvCxnSpPr>
          <p:nvPr/>
        </p:nvCxnSpPr>
        <p:spPr>
          <a:xfrm>
            <a:off x="5238750" y="3333750"/>
            <a:ext cx="0" cy="857250"/>
          </a:xfrm>
          <a:prstGeom prst="straightConnector1">
            <a:avLst/>
          </a:prstGeom>
          <a:ln w="19050">
            <a:solidFill>
              <a:srgbClr val="2869AF"/>
            </a:solidFill>
            <a:tailEnd type="triangle" w="sm" len="sm"/>
          </a:ln>
        </p:spPr>
      </p:cxnSp>
      <p:cxnSp>
        <p:nvCxnSpPr>
          <p:cNvPr id="2027" name=""/>
          <p:cNvCxnSpPr>
            <a:stCxn id="2012" idx="2"/>
            <a:endCxn id="2002" idx="0"/>
          </p:cNvCxnSpPr>
          <p:nvPr/>
        </p:nvCxnSpPr>
        <p:spPr>
          <a:xfrm>
            <a:off x="3238500" y="3333750"/>
            <a:ext cx="0" cy="857250"/>
          </a:xfrm>
          <a:prstGeom prst="straightConnector1">
            <a:avLst/>
          </a:prstGeom>
          <a:ln w="19050">
            <a:solidFill>
              <a:srgbClr val="2869AF"/>
            </a:solidFill>
            <a:tailEnd type="triangle" w="sm" len="sm"/>
          </a:ln>
        </p:spPr>
      </p:cxnSp>
      <p:cxnSp>
        <p:nvCxnSpPr>
          <p:cNvPr id="2028" name=""/>
          <p:cNvCxnSpPr>
            <a:stCxn id="2010" idx="2"/>
            <a:endCxn id="2001" idx="0"/>
          </p:cNvCxnSpPr>
          <p:nvPr/>
        </p:nvCxnSpPr>
        <p:spPr>
          <a:xfrm>
            <a:off x="1238250" y="3333750"/>
            <a:ext cx="0" cy="857250"/>
          </a:xfrm>
          <a:prstGeom prst="straightConnector1">
            <a:avLst/>
          </a:prstGeom>
          <a:ln w="19050">
            <a:solidFill>
              <a:srgbClr val="2869AF"/>
            </a:solidFill>
            <a:tailEnd type="triangle" w="sm" len="sm"/>
          </a:ln>
        </p:spPr>
      </p:cxnSp>
      <p:cxnSp>
        <p:nvCxnSpPr>
          <p:cNvPr id="2029" name=""/>
          <p:cNvCxnSpPr>
            <a:stCxn id="2004" idx="3"/>
            <a:endCxn id="2005" idx="1"/>
          </p:cNvCxnSpPr>
          <p:nvPr/>
        </p:nvCxnSpPr>
        <p:spPr>
          <a:xfrm>
            <a:off x="8143875" y="4714875"/>
            <a:ext cx="190500" cy="0"/>
          </a:xfrm>
          <a:prstGeom prst="straightConnector1">
            <a:avLst/>
          </a:prstGeom>
          <a:ln w="19050">
            <a:solidFill>
              <a:srgbClr val="2869AF"/>
            </a:solidFill>
            <a:tailEnd type="triangle" w="sm" len="sm"/>
          </a:ln>
        </p:spPr>
      </p:cxnSp>
      <p:cxnSp>
        <p:nvCxnSpPr>
          <p:cNvPr id="2030" name=""/>
          <p:cNvCxnSpPr>
            <a:stCxn id="2003" idx="3"/>
            <a:endCxn id="2004" idx="1"/>
          </p:cNvCxnSpPr>
          <p:nvPr/>
        </p:nvCxnSpPr>
        <p:spPr>
          <a:xfrm>
            <a:off x="6143625" y="4714875"/>
            <a:ext cx="190500" cy="0"/>
          </a:xfrm>
          <a:prstGeom prst="straightConnector1">
            <a:avLst/>
          </a:prstGeom>
          <a:ln w="19050">
            <a:solidFill>
              <a:srgbClr val="2869AF"/>
            </a:solidFill>
            <a:tailEnd type="triangle" w="sm" len="sm"/>
          </a:ln>
        </p:spPr>
      </p:cxnSp>
      <p:cxnSp>
        <p:nvCxnSpPr>
          <p:cNvPr id="2031" name=""/>
          <p:cNvCxnSpPr>
            <a:stCxn id="2002" idx="3"/>
            <a:endCxn id="2003" idx="1"/>
          </p:cNvCxnSpPr>
          <p:nvPr/>
        </p:nvCxnSpPr>
        <p:spPr>
          <a:xfrm>
            <a:off x="4143375" y="4714875"/>
            <a:ext cx="190500" cy="0"/>
          </a:xfrm>
          <a:prstGeom prst="straightConnector1">
            <a:avLst/>
          </a:prstGeom>
          <a:ln w="19050">
            <a:solidFill>
              <a:srgbClr val="2869AF"/>
            </a:solidFill>
            <a:tailEnd type="triangle" w="sm" len="sm"/>
          </a:ln>
        </p:spPr>
      </p:cxnSp>
      <p:cxnSp>
        <p:nvCxnSpPr>
          <p:cNvPr id="2032" name=""/>
          <p:cNvCxnSpPr>
            <a:stCxn id="2001" idx="3"/>
            <a:endCxn id="2002" idx="1"/>
          </p:cNvCxnSpPr>
          <p:nvPr/>
        </p:nvCxnSpPr>
        <p:spPr>
          <a:xfrm>
            <a:off x="2143125" y="4714875"/>
            <a:ext cx="190500" cy="0"/>
          </a:xfrm>
          <a:prstGeom prst="straightConnector1">
            <a:avLst/>
          </a:prstGeom>
          <a:ln w="19050">
            <a:solidFill>
              <a:srgbClr val="2869AF"/>
            </a:solidFill>
            <a:tailEnd type="triangle" w="sm" len="sm"/>
          </a:ln>
        </p:spPr>
      </p:cxnSp>
      <p:sp>
        <p:nvSpPr>
          <p:cNvPr id="2033" name="function-0">
            <a:extLst>
              <a:ext uri="{FF2B5EF4-FFF2-40B4-BE49-F238E27FC236}">
                <a16:creationId xmlns:a16="http://schemas.microsoft.com/office/drawing/2014/main" id="{44D4AAFC-EFA6-4602-A370-3EDB30FD54B2}"/>
              </a:ext>
            </a:extLst>
          </p:cNvPr>
          <p:cNvSpPr>
            <a:spLocks noGrp="1"/>
          </p:cNvSpPr>
          <p:nvPr/>
        </p:nvSpPr>
        <p:spPr>
          <a:xfrm>
            <a:off x="333375" y="4191000"/>
            <a:ext cx="1809750" cy="1047750"/>
          </a:xfrm>
          <a:prstGeom prst="rect">
            <a:avLst/>
          </a:prstGeom>
          <a:solidFill>
            <a:srgbClr val="EAF0F5"/>
          </a:solidFill>
          <a:ln w="15240">
            <a:solidFill>
              <a:srgbClr val="2869AF"/>
            </a:solidFill>
          </a:ln>
        </p:spPr>
        <p:txBody>
          <a:bodyPr wrap="none" lIns="57150" tIns="38100" rIns="57150" bIns="3810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Bild-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auswertung</a:t>
            </a:r>
          </a:p>
        </p:txBody>
      </p:sp>
      <p:sp>
        <p:nvSpPr>
          <p:cNvPr id="2002" name="function-1">
            <a:extLst>
              <a:ext uri="{FF2B5EF4-FFF2-40B4-BE49-F238E27FC236}">
                <a16:creationId xmlns:a16="http://schemas.microsoft.com/office/drawing/2014/main" id="{A656B1C6-CD45-4F23-B177-D255F49ABD3E}"/>
              </a:ext>
            </a:extLst>
          </p:cNvPr>
          <p:cNvSpPr>
            <a:spLocks noGrp="1"/>
          </p:cNvSpPr>
          <p:nvPr/>
        </p:nvSpPr>
        <p:spPr>
          <a:xfrm>
            <a:off x="2333625" y="4191000"/>
            <a:ext cx="1809750" cy="1047750"/>
          </a:xfrm>
          <a:prstGeom prst="rect">
            <a:avLst/>
          </a:prstGeom>
          <a:solidFill>
            <a:srgbClr val="EAF0F5"/>
          </a:solidFill>
          <a:ln w="15240">
            <a:solidFill>
              <a:srgbClr val="2869AF"/>
            </a:solidFill>
          </a:ln>
        </p:spPr>
        <p:txBody>
          <a:bodyPr wrap="none" lIns="57150" tIns="38100" rIns="57150" bIns="3810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Bewegungs-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schätzung</a:t>
            </a:r>
          </a:p>
        </p:txBody>
      </p:sp>
      <p:sp>
        <p:nvSpPr>
          <p:cNvPr id="2003" name="function-2">
            <a:extLst>
              <a:ext uri="{FF2B5EF4-FFF2-40B4-BE49-F238E27FC236}">
                <a16:creationId xmlns:a16="http://schemas.microsoft.com/office/drawing/2014/main" id="{186F39AA-A9C1-4E77-A588-30BC19709AD0}"/>
              </a:ext>
            </a:extLst>
          </p:cNvPr>
          <p:cNvSpPr>
            <a:spLocks noGrp="1"/>
          </p:cNvSpPr>
          <p:nvPr/>
        </p:nvSpPr>
        <p:spPr>
          <a:xfrm>
            <a:off x="4333875" y="4191000"/>
            <a:ext cx="1809750" cy="1047750"/>
          </a:xfrm>
          <a:prstGeom prst="rect">
            <a:avLst/>
          </a:prstGeom>
          <a:solidFill>
            <a:srgbClr val="EAF0F5"/>
          </a:solidFill>
          <a:ln w="15240">
            <a:solidFill>
              <a:srgbClr val="2869AF"/>
            </a:solidFill>
          </a:ln>
        </p:spPr>
        <p:txBody>
          <a:bodyPr wrap="none" lIns="57150" tIns="38100" rIns="57150" bIns="3810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Ziel-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auswahl</a:t>
            </a:r>
          </a:p>
        </p:txBody>
      </p:sp>
      <p:sp>
        <p:nvSpPr>
          <p:cNvPr id="2004" name="function-3">
            <a:extLst>
              <a:ext uri="{FF2B5EF4-FFF2-40B4-BE49-F238E27FC236}">
                <a16:creationId xmlns:a16="http://schemas.microsoft.com/office/drawing/2014/main" id="{A1F46318-8A04-453E-AD6E-18899F276EDD}"/>
              </a:ext>
            </a:extLst>
          </p:cNvPr>
          <p:cNvSpPr>
            <a:spLocks noGrp="1"/>
          </p:cNvSpPr>
          <p:nvPr/>
        </p:nvSpPr>
        <p:spPr>
          <a:xfrm>
            <a:off x="6334125" y="4191000"/>
            <a:ext cx="1809750" cy="1047750"/>
          </a:xfrm>
          <a:prstGeom prst="rect">
            <a:avLst/>
          </a:prstGeom>
          <a:solidFill>
            <a:srgbClr val="EAF0F5"/>
          </a:solidFill>
          <a:ln w="15240">
            <a:solidFill>
              <a:srgbClr val="2869AF"/>
            </a:solidFill>
          </a:ln>
        </p:spPr>
        <p:txBody>
          <a:bodyPr wrap="none" lIns="57150" tIns="38100" rIns="57150" bIns="3810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Greif-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ablauf</a:t>
            </a:r>
          </a:p>
        </p:txBody>
      </p:sp>
      <p:sp>
        <p:nvSpPr>
          <p:cNvPr id="2005" name="function-4">
            <a:extLst>
              <a:ext uri="{FF2B5EF4-FFF2-40B4-BE49-F238E27FC236}">
                <a16:creationId xmlns:a16="http://schemas.microsoft.com/office/drawing/2014/main" id="{4368BCF1-926F-45DE-8668-511E8276357E}"/>
              </a:ext>
            </a:extLst>
          </p:cNvPr>
          <p:cNvSpPr>
            <a:spLocks noGrp="1"/>
          </p:cNvSpPr>
          <p:nvPr/>
        </p:nvSpPr>
        <p:spPr>
          <a:xfrm>
            <a:off x="8334375" y="4191000"/>
            <a:ext cx="2905125" cy="1047750"/>
          </a:xfrm>
          <a:prstGeom prst="rect">
            <a:avLst/>
          </a:prstGeom>
          <a:solidFill>
            <a:srgbClr val="EAF0F5"/>
          </a:solidFill>
          <a:ln w="15240">
            <a:solidFill>
              <a:srgbClr val="2869AF"/>
            </a:solidFill>
          </a:ln>
        </p:spPr>
        <p:txBody>
          <a:bodyPr wrap="none" lIns="57150" tIns="38100" rIns="57150" bIns="3810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Bewegungs-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200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regelung</a:t>
            </a:r>
          </a:p>
        </p:txBody>
      </p:sp>
      <p:sp>
        <p:nvSpPr>
          <p:cNvPr id="2010" name="component-0">
            <a:extLst>
              <a:ext uri="{FF2B5EF4-FFF2-40B4-BE49-F238E27FC236}">
                <a16:creationId xmlns:a16="http://schemas.microsoft.com/office/drawing/2014/main" id="{BECED619-220E-4E92-AD6C-351DD0BBA698}"/>
              </a:ext>
            </a:extLst>
          </p:cNvPr>
          <p:cNvSpPr>
            <a:spLocks noGrp="1"/>
          </p:cNvSpPr>
          <p:nvPr/>
        </p:nvSpPr>
        <p:spPr>
          <a:xfrm>
            <a:off x="333375" y="2333625"/>
            <a:ext cx="180975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2869AF"/>
            </a:solidFill>
          </a:ln>
        </p:spPr>
        <p:txBody>
          <a:bodyPr wrap="none" lIns="57150" tIns="38100" rIns="57150" bIns="3810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base_cam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15 Hz</a:t>
            </a:r>
          </a:p>
        </p:txBody>
      </p:sp>
      <p:sp>
        <p:nvSpPr>
          <p:cNvPr id="2012" name="component-1">
            <a:extLst>
              <a:ext uri="{FF2B5EF4-FFF2-40B4-BE49-F238E27FC236}">
                <a16:creationId xmlns:a16="http://schemas.microsoft.com/office/drawing/2014/main" id="{15E7295C-006B-4312-A66A-D383151A4D4A}"/>
              </a:ext>
            </a:extLst>
          </p:cNvPr>
          <p:cNvSpPr>
            <a:spLocks noGrp="1"/>
          </p:cNvSpPr>
          <p:nvPr/>
        </p:nvSpPr>
        <p:spPr>
          <a:xfrm>
            <a:off x="2333625" y="2333625"/>
            <a:ext cx="180975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2869AF"/>
            </a:solidFill>
          </a:ln>
        </p:spPr>
        <p:txBody>
          <a:bodyPr wrap="none" lIns="57150" tIns="38100" rIns="57150" bIns="3810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vectoring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15 Hz</a:t>
            </a:r>
          </a:p>
        </p:txBody>
      </p:sp>
      <p:sp>
        <p:nvSpPr>
          <p:cNvPr id="2014" name="component-2">
            <a:extLst>
              <a:ext uri="{FF2B5EF4-FFF2-40B4-BE49-F238E27FC236}">
                <a16:creationId xmlns:a16="http://schemas.microsoft.com/office/drawing/2014/main" id="{B24AC9B5-DEE8-4A45-BA8C-32699F557A60}"/>
              </a:ext>
            </a:extLst>
          </p:cNvPr>
          <p:cNvSpPr>
            <a:spLocks noGrp="1"/>
          </p:cNvSpPr>
          <p:nvPr/>
        </p:nvSpPr>
        <p:spPr>
          <a:xfrm>
            <a:off x="4333875" y="2333625"/>
            <a:ext cx="180975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2869AF"/>
            </a:solidFill>
          </a:ln>
        </p:spPr>
        <p:txBody>
          <a:bodyPr wrap="none" lIns="57150" tIns="38100" rIns="57150" bIns="3810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priority_handler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20 Hz</a:t>
            </a:r>
          </a:p>
        </p:txBody>
      </p:sp>
      <p:sp>
        <p:nvSpPr>
          <p:cNvPr id="2016" name="component-3">
            <a:extLst>
              <a:ext uri="{FF2B5EF4-FFF2-40B4-BE49-F238E27FC236}">
                <a16:creationId xmlns:a16="http://schemas.microsoft.com/office/drawing/2014/main" id="{26253840-1AD0-4306-B43B-4ACE212BBC83}"/>
              </a:ext>
            </a:extLst>
          </p:cNvPr>
          <p:cNvSpPr>
            <a:spLocks noGrp="1"/>
          </p:cNvSpPr>
          <p:nvPr/>
        </p:nvSpPr>
        <p:spPr>
          <a:xfrm>
            <a:off x="6334125" y="2333625"/>
            <a:ext cx="180975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2869AF"/>
            </a:solidFill>
          </a:ln>
        </p:spPr>
        <p:txBody>
          <a:bodyPr wrap="none" lIns="57150" tIns="38100" rIns="57150" bIns="3810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object_follower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50 Hz</a:t>
            </a:r>
          </a:p>
        </p:txBody>
      </p:sp>
      <p:sp>
        <p:nvSpPr>
          <p:cNvPr id="2018" name="component-attractor">
            <a:extLst>
              <a:ext uri="{FF2B5EF4-FFF2-40B4-BE49-F238E27FC236}">
                <a16:creationId xmlns:a16="http://schemas.microsoft.com/office/drawing/2014/main" id="{6273EF17-8995-44E7-98C4-04BBE932C355}"/>
              </a:ext>
            </a:extLst>
          </p:cNvPr>
          <p:cNvSpPr>
            <a:spLocks noGrp="1"/>
          </p:cNvSpPr>
          <p:nvPr/>
        </p:nvSpPr>
        <p:spPr>
          <a:xfrm>
            <a:off x="8334375" y="2333625"/>
            <a:ext cx="1309688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2869AF"/>
            </a:solidFill>
          </a:ln>
        </p:spPr>
        <p:txBody>
          <a:bodyPr wrap="none" lIns="57150" tIns="38100" rIns="57150" bIns="3810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170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Signal Point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170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Attractor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170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50 Hz</a:t>
            </a:r>
          </a:p>
        </p:txBody>
      </p:sp>
      <p:sp>
        <p:nvSpPr>
          <p:cNvPr id="2019" name="component-ik">
            <a:extLst>
              <a:ext uri="{FF2B5EF4-FFF2-40B4-BE49-F238E27FC236}">
                <a16:creationId xmlns:a16="http://schemas.microsoft.com/office/drawing/2014/main" id="{E542B850-0F58-4276-AADE-AD1FFFDDF6C2}"/>
              </a:ext>
            </a:extLst>
          </p:cNvPr>
          <p:cNvSpPr>
            <a:spLocks noGrp="1"/>
          </p:cNvSpPr>
          <p:nvPr/>
        </p:nvSpPr>
        <p:spPr>
          <a:xfrm>
            <a:off x="9929813" y="2333625"/>
            <a:ext cx="1309688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2869AF"/>
            </a:solidFill>
          </a:ln>
        </p:spPr>
        <p:txBody>
          <a:bodyPr wrap="none" lIns="57150" tIns="38100" rIns="57150" bIns="3810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170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IK Velocity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170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Controller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>
                <a:solidFill>
                  <a:srgbClr val="17232E"/>
                </a:solidFill>
                <a:latin typeface="Calibri"/>
                <a:ea typeface="Calibri"/>
                <a:cs typeface="Calibri"/>
              </a:defRPr>
            </a:pPr>
            <a:r>
              <a:rPr sz="1700">
                <a:solidFill>
                  <a:srgbClr val="17232E"/>
                </a:solidFill>
                <a:latin typeface="Calibri"/>
                <a:ea typeface="Calibri"/>
                <a:cs typeface="Calibri"/>
              </a:rPr>
              <a:t>500 Hz</a:t>
            </a:r>
          </a:p>
        </p:txBody>
      </p:sp>
      <p:sp>
        <p:nvSpPr>
          <p:cNvPr id="2022" name="mapping-caption">
            <a:extLst>
              <a:ext uri="{FF2B5EF4-FFF2-40B4-BE49-F238E27FC236}">
                <a16:creationId xmlns:a16="http://schemas.microsoft.com/office/drawing/2014/main" id="{50C31E94-931B-4537-A8C6-F7D29910A3FC}"/>
              </a:ext>
            </a:extLst>
          </p:cNvPr>
          <p:cNvSpPr>
            <a:spLocks noGrp="1"/>
          </p:cNvSpPr>
          <p:nvPr/>
        </p:nvSpPr>
        <p:spPr>
          <a:xfrm>
            <a:off x="333375" y="5743575"/>
            <a:ext cx="1090612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>
                <a:solidFill>
                  <a:srgbClr val="61707D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61707D"/>
                </a:solidFill>
                <a:latin typeface="Calibri"/>
                <a:ea typeface="Calibri"/>
                <a:cs typeface="Calibri"/>
              </a:rPr>
              <a:t>AICA-Komponenten, konfigurierte Taktraten und Funktionsgruppen</a:t>
            </a:r>
          </a:p>
        </p:txBody>
      </p:sp>
      <p:sp>
        <p:nvSpPr>
          <p:cNvPr id="1028" name="slide-title">
            <a:extLst>
              <a:ext uri="{FF2B5EF4-FFF2-40B4-BE49-F238E27FC236}">
                <a16:creationId xmlns:a16="http://schemas.microsoft.com/office/drawing/2014/main" id="{DE494103-EA52-47CF-92CA-523F2A8E6074}"/>
              </a:ext>
            </a:extLst>
          </p:cNvPr>
          <p:cNvSpPr>
            <a:spLocks noGrp="1"/>
          </p:cNvSpPr>
          <p:nvPr/>
        </p:nvSpPr>
        <p:spPr>
          <a:xfrm>
            <a:off x="334994" y="306038"/>
            <a:ext cx="10909268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200" b="0">
                <a:solidFill>
                  <a:srgbClr val="2869AF"/>
                </a:solidFill>
                <a:latin typeface="Calibri"/>
                <a:ea typeface="Calibri"/>
                <a:cs typeface="Calibri"/>
              </a:defRPr>
            </a:pPr>
            <a:r>
              <a:rPr sz="3200" b="0">
                <a:solidFill>
                  <a:srgbClr val="2869AF"/>
                </a:solidFill>
                <a:latin typeface="Calibri"/>
                <a:ea typeface="Calibri"/>
                <a:cs typeface="Calibri"/>
              </a:rPr>
              <a:t>Systemkonzept und AICA</a:t>
            </a:r>
          </a:p>
        </p:txBody>
      </p:sp>
      <p:sp>
        <p:nvSpPr>
          <p:cNvPr id="1002" name="aica-label">
            <a:extLst>
              <a:ext uri="{FF2B5EF4-FFF2-40B4-BE49-F238E27FC236}">
                <a16:creationId xmlns:a16="http://schemas.microsoft.com/office/drawing/2014/main" id="{AB37586A-E685-41B0-B2B1-8E9D58336070}"/>
              </a:ext>
            </a:extLst>
          </p:cNvPr>
          <p:cNvSpPr>
            <a:spLocks noGrp="1"/>
          </p:cNvSpPr>
          <p:nvPr/>
        </p:nvSpPr>
        <p:spPr>
          <a:xfrm>
            <a:off x="333375" y="1381125"/>
            <a:ext cx="10906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2869AF"/>
                </a:solidFill>
                <a:latin typeface="Calibri"/>
                <a:ea typeface="Calibri"/>
                <a:cs typeface="Calibri"/>
              </a:defRPr>
            </a:pPr>
            <a:r>
              <a:rPr sz="2600" b="0">
                <a:solidFill>
                  <a:srgbClr val="2869AF"/>
                </a:solidFill>
                <a:latin typeface="Calibri"/>
                <a:ea typeface="Calibri"/>
                <a:cs typeface="Calibri"/>
              </a:rPr>
              <a:t>Echtzeitsteuerung mit AICA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0FFCA09-E868-9414-C3D5-52C11A450128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r>
              <a:rPr lang="de-DE" dirty="0"/>
              <a:t>FuE-Projekt Sommersemester 2026 | 02.10.2026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7BDD82-559A-FBCF-840E-DAED8E813974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de-DE"/>
              <a:t>Hochschule Karlsruhe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BB7CC81-C6DE-2590-E212-45E5CDB9E723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3005BA2-ABF8-0A46-8B15-84F2660EFA6C}" type="slidenum">
              <a:rPr lang="de-DE" smtClean="0"/>
              <a:pPr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649348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MMT_Präsentation // Cover">
  <a:themeElements>
    <a:clrScheme name="HKA _ RGB _200330">
      <a:dk1>
        <a:srgbClr val="000000"/>
      </a:dk1>
      <a:lt1>
        <a:srgbClr val="FFFFFF"/>
      </a:lt1>
      <a:dk2>
        <a:srgbClr val="FFFFFF"/>
      </a:dk2>
      <a:lt2>
        <a:srgbClr val="D72305"/>
      </a:lt2>
      <a:accent1>
        <a:srgbClr val="D62305"/>
      </a:accent1>
      <a:accent2>
        <a:srgbClr val="8C2C82"/>
      </a:accent2>
      <a:accent3>
        <a:srgbClr val="64378C"/>
      </a:accent3>
      <a:accent4>
        <a:srgbClr val="004F92"/>
      </a:accent4>
      <a:accent5>
        <a:srgbClr val="2869AF"/>
      </a:accent5>
      <a:accent6>
        <a:srgbClr val="198282"/>
      </a:accent6>
      <a:hlink>
        <a:srgbClr val="288705"/>
      </a:hlink>
      <a:folHlink>
        <a:srgbClr val="D62305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ln>
          <a:solidFill>
            <a:schemeClr val="accent1"/>
          </a:solidFill>
        </a:ln>
      </a:spPr>
      <a:bodyPr anchor="b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-HKA_MMT_16-9.pptx" id="{A962E0ED-618D-4E05-9C47-5258E298CEC2}" vid="{2B1A4854-DCC0-496D-9A17-EB050DF25C9A}"/>
    </a:ext>
  </a:extLst>
</a:theme>
</file>

<file path=ppt/theme/theme2.xml><?xml version="1.0" encoding="utf-8"?>
<a:theme xmlns:a="http://schemas.openxmlformats.org/drawingml/2006/main" name="MMT_Präsentation // Inhalt">
  <a:themeElements>
    <a:clrScheme name="HKA RGB 200528">
      <a:dk1>
        <a:srgbClr val="000000"/>
      </a:dk1>
      <a:lt1>
        <a:srgbClr val="FFFFFF"/>
      </a:lt1>
      <a:dk2>
        <a:srgbClr val="FFFFFF"/>
      </a:dk2>
      <a:lt2>
        <a:srgbClr val="288632"/>
      </a:lt2>
      <a:accent1>
        <a:srgbClr val="D62305"/>
      </a:accent1>
      <a:accent2>
        <a:srgbClr val="8C2C82"/>
      </a:accent2>
      <a:accent3>
        <a:srgbClr val="64378C"/>
      </a:accent3>
      <a:accent4>
        <a:srgbClr val="004F92"/>
      </a:accent4>
      <a:accent5>
        <a:srgbClr val="2869AF"/>
      </a:accent5>
      <a:accent6>
        <a:srgbClr val="198282"/>
      </a:accent6>
      <a:hlink>
        <a:srgbClr val="288705"/>
      </a:hlink>
      <a:folHlink>
        <a:srgbClr val="D62305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>
          <a:noFill/>
        </a:ln>
      </a:spPr>
      <a:bodyPr wrap="none" lIns="0" tIns="0" rIns="0" bIns="0" rtlCol="0" anchor="t" anchorCtr="0">
        <a:noAutofit/>
      </a:bodyPr>
      <a:lstStyle>
        <a:defPPr algn="l">
          <a:defRPr sz="2500" dirty="0" err="1" smtClean="0">
            <a:latin typeface="Calibri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-HKA_MMT_16-9.pptx" id="{A962E0ED-618D-4E05-9C47-5258E298CEC2}" vid="{0C2CCC8C-4BE5-4CFB-BED5-23031B06809B}"/>
    </a:ext>
  </a:extLst>
</a:theme>
</file>

<file path=ppt/theme/theme3.xml><?xml version="1.0" encoding="utf-8"?>
<a:theme xmlns:a="http://schemas.openxmlformats.org/drawingml/2006/main" name="MMT_Präsentation // ENDE">
  <a:themeElements>
    <a:clrScheme name="HKA RGB_">
      <a:dk1>
        <a:srgbClr val="000000"/>
      </a:dk1>
      <a:lt1>
        <a:srgbClr val="FFFFFF"/>
      </a:lt1>
      <a:dk2>
        <a:srgbClr val="FFFFFF"/>
      </a:dk2>
      <a:lt2>
        <a:srgbClr val="E5322A"/>
      </a:lt2>
      <a:accent1>
        <a:srgbClr val="E53214"/>
      </a:accent1>
      <a:accent2>
        <a:srgbClr val="8B2C83"/>
      </a:accent2>
      <a:accent3>
        <a:srgbClr val="633680"/>
      </a:accent3>
      <a:accent4>
        <a:srgbClr val="1D4595"/>
      </a:accent4>
      <a:accent5>
        <a:srgbClr val="2869AF"/>
      </a:accent5>
      <a:accent6>
        <a:srgbClr val="198282"/>
      </a:accent6>
      <a:hlink>
        <a:srgbClr val="32AA45"/>
      </a:hlink>
      <a:folHlink>
        <a:srgbClr val="E63214"/>
      </a:folHlink>
    </a:clrScheme>
    <a:fontScheme name="Office">
      <a:majorFont>
        <a:latin typeface="Calibr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-HKA_MMT_16-9.pptx" id="{A962E0ED-618D-4E05-9C47-5258E298CEC2}" vid="{774C135F-2BA4-425F-B2F9-A7FB0ED19C24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Powerpoint-HKA_MMT_16-9_styles</Template>
  <TotalTime>0</TotalTime>
  <Words>2979</Words>
  <Application>Microsoft Office PowerPoint</Application>
  <PresentationFormat>Breitbild</PresentationFormat>
  <Paragraphs>289</Paragraphs>
  <Slides>14</Slides>
  <Notes>13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14</vt:i4>
      </vt:variant>
    </vt:vector>
  </HeadingPairs>
  <TitlesOfParts>
    <vt:vector size="20" baseType="lpstr">
      <vt:lpstr>Calibri Bold</vt:lpstr>
      <vt:lpstr>Arial</vt:lpstr>
      <vt:lpstr>Calibri</vt:lpstr>
      <vt:lpstr>MMT_Präsentation // Cover</vt:lpstr>
      <vt:lpstr>MMT_Präsentation // Inhalt</vt:lpstr>
      <vt:lpstr>MMT_Präsentation // ENDE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Luis Göbes</dc:creator>
  <cp:keywords/>
  <dc:description/>
  <cp:lastModifiedBy>Tobias Unger</cp:lastModifiedBy>
  <cp:revision>3</cp:revision>
  <cp:lastPrinted>2020-09-16T09:23:03Z</cp:lastPrinted>
  <dcterms:created xsi:type="dcterms:W3CDTF">2024-06-23T17:11:02Z</dcterms:created>
  <dcterms:modified xsi:type="dcterms:W3CDTF">2026-10-02T15:42:17Z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0x010100929829DF8264B34C91F4BFE28CF5CC7F</vt:lpwstr>
  </property>
  <property fmtid="{D5CDD505-2E9C-101B-9397-08002B2CF9AE}" pid="3" name="MediaServiceImageTags">
    <vt:lpwstr/>
  </property>
</Properties>
</file>