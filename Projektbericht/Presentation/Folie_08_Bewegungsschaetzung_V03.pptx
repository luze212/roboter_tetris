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8" strictFirstAndLastChars="0" embedTrueTypeFonts="1" autoCompressPictures="0">
  <p:sldMasterIdLst>
    <p:sldMasterId id="2147483823" r:id="rId1"/>
    <p:sldMasterId id="2147483826" r:id="rId2"/>
    <p:sldMasterId id="2147483841" r:id="rId3"/>
  </p:sldMasterIdLst>
  <p:notesMasterIdLst>
    <p:notesMasterId r:id="rId7"/>
  </p:notesMasterIdLst>
  <p:handoutMasterIdLst>
    <p:handoutMasterId r:id="rId8"/>
  </p:handoutMasterIdLst>
  <p:sldIdLst>
    <p:sldId id="508" r:id="rId4"/>
    <p:sldId id="510" r:id="rId5"/>
    <p:sldId id="509" r:id="rId6"/>
  </p:sldIdLst>
  <p:sldSz cx="12192000" cy="6858000"/>
  <p:notesSz cx="6858000" cy="9144000"/>
  <p:embeddedFontLst>
    <p:embeddedFont>
      <p:font typeface="Calibri Bold" panose="020F0702030404030204" pitchFamily="34" charset="0"/>
      <p:bold r:id="rId9"/>
    </p:embeddedFont>
  </p:embeddedFontLst>
  <p:defaultTextStyle>
    <a:defPPr>
      <a:defRPr lang="en-US"/>
    </a:defPPr>
    <a:lvl1pPr marL="0" algn="l" defTabSz="207340" rtl="0" eaLnBrk="1" latinLnBrk="0" hangingPunct="1">
      <a:defRPr sz="816" kern="1200">
        <a:solidFill>
          <a:schemeClr val="tx1"/>
        </a:solidFill>
        <a:latin typeface="+mn-lt"/>
        <a:ea typeface="+mn-ea"/>
        <a:cs typeface="+mn-cs"/>
      </a:defRPr>
    </a:lvl1pPr>
    <a:lvl2pPr marL="207340" algn="l" defTabSz="207340" rtl="0" eaLnBrk="1" latinLnBrk="0" hangingPunct="1">
      <a:defRPr sz="816" kern="1200">
        <a:solidFill>
          <a:schemeClr val="tx1"/>
        </a:solidFill>
        <a:latin typeface="+mn-lt"/>
        <a:ea typeface="+mn-ea"/>
        <a:cs typeface="+mn-cs"/>
      </a:defRPr>
    </a:lvl2pPr>
    <a:lvl3pPr marL="414680" algn="l" defTabSz="207340" rtl="0" eaLnBrk="1" latinLnBrk="0" hangingPunct="1">
      <a:defRPr sz="816" kern="1200">
        <a:solidFill>
          <a:schemeClr val="tx1"/>
        </a:solidFill>
        <a:latin typeface="+mn-lt"/>
        <a:ea typeface="+mn-ea"/>
        <a:cs typeface="+mn-cs"/>
      </a:defRPr>
    </a:lvl3pPr>
    <a:lvl4pPr marL="622021" algn="l" defTabSz="207340" rtl="0" eaLnBrk="1" latinLnBrk="0" hangingPunct="1">
      <a:defRPr sz="816" kern="1200">
        <a:solidFill>
          <a:schemeClr val="tx1"/>
        </a:solidFill>
        <a:latin typeface="+mn-lt"/>
        <a:ea typeface="+mn-ea"/>
        <a:cs typeface="+mn-cs"/>
      </a:defRPr>
    </a:lvl4pPr>
    <a:lvl5pPr marL="829361" algn="l" defTabSz="207340" rtl="0" eaLnBrk="1" latinLnBrk="0" hangingPunct="1">
      <a:defRPr sz="816" kern="1200">
        <a:solidFill>
          <a:schemeClr val="tx1"/>
        </a:solidFill>
        <a:latin typeface="+mn-lt"/>
        <a:ea typeface="+mn-ea"/>
        <a:cs typeface="+mn-cs"/>
      </a:defRPr>
    </a:lvl5pPr>
    <a:lvl6pPr marL="1036701" algn="l" defTabSz="207340" rtl="0" eaLnBrk="1" latinLnBrk="0" hangingPunct="1">
      <a:defRPr sz="816" kern="1200">
        <a:solidFill>
          <a:schemeClr val="tx1"/>
        </a:solidFill>
        <a:latin typeface="+mn-lt"/>
        <a:ea typeface="+mn-ea"/>
        <a:cs typeface="+mn-cs"/>
      </a:defRPr>
    </a:lvl6pPr>
    <a:lvl7pPr marL="1244041" algn="l" defTabSz="207340" rtl="0" eaLnBrk="1" latinLnBrk="0" hangingPunct="1">
      <a:defRPr sz="816" kern="1200">
        <a:solidFill>
          <a:schemeClr val="tx1"/>
        </a:solidFill>
        <a:latin typeface="+mn-lt"/>
        <a:ea typeface="+mn-ea"/>
        <a:cs typeface="+mn-cs"/>
      </a:defRPr>
    </a:lvl7pPr>
    <a:lvl8pPr marL="1451381" algn="l" defTabSz="207340" rtl="0" eaLnBrk="1" latinLnBrk="0" hangingPunct="1">
      <a:defRPr sz="816" kern="1200">
        <a:solidFill>
          <a:schemeClr val="tx1"/>
        </a:solidFill>
        <a:latin typeface="+mn-lt"/>
        <a:ea typeface="+mn-ea"/>
        <a:cs typeface="+mn-cs"/>
      </a:defRPr>
    </a:lvl8pPr>
    <a:lvl9pPr marL="1658722" algn="l" defTabSz="207340" rtl="0" eaLnBrk="1" latinLnBrk="0" hangingPunct="1">
      <a:defRPr sz="81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D11611D-4589-AE68-FED2-9F023B544461}" name="Tobias Unger" initials="TU" userId="S::unto1011@hs-karlsruhe.de::ac2bba53-662c-47e6-be32-e48104c639a2" providerId="AD"/>
  <p188:author id="{53DF6B4A-7EC5-C862-4DA5-E40D162ED618}" name="Hauke Stürenburg" initials="" userId="S::stha1012@h-ka.de::a8bb1362-552c-4f92-a794-b11d716a31b4" providerId="AD"/>
  <p188:author id="{B1C7D5B7-C62C-72EF-1484-F62F31472190}" name="Tobias Unger" initials="TU" userId="0a5458e38b5f4a0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FF7E29"/>
    <a:srgbClr val="0E5F84"/>
    <a:srgbClr val="2869AF"/>
    <a:srgbClr val="D9D9D9"/>
    <a:srgbClr val="C4F7BB"/>
    <a:srgbClr val="D62305"/>
    <a:srgbClr val="FFFFFF"/>
    <a:srgbClr val="D723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7B26C5-4107-4FEC-AEDC-1716B250A1EF}">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ittlere Formatvorlage 3 - Akz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202B0CA-FC54-4496-8BCA-5EF66A818D29}" styleName="Dunkle Formatvorlag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Dunkle Formatvorlag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ittlere Formatvorlag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ittlere Formatvorlage 3 - Akz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unkle Formatvorlage 2 - Akzent 1/Akz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unkle Formatvorlage 2 - Akzent 3/Akz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3625" autoAdjust="0"/>
  </p:normalViewPr>
  <p:slideViewPr>
    <p:cSldViewPr snapToGrid="0">
      <p:cViewPr varScale="1">
        <p:scale>
          <a:sx n="100" d="100"/>
          <a:sy n="100" d="100"/>
        </p:scale>
        <p:origin x="556" y="48"/>
      </p:cViewPr>
      <p:guideLst/>
    </p:cSldViewPr>
  </p:slideViewPr>
  <p:notesTextViewPr>
    <p:cViewPr>
      <p:scale>
        <a:sx n="1" d="1"/>
        <a:sy n="1" d="1"/>
      </p:scale>
      <p:origin x="0" y="0"/>
    </p:cViewPr>
  </p:notesTextViewPr>
  <p:notesViewPr>
    <p:cSldViewPr snapToGrid="0">
      <p:cViewPr>
        <p:scale>
          <a:sx n="1" d="2"/>
          <a:sy n="1" d="2"/>
        </p:scale>
        <p:origin x="3920" y="101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font" Target="fonts/font1.fntdata"/><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Unger" userId="0a5458e38b5f4a0f" providerId="LiveId" clId="{5C6CAE59-BAC7-4E9C-B1A6-AA8C1CFC41BD}"/>
    <pc:docChg chg="undo redo custSel addSld delSld modSld sldOrd modMainMaster">
      <pc:chgData name="Tobias Unger" userId="0a5458e38b5f4a0f" providerId="LiveId" clId="{5C6CAE59-BAC7-4E9C-B1A6-AA8C1CFC41BD}" dt="2026-10-08T13:50:17.543" v="1560" actId="166"/>
      <pc:docMkLst>
        <pc:docMk/>
      </pc:docMkLst>
      <pc:sldChg chg="addSp modSp mod">
        <pc:chgData name="Tobias Unger" userId="0a5458e38b5f4a0f" providerId="LiveId" clId="{5C6CAE59-BAC7-4E9C-B1A6-AA8C1CFC41BD}" dt="2026-10-08T13:49:02.227" v="1501" actId="1076"/>
        <pc:sldMkLst>
          <pc:docMk/>
          <pc:sldMk cId="1106493487" sldId="508"/>
        </pc:sldMkLst>
        <pc:grpChg chg="mod">
          <ac:chgData name="Tobias Unger" userId="0a5458e38b5f4a0f" providerId="LiveId" clId="{5C6CAE59-BAC7-4E9C-B1A6-AA8C1CFC41BD}" dt="2026-10-08T13:49:02.227" v="1501" actId="1076"/>
          <ac:grpSpMkLst>
            <pc:docMk/>
            <pc:sldMk cId="1106493487" sldId="508"/>
            <ac:grpSpMk id="2057" creationId="{00000000-0000-0000-0000-000000000000}"/>
          </ac:grpSpMkLst>
        </pc:grpChg>
      </pc:sldChg>
      <pc:sldChg chg="addSp delSp modSp mod">
        <pc:chgData name="Tobias Unger" userId="0a5458e38b5f4a0f" providerId="LiveId" clId="{5C6CAE59-BAC7-4E9C-B1A6-AA8C1CFC41BD}" dt="2026-10-02T16:31:50.802" v="1476" actId="208"/>
        <pc:sldMkLst>
          <pc:docMk/>
          <pc:sldMk cId="1106493487" sldId="509"/>
        </pc:sldMkLst>
      </pc:sldChg>
      <pc:sldChg chg="modSp add mod">
        <pc:chgData name="Tobias Unger" userId="0a5458e38b5f4a0f" providerId="LiveId" clId="{5C6CAE59-BAC7-4E9C-B1A6-AA8C1CFC41BD}" dt="2026-10-08T13:50:17.543" v="1560" actId="166"/>
        <pc:sldMkLst>
          <pc:docMk/>
          <pc:sldMk cId="3624340868" sldId="510"/>
        </pc:sldMkLst>
        <pc:spChg chg="ord">
          <ac:chgData name="Tobias Unger" userId="0a5458e38b5f4a0f" providerId="LiveId" clId="{5C6CAE59-BAC7-4E9C-B1A6-AA8C1CFC41BD}" dt="2026-10-08T13:50:17.543" v="1560" actId="166"/>
          <ac:spMkLst>
            <pc:docMk/>
            <pc:sldMk cId="3624340868" sldId="510"/>
            <ac:spMk id="2004" creationId="{8430387D-DFA8-1911-9A85-2E668E7D2EBA}"/>
          </ac:spMkLst>
        </pc:spChg>
        <pc:grpChg chg="mod">
          <ac:chgData name="Tobias Unger" userId="0a5458e38b5f4a0f" providerId="LiveId" clId="{5C6CAE59-BAC7-4E9C-B1A6-AA8C1CFC41BD}" dt="2026-10-08T13:50:06.268" v="1559" actId="1038"/>
          <ac:grpSpMkLst>
            <pc:docMk/>
            <pc:sldMk cId="3624340868" sldId="510"/>
            <ac:grpSpMk id="2057" creationId="{97660DC1-E1E7-3E35-A678-49CA1A22249C}"/>
          </ac:grpSpMkLst>
        </pc:grpChg>
      </pc:sldChg>
      <pc:sldMasterChg chg="delSldLayout modSldLayout">
        <pc:chgData name="Tobias Unger" userId="0a5458e38b5f4a0f" providerId="LiveId" clId="{5C6CAE59-BAC7-4E9C-B1A6-AA8C1CFC41BD}" dt="2026-10-02T10:07:10.517" v="158" actId="20577"/>
        <pc:sldMasterMkLst>
          <pc:docMk/>
          <pc:sldMasterMk cId="921850606" sldId="2147483823"/>
        </pc:sldMasterMkLst>
        <pc:sldLayoutChg chg="modSp mod">
          <pc:chgData name="Tobias Unger" userId="0a5458e38b5f4a0f" providerId="LiveId" clId="{5C6CAE59-BAC7-4E9C-B1A6-AA8C1CFC41BD}" dt="2026-10-02T10:05:56.679" v="124" actId="20577"/>
          <pc:sldLayoutMkLst>
            <pc:docMk/>
            <pc:sldMasterMk cId="921850606" sldId="2147483823"/>
            <pc:sldLayoutMk cId="1401137780" sldId="2147483824"/>
          </pc:sldLayoutMkLst>
          <pc:spChg chg="mod">
            <ac:chgData name="Tobias Unger" userId="0a5458e38b5f4a0f" providerId="LiveId" clId="{5C6CAE59-BAC7-4E9C-B1A6-AA8C1CFC41BD}" dt="2026-10-02T10:05:56.679" v="124" actId="20577"/>
            <ac:spMkLst>
              <pc:docMk/>
              <pc:sldMasterMk cId="921850606" sldId="2147483823"/>
              <pc:sldLayoutMk cId="1401137780" sldId="2147483824"/>
              <ac:spMk id="4" creationId="{F600A371-89E2-ED47-9691-9E9170B97BE8}"/>
            </ac:spMkLst>
          </pc:spChg>
        </pc:sldLayoutChg>
        <pc:sldLayoutChg chg="modSp mod">
          <pc:chgData name="Tobias Unger" userId="0a5458e38b5f4a0f" providerId="LiveId" clId="{5C6CAE59-BAC7-4E9C-B1A6-AA8C1CFC41BD}" dt="2026-10-02T10:07:10.517" v="158" actId="20577"/>
          <pc:sldLayoutMkLst>
            <pc:docMk/>
            <pc:sldMasterMk cId="921850606" sldId="2147483823"/>
            <pc:sldLayoutMk cId="2257337023" sldId="2147483825"/>
          </pc:sldLayoutMkLst>
          <pc:spChg chg="mod">
            <ac:chgData name="Tobias Unger" userId="0a5458e38b5f4a0f" providerId="LiveId" clId="{5C6CAE59-BAC7-4E9C-B1A6-AA8C1CFC41BD}" dt="2026-10-02T10:07:10.517" v="158" actId="20577"/>
            <ac:spMkLst>
              <pc:docMk/>
              <pc:sldMasterMk cId="921850606" sldId="2147483823"/>
              <pc:sldLayoutMk cId="2257337023" sldId="2147483825"/>
              <ac:spMk id="8" creationId="{C8BD6479-55DD-AC47-9F75-3DCC5AA8DAAA}"/>
            </ac:spMkLst>
          </pc:spChg>
        </pc:sldLayoutChg>
      </pc:sldMasterChg>
      <pc:sldMasterChg chg="modSldLayout sldLayoutOrd">
        <pc:chgData name="Tobias Unger" userId="0a5458e38b5f4a0f" providerId="LiveId" clId="{5C6CAE59-BAC7-4E9C-B1A6-AA8C1CFC41BD}" dt="2026-10-02T10:09:08.682" v="198" actId="20577"/>
        <pc:sldMasterMkLst>
          <pc:docMk/>
          <pc:sldMasterMk cId="2534388412" sldId="2147483826"/>
        </pc:sldMasterMkLst>
        <pc:sldLayoutChg chg="modSp mod">
          <pc:chgData name="Tobias Unger" userId="0a5458e38b5f4a0f" providerId="LiveId" clId="{5C6CAE59-BAC7-4E9C-B1A6-AA8C1CFC41BD}" dt="2026-10-02T10:07:36.214" v="162" actId="20577"/>
          <pc:sldLayoutMkLst>
            <pc:docMk/>
            <pc:sldMasterMk cId="2534388412" sldId="2147483826"/>
            <pc:sldLayoutMk cId="1593054334" sldId="2147483827"/>
          </pc:sldLayoutMkLst>
          <pc:spChg chg="mod">
            <ac:chgData name="Tobias Unger" userId="0a5458e38b5f4a0f" providerId="LiveId" clId="{5C6CAE59-BAC7-4E9C-B1A6-AA8C1CFC41BD}" dt="2026-10-02T10:07:36.214" v="162" actId="20577"/>
            <ac:spMkLst>
              <pc:docMk/>
              <pc:sldMasterMk cId="2534388412" sldId="2147483826"/>
              <pc:sldLayoutMk cId="1593054334" sldId="2147483827"/>
              <ac:spMk id="6" creationId="{6AB2C604-EF2B-4241-9B8D-353525CC64B5}"/>
            </ac:spMkLst>
          </pc:spChg>
        </pc:sldLayoutChg>
        <pc:sldLayoutChg chg="modSp mod">
          <pc:chgData name="Tobias Unger" userId="0a5458e38b5f4a0f" providerId="LiveId" clId="{5C6CAE59-BAC7-4E9C-B1A6-AA8C1CFC41BD}" dt="2026-10-02T10:07:47.534" v="165" actId="20577"/>
          <pc:sldLayoutMkLst>
            <pc:docMk/>
            <pc:sldMasterMk cId="2534388412" sldId="2147483826"/>
            <pc:sldLayoutMk cId="1470982144" sldId="2147483828"/>
          </pc:sldLayoutMkLst>
          <pc:spChg chg="mod">
            <ac:chgData name="Tobias Unger" userId="0a5458e38b5f4a0f" providerId="LiveId" clId="{5C6CAE59-BAC7-4E9C-B1A6-AA8C1CFC41BD}" dt="2026-10-02T10:07:47.534" v="165" actId="20577"/>
            <ac:spMkLst>
              <pc:docMk/>
              <pc:sldMasterMk cId="2534388412" sldId="2147483826"/>
              <pc:sldLayoutMk cId="1470982144" sldId="2147483828"/>
              <ac:spMk id="9" creationId="{C5E3C4FF-AC9F-F54B-8465-1AC4021BC55E}"/>
            </ac:spMkLst>
          </pc:spChg>
        </pc:sldLayoutChg>
        <pc:sldLayoutChg chg="modSp mod ord">
          <pc:chgData name="Tobias Unger" userId="0a5458e38b5f4a0f" providerId="LiveId" clId="{5C6CAE59-BAC7-4E9C-B1A6-AA8C1CFC41BD}" dt="2026-10-02T10:07:54.678" v="170" actId="20577"/>
          <pc:sldLayoutMkLst>
            <pc:docMk/>
            <pc:sldMasterMk cId="2534388412" sldId="2147483826"/>
            <pc:sldLayoutMk cId="1547547267" sldId="2147483829"/>
          </pc:sldLayoutMkLst>
          <pc:spChg chg="mod">
            <ac:chgData name="Tobias Unger" userId="0a5458e38b5f4a0f" providerId="LiveId" clId="{5C6CAE59-BAC7-4E9C-B1A6-AA8C1CFC41BD}" dt="2026-10-02T10:07:54.678" v="170" actId="20577"/>
            <ac:spMkLst>
              <pc:docMk/>
              <pc:sldMasterMk cId="2534388412" sldId="2147483826"/>
              <pc:sldLayoutMk cId="1547547267" sldId="2147483829"/>
              <ac:spMk id="5" creationId="{BACCCF20-7C7E-1A46-AA50-89130936CD2A}"/>
            </ac:spMkLst>
          </pc:spChg>
        </pc:sldLayoutChg>
        <pc:sldLayoutChg chg="modSp mod">
          <pc:chgData name="Tobias Unger" userId="0a5458e38b5f4a0f" providerId="LiveId" clId="{5C6CAE59-BAC7-4E9C-B1A6-AA8C1CFC41BD}" dt="2026-10-02T10:08:02.504" v="174" actId="20577"/>
          <pc:sldLayoutMkLst>
            <pc:docMk/>
            <pc:sldMasterMk cId="2534388412" sldId="2147483826"/>
            <pc:sldLayoutMk cId="3120061420" sldId="2147483830"/>
          </pc:sldLayoutMkLst>
          <pc:spChg chg="mod">
            <ac:chgData name="Tobias Unger" userId="0a5458e38b5f4a0f" providerId="LiveId" clId="{5C6CAE59-BAC7-4E9C-B1A6-AA8C1CFC41BD}" dt="2026-10-02T10:08:02.504" v="174" actId="20577"/>
            <ac:spMkLst>
              <pc:docMk/>
              <pc:sldMasterMk cId="2534388412" sldId="2147483826"/>
              <pc:sldLayoutMk cId="3120061420" sldId="2147483830"/>
              <ac:spMk id="2" creationId="{D50B5E35-EA0F-7F44-9443-E548EA3B39D6}"/>
            </ac:spMkLst>
          </pc:spChg>
        </pc:sldLayoutChg>
        <pc:sldLayoutChg chg="modSp mod">
          <pc:chgData name="Tobias Unger" userId="0a5458e38b5f4a0f" providerId="LiveId" clId="{5C6CAE59-BAC7-4E9C-B1A6-AA8C1CFC41BD}" dt="2026-10-02T10:08:11.198" v="177" actId="20577"/>
          <pc:sldLayoutMkLst>
            <pc:docMk/>
            <pc:sldMasterMk cId="2534388412" sldId="2147483826"/>
            <pc:sldLayoutMk cId="3779162260" sldId="2147483831"/>
          </pc:sldLayoutMkLst>
          <pc:spChg chg="mod">
            <ac:chgData name="Tobias Unger" userId="0a5458e38b5f4a0f" providerId="LiveId" clId="{5C6CAE59-BAC7-4E9C-B1A6-AA8C1CFC41BD}" dt="2026-10-02T10:08:11.198" v="177" actId="20577"/>
            <ac:spMkLst>
              <pc:docMk/>
              <pc:sldMasterMk cId="2534388412" sldId="2147483826"/>
              <pc:sldLayoutMk cId="3779162260" sldId="2147483831"/>
              <ac:spMk id="2" creationId="{19335B3D-A935-7941-BAFB-C7A98F057C47}"/>
            </ac:spMkLst>
          </pc:spChg>
        </pc:sldLayoutChg>
        <pc:sldLayoutChg chg="modSp mod">
          <pc:chgData name="Tobias Unger" userId="0a5458e38b5f4a0f" providerId="LiveId" clId="{5C6CAE59-BAC7-4E9C-B1A6-AA8C1CFC41BD}" dt="2026-10-02T10:08:25.895" v="180" actId="20577"/>
          <pc:sldLayoutMkLst>
            <pc:docMk/>
            <pc:sldMasterMk cId="2534388412" sldId="2147483826"/>
            <pc:sldLayoutMk cId="2512498250" sldId="2147483832"/>
          </pc:sldLayoutMkLst>
          <pc:spChg chg="mod">
            <ac:chgData name="Tobias Unger" userId="0a5458e38b5f4a0f" providerId="LiveId" clId="{5C6CAE59-BAC7-4E9C-B1A6-AA8C1CFC41BD}" dt="2026-10-02T10:08:25.895" v="180" actId="20577"/>
            <ac:spMkLst>
              <pc:docMk/>
              <pc:sldMasterMk cId="2534388412" sldId="2147483826"/>
              <pc:sldLayoutMk cId="2512498250" sldId="2147483832"/>
              <ac:spMk id="2" creationId="{F96A7003-49E0-2846-9672-C857D8C45E91}"/>
            </ac:spMkLst>
          </pc:spChg>
        </pc:sldLayoutChg>
        <pc:sldLayoutChg chg="modSp mod">
          <pc:chgData name="Tobias Unger" userId="0a5458e38b5f4a0f" providerId="LiveId" clId="{5C6CAE59-BAC7-4E9C-B1A6-AA8C1CFC41BD}" dt="2026-10-02T10:08:31.270" v="183" actId="20577"/>
          <pc:sldLayoutMkLst>
            <pc:docMk/>
            <pc:sldMasterMk cId="2534388412" sldId="2147483826"/>
            <pc:sldLayoutMk cId="3449698238" sldId="2147483833"/>
          </pc:sldLayoutMkLst>
          <pc:spChg chg="mod">
            <ac:chgData name="Tobias Unger" userId="0a5458e38b5f4a0f" providerId="LiveId" clId="{5C6CAE59-BAC7-4E9C-B1A6-AA8C1CFC41BD}" dt="2026-10-02T10:08:31.270" v="183" actId="20577"/>
            <ac:spMkLst>
              <pc:docMk/>
              <pc:sldMasterMk cId="2534388412" sldId="2147483826"/>
              <pc:sldLayoutMk cId="3449698238" sldId="2147483833"/>
              <ac:spMk id="4" creationId="{100179CD-2DFE-FE48-88FA-99A080006606}"/>
            </ac:spMkLst>
          </pc:spChg>
        </pc:sldLayoutChg>
        <pc:sldLayoutChg chg="modSp mod">
          <pc:chgData name="Tobias Unger" userId="0a5458e38b5f4a0f" providerId="LiveId" clId="{5C6CAE59-BAC7-4E9C-B1A6-AA8C1CFC41BD}" dt="2026-10-02T10:08:41.511" v="186" actId="20577"/>
          <pc:sldLayoutMkLst>
            <pc:docMk/>
            <pc:sldMasterMk cId="2534388412" sldId="2147483826"/>
            <pc:sldLayoutMk cId="1087756823" sldId="2147483834"/>
          </pc:sldLayoutMkLst>
          <pc:spChg chg="mod">
            <ac:chgData name="Tobias Unger" userId="0a5458e38b5f4a0f" providerId="LiveId" clId="{5C6CAE59-BAC7-4E9C-B1A6-AA8C1CFC41BD}" dt="2026-10-02T10:08:41.511" v="186" actId="20577"/>
            <ac:spMkLst>
              <pc:docMk/>
              <pc:sldMasterMk cId="2534388412" sldId="2147483826"/>
              <pc:sldLayoutMk cId="1087756823" sldId="2147483834"/>
              <ac:spMk id="4" creationId="{73B06E7E-E9A1-9840-A9E1-79686DE197B3}"/>
            </ac:spMkLst>
          </pc:spChg>
        </pc:sldLayoutChg>
        <pc:sldLayoutChg chg="modSp mod">
          <pc:chgData name="Tobias Unger" userId="0a5458e38b5f4a0f" providerId="LiveId" clId="{5C6CAE59-BAC7-4E9C-B1A6-AA8C1CFC41BD}" dt="2026-10-02T10:08:48.141" v="189" actId="20577"/>
          <pc:sldLayoutMkLst>
            <pc:docMk/>
            <pc:sldMasterMk cId="2534388412" sldId="2147483826"/>
            <pc:sldLayoutMk cId="1421266352" sldId="2147483835"/>
          </pc:sldLayoutMkLst>
          <pc:spChg chg="mod">
            <ac:chgData name="Tobias Unger" userId="0a5458e38b5f4a0f" providerId="LiveId" clId="{5C6CAE59-BAC7-4E9C-B1A6-AA8C1CFC41BD}" dt="2026-10-02T10:08:48.141" v="189" actId="20577"/>
            <ac:spMkLst>
              <pc:docMk/>
              <pc:sldMasterMk cId="2534388412" sldId="2147483826"/>
              <pc:sldLayoutMk cId="1421266352" sldId="2147483835"/>
              <ac:spMk id="3" creationId="{439B1BBC-665F-AF4B-8F72-7AB1B40FEBE5}"/>
            </ac:spMkLst>
          </pc:spChg>
        </pc:sldLayoutChg>
        <pc:sldLayoutChg chg="modSp mod">
          <pc:chgData name="Tobias Unger" userId="0a5458e38b5f4a0f" providerId="LiveId" clId="{5C6CAE59-BAC7-4E9C-B1A6-AA8C1CFC41BD}" dt="2026-10-02T10:08:53.552" v="192" actId="20577"/>
          <pc:sldLayoutMkLst>
            <pc:docMk/>
            <pc:sldMasterMk cId="2534388412" sldId="2147483826"/>
            <pc:sldLayoutMk cId="3505848889" sldId="2147483836"/>
          </pc:sldLayoutMkLst>
          <pc:spChg chg="mod">
            <ac:chgData name="Tobias Unger" userId="0a5458e38b5f4a0f" providerId="LiveId" clId="{5C6CAE59-BAC7-4E9C-B1A6-AA8C1CFC41BD}" dt="2026-10-02T10:08:53.552" v="192" actId="20577"/>
            <ac:spMkLst>
              <pc:docMk/>
              <pc:sldMasterMk cId="2534388412" sldId="2147483826"/>
              <pc:sldLayoutMk cId="3505848889" sldId="2147483836"/>
              <ac:spMk id="3" creationId="{33D1ADDF-8F4C-BC48-B65C-59B0BEC4AA8D}"/>
            </ac:spMkLst>
          </pc:spChg>
        </pc:sldLayoutChg>
        <pc:sldLayoutChg chg="modSp mod">
          <pc:chgData name="Tobias Unger" userId="0a5458e38b5f4a0f" providerId="LiveId" clId="{5C6CAE59-BAC7-4E9C-B1A6-AA8C1CFC41BD}" dt="2026-10-02T10:09:00.544" v="195" actId="20577"/>
          <pc:sldLayoutMkLst>
            <pc:docMk/>
            <pc:sldMasterMk cId="2534388412" sldId="2147483826"/>
            <pc:sldLayoutMk cId="2306951066" sldId="2147483838"/>
          </pc:sldLayoutMkLst>
          <pc:spChg chg="mod">
            <ac:chgData name="Tobias Unger" userId="0a5458e38b5f4a0f" providerId="LiveId" clId="{5C6CAE59-BAC7-4E9C-B1A6-AA8C1CFC41BD}" dt="2026-10-02T10:09:00.544" v="195" actId="20577"/>
            <ac:spMkLst>
              <pc:docMk/>
              <pc:sldMasterMk cId="2534388412" sldId="2147483826"/>
              <pc:sldLayoutMk cId="2306951066" sldId="2147483838"/>
              <ac:spMk id="4" creationId="{48B3E935-DC8B-EE4A-A835-A6B75AB07EE4}"/>
            </ac:spMkLst>
          </pc:spChg>
        </pc:sldLayoutChg>
        <pc:sldLayoutChg chg="modSp mod">
          <pc:chgData name="Tobias Unger" userId="0a5458e38b5f4a0f" providerId="LiveId" clId="{5C6CAE59-BAC7-4E9C-B1A6-AA8C1CFC41BD}" dt="2026-10-02T10:09:08.682" v="198" actId="20577"/>
          <pc:sldLayoutMkLst>
            <pc:docMk/>
            <pc:sldMasterMk cId="2534388412" sldId="2147483826"/>
            <pc:sldLayoutMk cId="2574526683" sldId="2147483840"/>
          </pc:sldLayoutMkLst>
          <pc:spChg chg="mod">
            <ac:chgData name="Tobias Unger" userId="0a5458e38b5f4a0f" providerId="LiveId" clId="{5C6CAE59-BAC7-4E9C-B1A6-AA8C1CFC41BD}" dt="2026-10-02T10:09:08.682" v="198" actId="20577"/>
            <ac:spMkLst>
              <pc:docMk/>
              <pc:sldMasterMk cId="2534388412" sldId="2147483826"/>
              <pc:sldLayoutMk cId="2574526683" sldId="2147483840"/>
              <ac:spMk id="3" creationId="{0FADD80C-69BF-394C-8E09-B1E69D9AF17E}"/>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0189E0-1142-8C4C-AC05-A6F1DE011E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a:extLst>
              <a:ext uri="{FF2B5EF4-FFF2-40B4-BE49-F238E27FC236}">
                <a16:creationId xmlns:a16="http://schemas.microsoft.com/office/drawing/2014/main" id="{3EF4CE7F-CDCE-EE4B-955F-AE4E1EB583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Tree>
    <p:extLst>
      <p:ext uri="{BB962C8B-B14F-4D97-AF65-F5344CB8AC3E}">
        <p14:creationId xmlns:p14="http://schemas.microsoft.com/office/powerpoint/2010/main" val="28734179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EF5FE6-0578-6C48-AD34-F15B08E4EDC5}" type="datetimeFigureOut">
              <a:rPr lang="de-DE" smtClean="0"/>
              <a:t>08.10.2026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de-DE"/>
              <a:t>hier</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FB68A-13DA-DB4F-867D-DB048D314C26}" type="slidenum">
              <a:rPr lang="de-DE" smtClean="0"/>
              <a:t>‹Nr.›</a:t>
            </a:fld>
            <a:endParaRPr lang="de-DE"/>
          </a:p>
        </p:txBody>
      </p:sp>
    </p:spTree>
    <p:extLst>
      <p:ext uri="{BB962C8B-B14F-4D97-AF65-F5344CB8AC3E}">
        <p14:creationId xmlns:p14="http://schemas.microsoft.com/office/powerpoint/2010/main" val="2271907043"/>
      </p:ext>
    </p:extLst>
  </p:cSld>
  <p:clrMap bg1="lt1" tx1="dk1" bg2="lt2" tx2="dk2" accent1="accent1" accent2="accent2" accent3="accent3" accent4="accent4" accent5="accent5" accent6="accent6" hlink="hlink" folHlink="folHlink"/>
  <p:hf hdr="0" dt="0"/>
  <p:notesStyle>
    <a:lvl1pPr marL="0" algn="l" defTabSz="414680" rtl="0" eaLnBrk="1" latinLnBrk="0" hangingPunct="1">
      <a:defRPr sz="544" kern="1200">
        <a:solidFill>
          <a:schemeClr val="tx1"/>
        </a:solidFill>
        <a:latin typeface="+mn-lt"/>
        <a:ea typeface="+mn-ea"/>
        <a:cs typeface="+mn-cs"/>
      </a:defRPr>
    </a:lvl1pPr>
    <a:lvl2pPr marL="207340" algn="l" defTabSz="414680" rtl="0" eaLnBrk="1" latinLnBrk="0" hangingPunct="1">
      <a:defRPr sz="544" kern="1200">
        <a:solidFill>
          <a:schemeClr val="tx1"/>
        </a:solidFill>
        <a:latin typeface="+mn-lt"/>
        <a:ea typeface="+mn-ea"/>
        <a:cs typeface="+mn-cs"/>
      </a:defRPr>
    </a:lvl2pPr>
    <a:lvl3pPr marL="414680" algn="l" defTabSz="414680" rtl="0" eaLnBrk="1" latinLnBrk="0" hangingPunct="1">
      <a:defRPr sz="544" kern="1200">
        <a:solidFill>
          <a:schemeClr val="tx1"/>
        </a:solidFill>
        <a:latin typeface="+mn-lt"/>
        <a:ea typeface="+mn-ea"/>
        <a:cs typeface="+mn-cs"/>
      </a:defRPr>
    </a:lvl3pPr>
    <a:lvl4pPr marL="622021" algn="l" defTabSz="414680" rtl="0" eaLnBrk="1" latinLnBrk="0" hangingPunct="1">
      <a:defRPr sz="544" kern="1200">
        <a:solidFill>
          <a:schemeClr val="tx1"/>
        </a:solidFill>
        <a:latin typeface="+mn-lt"/>
        <a:ea typeface="+mn-ea"/>
        <a:cs typeface="+mn-cs"/>
      </a:defRPr>
    </a:lvl4pPr>
    <a:lvl5pPr marL="829361" algn="l" defTabSz="414680" rtl="0" eaLnBrk="1" latinLnBrk="0" hangingPunct="1">
      <a:defRPr sz="544" kern="1200">
        <a:solidFill>
          <a:schemeClr val="tx1"/>
        </a:solidFill>
        <a:latin typeface="+mn-lt"/>
        <a:ea typeface="+mn-ea"/>
        <a:cs typeface="+mn-cs"/>
      </a:defRPr>
    </a:lvl5pPr>
    <a:lvl6pPr marL="1036701" algn="l" defTabSz="414680" rtl="0" eaLnBrk="1" latinLnBrk="0" hangingPunct="1">
      <a:defRPr sz="544" kern="1200">
        <a:solidFill>
          <a:schemeClr val="tx1"/>
        </a:solidFill>
        <a:latin typeface="+mn-lt"/>
        <a:ea typeface="+mn-ea"/>
        <a:cs typeface="+mn-cs"/>
      </a:defRPr>
    </a:lvl6pPr>
    <a:lvl7pPr marL="1244041" algn="l" defTabSz="414680" rtl="0" eaLnBrk="1" latinLnBrk="0" hangingPunct="1">
      <a:defRPr sz="544" kern="1200">
        <a:solidFill>
          <a:schemeClr val="tx1"/>
        </a:solidFill>
        <a:latin typeface="+mn-lt"/>
        <a:ea typeface="+mn-ea"/>
        <a:cs typeface="+mn-cs"/>
      </a:defRPr>
    </a:lvl7pPr>
    <a:lvl8pPr marL="1451381" algn="l" defTabSz="414680" rtl="0" eaLnBrk="1" latinLnBrk="0" hangingPunct="1">
      <a:defRPr sz="544" kern="1200">
        <a:solidFill>
          <a:schemeClr val="tx1"/>
        </a:solidFill>
        <a:latin typeface="+mn-lt"/>
        <a:ea typeface="+mn-ea"/>
        <a:cs typeface="+mn-cs"/>
      </a:defRPr>
    </a:lvl8pPr>
    <a:lvl9pPr marL="1658722" algn="l" defTabSz="414680" rtl="0" eaLnBrk="1" latinLnBrk="0" hangingPunct="1">
      <a:defRPr sz="54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8: Bewegungsschätzung und Vorhersage</a:t>
            </a:r>
          </a:p>
          <a:p>
            <a:r>
              <a:t>Sprechzeit: etwa 75 Sekunden.</a:t>
            </a:r>
          </a:p>
          <a:p>
            <a:endParaRPr/>
          </a:p>
          <a:p>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a:endParaRPr/>
          </a:p>
          <a:p>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a:endParaRPr/>
          </a:p>
          <a:p>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a:endParaRPr/>
          </a:p>
          <a:p>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a:endParaRPr/>
          </a:p>
          <a:p>
            <a:r>
              <a:t>Quellen: Projektbericht/entwuerfe/berichtstext.md, Abschnitt 3.2.2. docs/uebersicht/systemgraph.md. source/roboter_tetris/roboter_tetris/track_estimation.py.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3B11A-7AD9-B1A9-188A-B52B516B3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D0C6A-7415-537A-9490-5341EE04D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97AA2-6A90-2F2B-E41B-572469B9BE6F}"/>
              </a:ext>
            </a:extLst>
          </p:cNvPr>
          <p:cNvSpPr>
            <a:spLocks noGrp="1"/>
          </p:cNvSpPr>
          <p:nvPr>
            <p:ph type="body" idx="1"/>
          </p:nvPr>
        </p:nvSpPr>
        <p:spPr/>
        <p:txBody>
          <a:bodyPr/>
          <a:lstStyle/>
          <a:p>
            <a:r>
              <a:t>Folie 8: Bewegungsschätzung und Vorhersage</a:t>
            </a:r>
          </a:p>
          <a:p>
            <a:r>
              <a:t>Sprechzeit: etwa 75 Sekunden.</a:t>
            </a:r>
          </a:p>
          <a:p>
            <a:endParaRPr/>
          </a:p>
          <a:p>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a:endParaRPr/>
          </a:p>
          <a:p>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a:endParaRPr/>
          </a:p>
          <a:p>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a:endParaRPr/>
          </a:p>
          <a:p>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a:endParaRPr/>
          </a:p>
          <a:p>
            <a:r>
              <a:t>Quellen: Projektbericht/entwuerfe/berichtstext.md, Abschnitt 3.2.2. docs/uebersicht/systemgraph.md. source/roboter_tetris/roboter_tetris/track_estimation.py. Stand 02.10.2026.</a:t>
            </a:r>
          </a:p>
        </p:txBody>
      </p:sp>
      <p:sp>
        <p:nvSpPr>
          <p:cNvPr id="4" name="Slide Number Placeholder 3">
            <a:extLst>
              <a:ext uri="{FF2B5EF4-FFF2-40B4-BE49-F238E27FC236}">
                <a16:creationId xmlns:a16="http://schemas.microsoft.com/office/drawing/2014/main" id="{1CEA79EB-F90F-0E2C-137F-07917CA990A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89933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Folie 8: Bewegungsschätzung und Vorhersage</a:t>
            </a:r>
          </a:p>
          <a:p>
            <a:r>
              <a:t>Sprechzeit: etwa 75 Sekunden.</a:t>
            </a:r>
          </a:p>
          <a:p>
            <a:endParaRPr/>
          </a:p>
          <a:p>
            <a:r>
              <a:t>Die schematische Draufsicht zeigt die Positionshistorien von zwei Gegenständen auf dem Förderband. Die vertikale Achse bezeichnet die x-Koordinate, die horizontale Achse die y-Koordinate und die Bandrichtung. Diese frei gewählten Achsen stellen kein maßstäbliches Abbild des Laufzeitrahmens world dar. Im realen Aufbau läuft das Band in negativer world-y-Richtung.</a:t>
            </a:r>
          </a:p>
          <a:p>
            <a:endParaRPr/>
          </a:p>
          <a:p>
            <a:r>
              <a:t>Die blauen und grünen Punkte sind einzelne, nicht verbundene Kamerabeobachtungen. Alle Punkte liegen im Kamerabereich. Die untere Punktreihe enthält weniger Messungen, größere Längsabstände und stärkere Streuung als die obere. Die gestrichelten Geraden sind Ausgleichsgeraden zu den gezeichneten Punktwolken. Sie laufen über das Ende des Kamerabilds hinaus bis zum Ende der horizontalen Achse. Die durchgezogene rote Gerade veranschaulicht eine gemeinsame Bewegungsschätzung mit einer Richtung zwischen den beiden Einzelschätzungen. Die gezeichneten Punkte und Geraden sind illustrative Daten und keine protokollierte Messreihe. Die genaue Mittelung der gezeichneten Geraden ist keine Beschreibung des Implementierungsalgorithmus.</a:t>
            </a:r>
          </a:p>
          <a:p>
            <a:endParaRPr/>
          </a:p>
          <a:p>
            <a:r>
              <a:t>In einer x/y-Darstellung zeigt die Geradensteigung die Bewegungsrichtung. Den Geschwindigkeitsbetrag kann man daraus allein nicht ablesen. Dafür wertet vectoring die Positionshistorien zusammen mit ihren Zeitstempeln aus. Unterschiedliche räumliche Punktabstände können auch durch unterschiedlich viele Beobachtungen entstehen. Die Bandkalibrierung bestimmt die geometrische Transformation, nicht die Bandbewegung.</a:t>
            </a:r>
          </a:p>
          <a:p>
            <a:endParaRPr/>
          </a:p>
          <a:p>
            <a:r>
              <a:t>Im System: Einschwingen über zwei Fenster mit jeweils 5 Messungen und einer Geschwindigkeitstoleranz von 0,01 m/s. Aus den stabilen Tracks entsteht eine gemeinsame Ausgleichsrechnung für Betrag und Richtung der Bandgeschwindigkeit. Lange, ungestörte Messreihen erhalten mehr Gewicht als kurze. Position, Abmessungen und Orientierung werden ab dem Einschwingen über die letzten 20 Messungen geglättet. Mit der Bandgeschwindigkeit führt vectoring die Objektpositionen hinter dem Bildbereich weiter. Die dokumentierte bildbasierte Schätzung betrug rund 128 mm/s, die Gegenprobe mit Stoppuhr 125 bis 133 mm/s. Diese Werte gehören zu einer dokumentierten Gegenprobe und sind nicht aus dieser Skizze abgelesen.</a:t>
            </a:r>
          </a:p>
          <a:p>
            <a:endParaRPr/>
          </a:p>
          <a:p>
            <a:r>
              <a:t>Quellen: Projektbericht/entwuerfe/berichtstext.md, Abschnitt 3.2.2. docs/uebersicht/systemgraph.md. source/roboter_tetris/roboter_tetris/track_estimation.py. Stand 02.10.2026.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6.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7.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8.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9.jpe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2.jpe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 Id="rId4" Type="http://schemas.openxmlformats.org/officeDocument/2006/relationships/image" Target="../media/image24.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emf"/><Relationship Id="rId1" Type="http://schemas.openxmlformats.org/officeDocument/2006/relationships/slideMaster" Target="../slideMasters/slideMaster3.xml"/><Relationship Id="rId6" Type="http://schemas.openxmlformats.org/officeDocument/2006/relationships/image" Target="../media/image1.svg"/><Relationship Id="rId5" Type="http://schemas.openxmlformats.org/officeDocument/2006/relationships/image" Target="../media/image2.svg"/><Relationship Id="rId4" Type="http://schemas.openxmlformats.org/officeDocument/2006/relationships/image" Target="../media/image26.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5" Type="http://schemas.openxmlformats.org/officeDocument/2006/relationships/image" Target="../media/image9.svg"/><Relationship Id="rId4" Type="http://schemas.openxmlformats.org/officeDocument/2006/relationships/image" Target="../media/image27.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MT_Präsentation // Cover_V1">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3672527"/>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4" name="Textplatzhalter 3">
            <a:extLst>
              <a:ext uri="{FF2B5EF4-FFF2-40B4-BE49-F238E27FC236}">
                <a16:creationId xmlns:a16="http://schemas.microsoft.com/office/drawing/2014/main" id="{F600A371-89E2-ED47-9691-9E9170B97BE8}"/>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accent5"/>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Tree>
    <p:extLst>
      <p:ext uri="{BB962C8B-B14F-4D97-AF65-F5344CB8AC3E}">
        <p14:creationId xmlns:p14="http://schemas.microsoft.com/office/powerpoint/2010/main" val="1401137780"/>
      </p:ext>
    </p:extLst>
  </p:cSld>
  <p:clrMapOvr>
    <a:masterClrMapping/>
  </p:clrMapOvr>
  <p:extLst>
    <p:ext uri="{DCECCB84-F9BA-43D5-87BE-67443E8EF086}">
      <p15:sldGuideLst xmlns:p15="http://schemas.microsoft.com/office/powerpoint/2012/main">
        <p15:guide id="1" orient="horz" pos="1729" userDrawn="1">
          <p15:clr>
            <a:srgbClr val="FBAE40"/>
          </p15:clr>
        </p15:guide>
        <p15:guide id="3" orient="horz" pos="157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MT_Präsentation // Cover_V2">
    <p:bg>
      <p:bgPr>
        <a:solidFill>
          <a:schemeClr val="bg1"/>
        </a:solidFill>
        <a:effectLst/>
      </p:bgPr>
    </p:bg>
    <p:spTree>
      <p:nvGrpSpPr>
        <p:cNvPr id="1" name=""/>
        <p:cNvGrpSpPr/>
        <p:nvPr/>
      </p:nvGrpSpPr>
      <p:grpSpPr>
        <a:xfrm>
          <a:off x="0" y="0"/>
          <a:ext cx="0" cy="0"/>
          <a:chOff x="0" y="0"/>
          <a:chExt cx="0" cy="0"/>
        </a:xfrm>
      </p:grpSpPr>
      <p:sp>
        <p:nvSpPr>
          <p:cNvPr id="6" name="Bildplatzhalter 8">
            <a:extLst>
              <a:ext uri="{FF2B5EF4-FFF2-40B4-BE49-F238E27FC236}">
                <a16:creationId xmlns:a16="http://schemas.microsoft.com/office/drawing/2014/main" id="{36ED98AA-1C46-0443-A5FC-11C077AE8100}"/>
              </a:ext>
            </a:extLst>
          </p:cNvPr>
          <p:cNvSpPr>
            <a:spLocks noGrp="1"/>
          </p:cNvSpPr>
          <p:nvPr>
            <p:ph type="pic" sz="quarter" idx="12"/>
          </p:nvPr>
        </p:nvSpPr>
        <p:spPr>
          <a:xfrm>
            <a:off x="0" y="2744789"/>
            <a:ext cx="12192000" cy="4106081"/>
          </a:xfrm>
          <a:prstGeom prst="rect">
            <a:avLst/>
          </a:prstGeom>
          <a:solidFill>
            <a:schemeClr val="bg1">
              <a:lumMod val="95000"/>
            </a:schemeClr>
          </a:solidFill>
        </p:spPr>
        <p:txBody>
          <a:bodyPr/>
          <a:lstStyle>
            <a:lvl1pPr marL="0" indent="0">
              <a:buNone/>
              <a:defRPr sz="2000" b="0" i="0">
                <a:latin typeface="Calibri" panose="020F0502020204030204" pitchFamily="34" charset="0"/>
                <a:cs typeface="Calibri" panose="020F0502020204030204" pitchFamily="34" charset="0"/>
              </a:defRPr>
            </a:lvl1pPr>
          </a:lstStyle>
          <a:p>
            <a:r>
              <a:rPr lang="de-DE"/>
              <a:t>Bild durch Klicken auf Symbol hinzufügen</a:t>
            </a:r>
          </a:p>
        </p:txBody>
      </p:sp>
      <p:sp>
        <p:nvSpPr>
          <p:cNvPr id="7" name="Textfeld 6">
            <a:extLst>
              <a:ext uri="{FF2B5EF4-FFF2-40B4-BE49-F238E27FC236}">
                <a16:creationId xmlns:a16="http://schemas.microsoft.com/office/drawing/2014/main" id="{EBC4D843-9687-5E47-9E23-8DA6E1D2F540}"/>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feld 7">
            <a:extLst>
              <a:ext uri="{FF2B5EF4-FFF2-40B4-BE49-F238E27FC236}">
                <a16:creationId xmlns:a16="http://schemas.microsoft.com/office/drawing/2014/main" id="{AB4AE916-8FBE-0A48-921A-1DECF82C926C}"/>
              </a:ext>
            </a:extLst>
          </p:cNvPr>
          <p:cNvSpPr txBox="1"/>
          <p:nvPr userDrawn="1"/>
        </p:nvSpPr>
        <p:spPr>
          <a:xfrm>
            <a:off x="543403" y="4065509"/>
            <a:ext cx="8023301" cy="1950116"/>
          </a:xfrm>
          <a:prstGeom prst="rect">
            <a:avLst/>
          </a:prstGeom>
          <a:ln>
            <a:noFill/>
          </a:ln>
        </p:spPr>
        <p:txBody>
          <a:bodyPr wrap="square" lIns="0" tIns="0" rIns="0" bIns="0" rtlCol="0" anchor="t">
            <a:noAutofit/>
          </a:bodyPr>
          <a:lstStyle/>
          <a:p>
            <a:pPr algn="l">
              <a:lnSpc>
                <a:spcPts val="4763"/>
              </a:lnSpc>
            </a:pPr>
            <a:endParaRPr lang="de-DE" sz="4717" b="0" i="0" baseline="0">
              <a:solidFill>
                <a:srgbClr val="E63214"/>
              </a:solidFill>
              <a:latin typeface="Calibri" panose="020F0502020204030204" pitchFamily="34" charset="0"/>
            </a:endParaRPr>
          </a:p>
        </p:txBody>
      </p:sp>
      <p:sp>
        <p:nvSpPr>
          <p:cNvPr id="9" name="Textplatzhalter 11">
            <a:extLst>
              <a:ext uri="{FF2B5EF4-FFF2-40B4-BE49-F238E27FC236}">
                <a16:creationId xmlns:a16="http://schemas.microsoft.com/office/drawing/2014/main" id="{EF3C5B44-AC6E-2D48-924E-3901DAE94B9A}"/>
              </a:ext>
            </a:extLst>
          </p:cNvPr>
          <p:cNvSpPr>
            <a:spLocks noGrp="1"/>
          </p:cNvSpPr>
          <p:nvPr>
            <p:ph type="body" sz="quarter" idx="13" hasCustomPrompt="1"/>
          </p:nvPr>
        </p:nvSpPr>
        <p:spPr>
          <a:xfrm>
            <a:off x="333044" y="1548000"/>
            <a:ext cx="9601200" cy="1093600"/>
          </a:xfrm>
          <a:prstGeom prst="rect">
            <a:avLst/>
          </a:prstGeom>
        </p:spPr>
        <p:txBody>
          <a:bodyPr vert="horz" lIns="0" tIns="0" rIns="0" bIns="0" anchor="b" anchorCtr="0"/>
          <a:lstStyle>
            <a:lvl1pPr marL="0" indent="0">
              <a:lnSpc>
                <a:spcPts val="4200"/>
              </a:lnSpc>
              <a:spcBef>
                <a:spcPts val="0"/>
              </a:spcBef>
              <a:buFontTx/>
              <a:buNone/>
              <a:defRPr sz="4400" spc="-70" baseline="0">
                <a:solidFill>
                  <a:schemeClr val="accent5"/>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p>
        </p:txBody>
      </p:sp>
      <p:sp>
        <p:nvSpPr>
          <p:cNvPr id="10" name="Bildplatzhalter 3">
            <a:extLst>
              <a:ext uri="{FF2B5EF4-FFF2-40B4-BE49-F238E27FC236}">
                <a16:creationId xmlns:a16="http://schemas.microsoft.com/office/drawing/2014/main" id="{63594EE7-6D4C-F342-9549-A73FD626E6D5}"/>
              </a:ext>
            </a:extLst>
          </p:cNvPr>
          <p:cNvSpPr>
            <a:spLocks noGrp="1"/>
          </p:cNvSpPr>
          <p:nvPr>
            <p:ph type="pic" sz="quarter" idx="14"/>
          </p:nvPr>
        </p:nvSpPr>
        <p:spPr>
          <a:xfrm>
            <a:off x="10663200" y="2065732"/>
            <a:ext cx="1355141"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chemeClr val="bg1"/>
                </a:solidFill>
              </a:defRPr>
            </a:lvl1pPr>
          </a:lstStyle>
          <a:p>
            <a:r>
              <a:rPr lang="de-DE"/>
              <a:t>Bild durch Klicken auf Symbol hinzufügen</a:t>
            </a:r>
          </a:p>
        </p:txBody>
      </p:sp>
      <p:sp>
        <p:nvSpPr>
          <p:cNvPr id="2" name="Textfeld 1">
            <a:extLst>
              <a:ext uri="{FF2B5EF4-FFF2-40B4-BE49-F238E27FC236}">
                <a16:creationId xmlns:a16="http://schemas.microsoft.com/office/drawing/2014/main" id="{0EC0280D-1DC9-4D4F-8C6D-4C387A85644A}"/>
              </a:ext>
            </a:extLst>
          </p:cNvPr>
          <p:cNvSpPr txBox="1"/>
          <p:nvPr userDrawn="1"/>
        </p:nvSpPr>
        <p:spPr>
          <a:xfrm>
            <a:off x="-2356645" y="2343995"/>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Grundlinie Headline</a:t>
            </a:r>
          </a:p>
        </p:txBody>
      </p:sp>
      <p:sp>
        <p:nvSpPr>
          <p:cNvPr id="11" name="Textfeld 10">
            <a:extLst>
              <a:ext uri="{FF2B5EF4-FFF2-40B4-BE49-F238E27FC236}">
                <a16:creationId xmlns:a16="http://schemas.microsoft.com/office/drawing/2014/main" id="{8F7E0B84-5208-5649-A1CA-6D74146EDC74}"/>
              </a:ext>
            </a:extLst>
          </p:cNvPr>
          <p:cNvSpPr txBox="1"/>
          <p:nvPr userDrawn="1"/>
        </p:nvSpPr>
        <p:spPr>
          <a:xfrm>
            <a:off x="-2382169" y="272662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 K</a:t>
            </a:r>
          </a:p>
        </p:txBody>
      </p:sp>
      <p:sp>
        <p:nvSpPr>
          <p:cNvPr id="12" name="Textfeld 11">
            <a:extLst>
              <a:ext uri="{FF2B5EF4-FFF2-40B4-BE49-F238E27FC236}">
                <a16:creationId xmlns:a16="http://schemas.microsoft.com/office/drawing/2014/main" id="{86480DE9-73A8-2249-BD4A-8C2D2FA63776}"/>
              </a:ext>
            </a:extLst>
          </p:cNvPr>
          <p:cNvSpPr txBox="1"/>
          <p:nvPr userDrawn="1"/>
        </p:nvSpPr>
        <p:spPr>
          <a:xfrm>
            <a:off x="-2382169" y="629614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Bild</a:t>
            </a:r>
          </a:p>
        </p:txBody>
      </p:sp>
      <p:pic>
        <p:nvPicPr>
          <p:cNvPr id="13" name="Grafik 12">
            <a:extLst>
              <a:ext uri="{FF2B5EF4-FFF2-40B4-BE49-F238E27FC236}">
                <a16:creationId xmlns:a16="http://schemas.microsoft.com/office/drawing/2014/main" id="{F8D9F442-01BB-6F4C-A1FF-816B3394AAEB}"/>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Tree>
    <p:extLst>
      <p:ext uri="{BB962C8B-B14F-4D97-AF65-F5344CB8AC3E}">
        <p14:creationId xmlns:p14="http://schemas.microsoft.com/office/powerpoint/2010/main" val="656871068"/>
      </p:ext>
    </p:extLst>
  </p:cSld>
  <p:clrMapOvr>
    <a:masterClrMapping/>
  </p:clrMapOvr>
  <p:extLst>
    <p:ext uri="{DCECCB84-F9BA-43D5-87BE-67443E8EF086}">
      <p15:sldGuideLst xmlns:p15="http://schemas.microsoft.com/office/powerpoint/2012/main">
        <p15:guide id="1" orient="horz" pos="1729">
          <p15:clr>
            <a:srgbClr val="FBAE40"/>
          </p15:clr>
        </p15:guide>
        <p15:guide id="3" orient="horz" pos="157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MT_Präsentation // Cover_V3">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4" name="Textplatzhalter 11">
            <a:extLst>
              <a:ext uri="{FF2B5EF4-FFF2-40B4-BE49-F238E27FC236}">
                <a16:creationId xmlns:a16="http://schemas.microsoft.com/office/drawing/2014/main" id="{AD848F20-E885-8540-A608-6B6DA063C484}"/>
              </a:ext>
            </a:extLst>
          </p:cNvPr>
          <p:cNvSpPr>
            <a:spLocks noGrp="1"/>
          </p:cNvSpPr>
          <p:nvPr>
            <p:ph type="body" sz="quarter" idx="11" hasCustomPrompt="1"/>
          </p:nvPr>
        </p:nvSpPr>
        <p:spPr>
          <a:xfrm>
            <a:off x="334963" y="1881001"/>
            <a:ext cx="9601200" cy="1488815"/>
          </a:xfrm>
          <a:prstGeom prst="rect">
            <a:avLst/>
          </a:prstGeom>
        </p:spPr>
        <p:txBody>
          <a:bodyPr lIns="0" tIns="0" rIns="0" bIns="0" anchor="t" anchorCtr="0"/>
          <a:lstStyle>
            <a:lvl1pPr marL="0" indent="0">
              <a:lnSpc>
                <a:spcPts val="4200"/>
              </a:lnSpc>
              <a:spcBef>
                <a:spcPts val="0"/>
              </a:spcBef>
              <a:buFontTx/>
              <a:buNone/>
              <a:defRPr sz="4400" spc="-70" baseline="0">
                <a:solidFill>
                  <a:srgbClr val="FFFFFF"/>
                </a:solidFill>
                <a:latin typeface="Calibri" panose="020F0502020204030204" pitchFamily="34" charset="0"/>
                <a:cs typeface="Calibri" panose="020F0502020204030204" pitchFamily="34" charset="0"/>
              </a:defRPr>
            </a:lvl1pPr>
          </a:lstStyle>
          <a:p>
            <a:pPr lvl="0"/>
            <a:r>
              <a:rPr lang="de-DE"/>
              <a:t>Willkommen!</a:t>
            </a:r>
          </a:p>
          <a:p>
            <a:pPr lvl="0"/>
            <a:r>
              <a:rPr lang="de-DE"/>
              <a:t>Hier steht die Headline </a:t>
            </a:r>
            <a:br>
              <a:rPr lang="de-DE"/>
            </a:br>
            <a:r>
              <a:rPr lang="de-DE"/>
              <a:t>der Präsentation</a:t>
            </a:r>
          </a:p>
        </p:txBody>
      </p:sp>
      <p:sp>
        <p:nvSpPr>
          <p:cNvPr id="2" name="Textfeld 1">
            <a:extLst>
              <a:ext uri="{FF2B5EF4-FFF2-40B4-BE49-F238E27FC236}">
                <a16:creationId xmlns:a16="http://schemas.microsoft.com/office/drawing/2014/main" id="{D9190E2B-E77D-C849-914C-35375BDC90B2}"/>
              </a:ext>
            </a:extLst>
          </p:cNvPr>
          <p:cNvSpPr txBox="1"/>
          <p:nvPr userDrawn="1"/>
        </p:nvSpPr>
        <p:spPr>
          <a:xfrm>
            <a:off x="1063468" y="6629836"/>
            <a:ext cx="0" cy="0"/>
          </a:xfrm>
          <a:prstGeom prst="rect">
            <a:avLst/>
          </a:prstGeom>
          <a:ln>
            <a:solidFill>
              <a:schemeClr val="accent1"/>
            </a:solidFill>
          </a:ln>
        </p:spPr>
        <p:txBody>
          <a:bodyPr wrap="none" rtlCol="0" anchor="b">
            <a:noAutofit/>
          </a:bodyPr>
          <a:lstStyle/>
          <a:p>
            <a:pPr algn="l"/>
            <a:endParaRPr lang="de-DE" sz="370" err="1"/>
          </a:p>
        </p:txBody>
      </p:sp>
      <p:sp>
        <p:nvSpPr>
          <p:cNvPr id="4" name="Bildplatzhalter 3">
            <a:extLst>
              <a:ext uri="{FF2B5EF4-FFF2-40B4-BE49-F238E27FC236}">
                <a16:creationId xmlns:a16="http://schemas.microsoft.com/office/drawing/2014/main" id="{0DEA4B71-C0F6-A143-91CD-20DCCAFE1ECE}"/>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a:defRPr sz="100" baseline="0">
                <a:solidFill>
                  <a:srgbClr val="D72305"/>
                </a:solidFill>
              </a:defRPr>
            </a:lvl1pPr>
          </a:lstStyle>
          <a:p>
            <a:r>
              <a:rPr lang="de-DE"/>
              <a:t>Bild durch Klicken auf Symbol hinzufügen</a:t>
            </a:r>
          </a:p>
        </p:txBody>
      </p:sp>
      <p:pic>
        <p:nvPicPr>
          <p:cNvPr id="9" name="Grafik 8">
            <a:extLst>
              <a:ext uri="{FF2B5EF4-FFF2-40B4-BE49-F238E27FC236}">
                <a16:creationId xmlns:a16="http://schemas.microsoft.com/office/drawing/2014/main" id="{8497CFA3-6340-C34D-B768-F7A95EB4E9C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400"/>
            <a:ext cx="1356360" cy="914400"/>
          </a:xfrm>
          <a:prstGeom prst="rect">
            <a:avLst/>
          </a:prstGeom>
        </p:spPr>
      </p:pic>
      <p:sp>
        <p:nvSpPr>
          <p:cNvPr id="8" name="Textplatzhalter 3">
            <a:extLst>
              <a:ext uri="{FF2B5EF4-FFF2-40B4-BE49-F238E27FC236}">
                <a16:creationId xmlns:a16="http://schemas.microsoft.com/office/drawing/2014/main" id="{C8BD6479-55DD-AC47-9F75-3DCC5AA8DAAA}"/>
              </a:ext>
            </a:extLst>
          </p:cNvPr>
          <p:cNvSpPr>
            <a:spLocks noGrp="1"/>
          </p:cNvSpPr>
          <p:nvPr>
            <p:ph type="body" sz="quarter" idx="15" hasCustomPrompt="1"/>
          </p:nvPr>
        </p:nvSpPr>
        <p:spPr>
          <a:xfrm>
            <a:off x="334800" y="6560424"/>
            <a:ext cx="3271937" cy="102315"/>
          </a:xfrm>
          <a:prstGeom prst="rect">
            <a:avLst/>
          </a:prstGeom>
        </p:spPr>
        <p:txBody>
          <a:bodyPr lIns="0" tIns="0" rIns="0" bIns="0"/>
          <a:lstStyle>
            <a:lvl1pPr marL="0" indent="0">
              <a:buNone/>
              <a:defRPr sz="907" b="0" baseline="0">
                <a:solidFill>
                  <a:schemeClr val="tx2"/>
                </a:solidFill>
                <a:latin typeface="Calibri" panose="020F0502020204030204" pitchFamily="34" charset="0"/>
                <a:cs typeface="Calibri" panose="020F0502020204030204" pitchFamily="34" charset="0"/>
              </a:defRPr>
            </a:lvl1pPr>
          </a:lstStyle>
          <a:p>
            <a:pPr lvl="0"/>
            <a:r>
              <a:rPr lang="de-DE" dirty="0"/>
              <a:t>FuE-Projekt Sommersemester 2026 | 30.09.2026</a:t>
            </a:r>
          </a:p>
        </p:txBody>
      </p:sp>
      <p:sp>
        <p:nvSpPr>
          <p:cNvPr id="12" name="Textfeld 11">
            <a:extLst>
              <a:ext uri="{FF2B5EF4-FFF2-40B4-BE49-F238E27FC236}">
                <a16:creationId xmlns:a16="http://schemas.microsoft.com/office/drawing/2014/main" id="{D9A9E72F-1ACA-F247-8BD4-0C1BBC4CCD82}"/>
              </a:ext>
            </a:extLst>
          </p:cNvPr>
          <p:cNvSpPr txBox="1"/>
          <p:nvPr userDrawn="1"/>
        </p:nvSpPr>
        <p:spPr>
          <a:xfrm>
            <a:off x="-2382169" y="1828971"/>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pic>
        <p:nvPicPr>
          <p:cNvPr id="5" name="Grafik 4" descr="Ein Bild, das Text enthält.&#10;&#10;Automatisch generierte Beschreibung">
            <a:extLst>
              <a:ext uri="{FF2B5EF4-FFF2-40B4-BE49-F238E27FC236}">
                <a16:creationId xmlns:a16="http://schemas.microsoft.com/office/drawing/2014/main" id="{F9C5C9DE-460D-3A49-889E-B30613FE6DB5}"/>
              </a:ext>
            </a:extLst>
          </p:cNvPr>
          <p:cNvPicPr>
            <a:picLocks noChangeAspect="1"/>
          </p:cNvPicPr>
          <p:nvPr userDrawn="1"/>
        </p:nvPicPr>
        <p:blipFill>
          <a:blip r:embed="rId4">
            <a:alphaModFix amt="50000"/>
          </a:blip>
          <a:stretch>
            <a:fillRect/>
          </a:stretch>
        </p:blipFill>
        <p:spPr>
          <a:xfrm>
            <a:off x="12557760" y="7129"/>
            <a:ext cx="12192000" cy="6843742"/>
          </a:xfrm>
          <a:prstGeom prst="rect">
            <a:avLst/>
          </a:prstGeom>
        </p:spPr>
      </p:pic>
      <p:pic>
        <p:nvPicPr>
          <p:cNvPr id="11" name="Grafik 10">
            <a:extLst>
              <a:ext uri="{FF2B5EF4-FFF2-40B4-BE49-F238E27FC236}">
                <a16:creationId xmlns:a16="http://schemas.microsoft.com/office/drawing/2014/main" id="{AF38B288-F314-D247-B61E-DD5F7516106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2257337023"/>
      </p:ext>
    </p:extLst>
  </p:cSld>
  <p:clrMapOvr>
    <a:masterClrMapping/>
  </p:clrMapOvr>
  <p:extLst>
    <p:ext uri="{DCECCB84-F9BA-43D5-87BE-67443E8EF086}">
      <p15:sldGuideLst xmlns:p15="http://schemas.microsoft.com/office/powerpoint/2012/main">
        <p15:guide id="2" orient="horz" pos="118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MT_Präsentation // Headline + F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8" name="Textplatzhalter 2">
            <a:extLst>
              <a:ext uri="{FF2B5EF4-FFF2-40B4-BE49-F238E27FC236}">
                <a16:creationId xmlns:a16="http://schemas.microsoft.com/office/drawing/2014/main" id="{86E46402-E95E-8E4B-91CE-C6482D95DF06}"/>
              </a:ext>
            </a:extLst>
          </p:cNvPr>
          <p:cNvSpPr>
            <a:spLocks noGrp="1"/>
          </p:cNvSpPr>
          <p:nvPr>
            <p:ph type="body" sz="quarter" idx="18" hasCustomPrompt="1"/>
          </p:nvPr>
        </p:nvSpPr>
        <p:spPr>
          <a:xfrm>
            <a:off x="334960" y="1206001"/>
            <a:ext cx="10909303" cy="4599488"/>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9" name="Textplatzhalter 2">
            <a:extLst>
              <a:ext uri="{FF2B5EF4-FFF2-40B4-BE49-F238E27FC236}">
                <a16:creationId xmlns:a16="http://schemas.microsoft.com/office/drawing/2014/main" id="{901185BA-D52F-D14B-86B3-9443C18925BC}"/>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sp>
        <p:nvSpPr>
          <p:cNvPr id="14" name="Textfeld 13">
            <a:extLst>
              <a:ext uri="{FF2B5EF4-FFF2-40B4-BE49-F238E27FC236}">
                <a16:creationId xmlns:a16="http://schemas.microsoft.com/office/drawing/2014/main" id="{D2E72119-490B-1845-9D75-16B134CF87E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C97E69B1-EE6A-9E46-A114-65ACB38752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pic>
        <p:nvPicPr>
          <p:cNvPr id="16" name="Grafik 15">
            <a:extLst>
              <a:ext uri="{FF2B5EF4-FFF2-40B4-BE49-F238E27FC236}">
                <a16:creationId xmlns:a16="http://schemas.microsoft.com/office/drawing/2014/main" id="{D318F462-CCE5-C94F-B170-2AB521F1013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6" name="Datumsplatzhalter 5">
            <a:extLst>
              <a:ext uri="{FF2B5EF4-FFF2-40B4-BE49-F238E27FC236}">
                <a16:creationId xmlns:a16="http://schemas.microsoft.com/office/drawing/2014/main" id="{6AB2C604-EF2B-4241-9B8D-353525CC64B5}"/>
              </a:ext>
            </a:extLst>
          </p:cNvPr>
          <p:cNvSpPr>
            <a:spLocks noGrp="1"/>
          </p:cNvSpPr>
          <p:nvPr>
            <p:ph type="dt" sz="half" idx="27"/>
          </p:nvPr>
        </p:nvSpPr>
        <p:spPr/>
        <p:txBody>
          <a:bodyPr/>
          <a:lstStyle/>
          <a:p>
            <a:pPr lvl="0"/>
            <a:r>
              <a:rPr lang="de-DE" dirty="0"/>
              <a:t>FuE-Projekt Sommersemester 2026 | 30.09.2026</a:t>
            </a:r>
          </a:p>
        </p:txBody>
      </p:sp>
      <p:sp>
        <p:nvSpPr>
          <p:cNvPr id="7" name="Fußzeilenplatzhalter 6">
            <a:extLst>
              <a:ext uri="{FF2B5EF4-FFF2-40B4-BE49-F238E27FC236}">
                <a16:creationId xmlns:a16="http://schemas.microsoft.com/office/drawing/2014/main" id="{0536C2A7-C47B-254D-B8A7-9A5F4F781FC8}"/>
              </a:ext>
            </a:extLst>
          </p:cNvPr>
          <p:cNvSpPr>
            <a:spLocks noGrp="1"/>
          </p:cNvSpPr>
          <p:nvPr>
            <p:ph type="ftr" sz="quarter" idx="28"/>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7CA1E7AB-4DEA-5C4B-BF0E-2A91CF7C83B6}"/>
              </a:ext>
            </a:extLst>
          </p:cNvPr>
          <p:cNvSpPr>
            <a:spLocks noGrp="1"/>
          </p:cNvSpPr>
          <p:nvPr>
            <p:ph type="sldNum" sz="quarter" idx="29"/>
          </p:nvPr>
        </p:nvSpPr>
        <p:spPr/>
        <p:txBody>
          <a:bodyPr/>
          <a:lstStyle/>
          <a:p>
            <a:fld id="{13005BA2-ABF8-0A46-8B15-84F2660EFA6C}" type="slidenum">
              <a:rPr lang="de-DE" smtClean="0"/>
              <a:pPr/>
              <a:t>‹Nr.›</a:t>
            </a:fld>
            <a:endParaRPr lang="de-DE"/>
          </a:p>
        </p:txBody>
      </p:sp>
      <p:pic>
        <p:nvPicPr>
          <p:cNvPr id="2" name="Grafik 1">
            <a:extLst>
              <a:ext uri="{FF2B5EF4-FFF2-40B4-BE49-F238E27FC236}">
                <a16:creationId xmlns:a16="http://schemas.microsoft.com/office/drawing/2014/main" id="{7AF99E34-E21F-829E-6DB0-5444337FA472}"/>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93054334"/>
      </p:ext>
    </p:extLst>
  </p:cSld>
  <p:clrMapOvr>
    <a:masterClrMapping/>
  </p:clrMapOvr>
  <p:transition spd="slow">
    <p:push dir="u"/>
  </p:transition>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MT_Präsentation // Headline + FT / 2 Spalte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3" name="Textplatzhalter 2">
            <a:extLst>
              <a:ext uri="{FF2B5EF4-FFF2-40B4-BE49-F238E27FC236}">
                <a16:creationId xmlns:a16="http://schemas.microsoft.com/office/drawing/2014/main" id="{30F0FB05-04C2-824E-B783-EC81EB6ADA59}"/>
              </a:ext>
            </a:extLst>
          </p:cNvPr>
          <p:cNvSpPr>
            <a:spLocks noGrp="1"/>
          </p:cNvSpPr>
          <p:nvPr>
            <p:ph type="body" sz="quarter" idx="18" hasCustomPrompt="1"/>
          </p:nvPr>
        </p:nvSpPr>
        <p:spPr>
          <a:xfrm>
            <a:off x="334961" y="1206000"/>
            <a:ext cx="10908000" cy="4599488"/>
          </a:xfrm>
          <a:prstGeom prst="rect">
            <a:avLst/>
          </a:prstGeom>
        </p:spPr>
        <p:txBody>
          <a:bodyPr lIns="0" tIns="0" rIns="0" bIns="0" numCol="2"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feld 13">
            <a:extLst>
              <a:ext uri="{FF2B5EF4-FFF2-40B4-BE49-F238E27FC236}">
                <a16:creationId xmlns:a16="http://schemas.microsoft.com/office/drawing/2014/main" id="{CB82DBDE-22F0-EA49-8FE1-81FDE3F246C1}"/>
              </a:ext>
            </a:extLst>
          </p:cNvPr>
          <p:cNvSpPr txBox="1"/>
          <p:nvPr userDrawn="1"/>
        </p:nvSpPr>
        <p:spPr>
          <a:xfrm>
            <a:off x="5916613" y="-285042"/>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2-spaltiger Text</a:t>
            </a:r>
          </a:p>
        </p:txBody>
      </p:sp>
      <p:pic>
        <p:nvPicPr>
          <p:cNvPr id="15" name="Grafik 14">
            <a:extLst>
              <a:ext uri="{FF2B5EF4-FFF2-40B4-BE49-F238E27FC236}">
                <a16:creationId xmlns:a16="http://schemas.microsoft.com/office/drawing/2014/main" id="{36AAFD6B-6B4E-4244-A5BE-4A87DF410485}"/>
              </a:ext>
            </a:extLst>
          </p:cNvPr>
          <p:cNvPicPr>
            <a:picLocks noChangeAspect="1"/>
          </p:cNvPicPr>
          <p:nvPr userDrawn="1"/>
        </p:nvPicPr>
        <p:blipFill>
          <a:blip r:embed="rId3">
            <a:alphaModFix amt="50000"/>
          </a:blip>
          <a:srcRect/>
          <a:stretch/>
        </p:blipFill>
        <p:spPr>
          <a:xfrm>
            <a:off x="12521184" y="7129"/>
            <a:ext cx="12191999" cy="6843742"/>
          </a:xfrm>
          <a:prstGeom prst="rect">
            <a:avLst/>
          </a:prstGeom>
        </p:spPr>
      </p:pic>
      <p:sp>
        <p:nvSpPr>
          <p:cNvPr id="9" name="Datumsplatzhalter 8">
            <a:extLst>
              <a:ext uri="{FF2B5EF4-FFF2-40B4-BE49-F238E27FC236}">
                <a16:creationId xmlns:a16="http://schemas.microsoft.com/office/drawing/2014/main" id="{C5E3C4FF-AC9F-F54B-8465-1AC4021BC55E}"/>
              </a:ext>
            </a:extLst>
          </p:cNvPr>
          <p:cNvSpPr>
            <a:spLocks noGrp="1"/>
          </p:cNvSpPr>
          <p:nvPr>
            <p:ph type="dt" sz="half" idx="28"/>
          </p:nvPr>
        </p:nvSpPr>
        <p:spPr/>
        <p:txBody>
          <a:bodyPr/>
          <a:lstStyle/>
          <a:p>
            <a:r>
              <a:rPr lang="de-DE" dirty="0"/>
              <a:t>FuE-Projekt Sommersemester 2026 | 30.09.2026</a:t>
            </a:r>
          </a:p>
        </p:txBody>
      </p:sp>
      <p:sp>
        <p:nvSpPr>
          <p:cNvPr id="11" name="Fußzeilenplatzhalter 10">
            <a:extLst>
              <a:ext uri="{FF2B5EF4-FFF2-40B4-BE49-F238E27FC236}">
                <a16:creationId xmlns:a16="http://schemas.microsoft.com/office/drawing/2014/main" id="{879FB237-7ED6-3346-A8F6-42573391E724}"/>
              </a:ext>
            </a:extLst>
          </p:cNvPr>
          <p:cNvSpPr>
            <a:spLocks noGrp="1"/>
          </p:cNvSpPr>
          <p:nvPr>
            <p:ph type="ftr" sz="quarter" idx="29"/>
          </p:nvPr>
        </p:nvSpPr>
        <p:spPr/>
        <p:txBody>
          <a:bodyPr/>
          <a:lstStyle/>
          <a:p>
            <a:r>
              <a:rPr lang="de-DE"/>
              <a:t>Hochschule Karlsruhe</a:t>
            </a:r>
          </a:p>
        </p:txBody>
      </p:sp>
      <p:sp>
        <p:nvSpPr>
          <p:cNvPr id="16" name="Foliennummernplatzhalter 15">
            <a:extLst>
              <a:ext uri="{FF2B5EF4-FFF2-40B4-BE49-F238E27FC236}">
                <a16:creationId xmlns:a16="http://schemas.microsoft.com/office/drawing/2014/main" id="{474AE2D7-E79E-3A47-87A1-AFF2B7575974}"/>
              </a:ext>
            </a:extLst>
          </p:cNvPr>
          <p:cNvSpPr>
            <a:spLocks noGrp="1"/>
          </p:cNvSpPr>
          <p:nvPr>
            <p:ph type="sldNum" sz="quarter" idx="30"/>
          </p:nvPr>
        </p:nvSpPr>
        <p:spPr/>
        <p:txBody>
          <a:bodyPr/>
          <a:lstStyle/>
          <a:p>
            <a:fld id="{13005BA2-ABF8-0A46-8B15-84F2660EFA6C}" type="slidenum">
              <a:rPr lang="de-DE" smtClean="0"/>
              <a:pPr/>
              <a:t>‹Nr.›</a:t>
            </a:fld>
            <a:endParaRPr lang="de-DE"/>
          </a:p>
        </p:txBody>
      </p:sp>
      <p:sp>
        <p:nvSpPr>
          <p:cNvPr id="17" name="Textplatzhalter 2">
            <a:extLst>
              <a:ext uri="{FF2B5EF4-FFF2-40B4-BE49-F238E27FC236}">
                <a16:creationId xmlns:a16="http://schemas.microsoft.com/office/drawing/2014/main" id="{AAD67889-1293-ED41-AF2F-6BE684E4815D}"/>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1" name="Grafik 20">
            <a:extLst>
              <a:ext uri="{FF2B5EF4-FFF2-40B4-BE49-F238E27FC236}">
                <a16:creationId xmlns:a16="http://schemas.microsoft.com/office/drawing/2014/main" id="{4C47BBE0-2958-B54C-92CA-A77794DE3B65}"/>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8533D82B-2F15-041A-01CD-A97EECF66CA1}"/>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70982144"/>
      </p:ext>
    </p:extLst>
  </p:cSld>
  <p:clrMapOvr>
    <a:masterClrMapping/>
  </p:clrMapOvr>
  <p:extLst>
    <p:ext uri="{DCECCB84-F9BA-43D5-87BE-67443E8EF086}">
      <p15:sldGuideLst xmlns:p15="http://schemas.microsoft.com/office/powerpoint/2012/main">
        <p15:guide id="1" pos="3727" userDrawn="1">
          <p15:clr>
            <a:srgbClr val="FBAE40"/>
          </p15:clr>
        </p15:guide>
        <p15:guide id="2" pos="3545" userDrawn="1">
          <p15:clr>
            <a:srgbClr val="FBAE40"/>
          </p15:clr>
        </p15:guide>
        <p15:guide id="3" orient="horz" pos="754" userDrawn="1">
          <p15:clr>
            <a:srgbClr val="FBAE40"/>
          </p15:clr>
        </p15:guide>
        <p15:guide id="4" orient="horz" pos="18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MT_Präsentation // Headline + Tabelle">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graphicFrame>
        <p:nvGraphicFramePr>
          <p:cNvPr id="16" name="Tabellenplatzhalter 3">
            <a:extLst>
              <a:ext uri="{FF2B5EF4-FFF2-40B4-BE49-F238E27FC236}">
                <a16:creationId xmlns:a16="http://schemas.microsoft.com/office/drawing/2014/main" id="{8547AEB8-9C30-F74C-BCA7-E98FD69BF063}"/>
              </a:ext>
            </a:extLst>
          </p:cNvPr>
          <p:cNvGraphicFramePr>
            <a:graphicFrameLocks/>
          </p:cNvGraphicFramePr>
          <p:nvPr userDrawn="1">
            <p:extLst>
              <p:ext uri="{D42A27DB-BD31-4B8C-83A1-F6EECF244321}">
                <p14:modId xmlns:p14="http://schemas.microsoft.com/office/powerpoint/2010/main" val="3030657280"/>
              </p:ext>
            </p:extLst>
          </p:nvPr>
        </p:nvGraphicFramePr>
        <p:xfrm>
          <a:off x="334962" y="1223694"/>
          <a:ext cx="10909300" cy="2050560"/>
        </p:xfrm>
        <a:graphic>
          <a:graphicData uri="http://schemas.openxmlformats.org/drawingml/2006/table">
            <a:tbl>
              <a:tblPr firstRow="1" bandRow="1">
                <a:tableStyleId>{6E25E649-3F16-4E02-A733-19D2CDBF48F0}</a:tableStyleId>
              </a:tblPr>
              <a:tblGrid>
                <a:gridCol w="2181860">
                  <a:extLst>
                    <a:ext uri="{9D8B030D-6E8A-4147-A177-3AD203B41FA5}">
                      <a16:colId xmlns:a16="http://schemas.microsoft.com/office/drawing/2014/main" val="2407453687"/>
                    </a:ext>
                  </a:extLst>
                </a:gridCol>
                <a:gridCol w="2181860">
                  <a:extLst>
                    <a:ext uri="{9D8B030D-6E8A-4147-A177-3AD203B41FA5}">
                      <a16:colId xmlns:a16="http://schemas.microsoft.com/office/drawing/2014/main" val="2035961621"/>
                    </a:ext>
                  </a:extLst>
                </a:gridCol>
                <a:gridCol w="2181860">
                  <a:extLst>
                    <a:ext uri="{9D8B030D-6E8A-4147-A177-3AD203B41FA5}">
                      <a16:colId xmlns:a16="http://schemas.microsoft.com/office/drawing/2014/main" val="2328942624"/>
                    </a:ext>
                  </a:extLst>
                </a:gridCol>
                <a:gridCol w="2181860">
                  <a:extLst>
                    <a:ext uri="{9D8B030D-6E8A-4147-A177-3AD203B41FA5}">
                      <a16:colId xmlns:a16="http://schemas.microsoft.com/office/drawing/2014/main" val="1653075632"/>
                    </a:ext>
                  </a:extLst>
                </a:gridCol>
                <a:gridCol w="2181860">
                  <a:extLst>
                    <a:ext uri="{9D8B030D-6E8A-4147-A177-3AD203B41FA5}">
                      <a16:colId xmlns:a16="http://schemas.microsoft.com/office/drawing/2014/main" val="267688811"/>
                    </a:ext>
                  </a:extLst>
                </a:gridCol>
              </a:tblGrid>
              <a:tr h="313200">
                <a:tc>
                  <a:txBody>
                    <a:bodyPr/>
                    <a:lstStyle/>
                    <a:p>
                      <a:r>
                        <a:rPr lang="de-DE" sz="1450" b="0" i="0" baseline="0">
                          <a:solidFill>
                            <a:schemeClr val="tx1"/>
                          </a:solidFill>
                          <a:latin typeface="Calibri" panose="020F0502020204030204" pitchFamily="34" charset="0"/>
                          <a:cs typeface="Calibri" panose="020F0502020204030204" pitchFamily="34" charset="0"/>
                        </a:rPr>
                        <a:t>Text 1</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2</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3</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4</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tc>
                  <a:txBody>
                    <a:bodyPr/>
                    <a:lstStyle/>
                    <a:p>
                      <a:r>
                        <a:rPr lang="de-DE" sz="1450" b="0" i="0" baseline="0">
                          <a:solidFill>
                            <a:schemeClr val="tx1"/>
                          </a:solidFill>
                          <a:latin typeface="Calibri" panose="020F0502020204030204" pitchFamily="34" charset="0"/>
                          <a:cs typeface="Calibri" panose="020F0502020204030204" pitchFamily="34" charset="0"/>
                        </a:rPr>
                        <a:t>Text 5 </a:t>
                      </a:r>
                    </a:p>
                  </a:txBody>
                  <a:tcPr marL="121920" marR="121920">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95000"/>
                      </a:schemeClr>
                    </a:solidFill>
                  </a:tcPr>
                </a:tc>
                <a:extLst>
                  <a:ext uri="{0D108BD9-81ED-4DB2-BD59-A6C34878D82A}">
                    <a16:rowId xmlns:a16="http://schemas.microsoft.com/office/drawing/2014/main" val="4063638116"/>
                  </a:ext>
                </a:extLst>
              </a:tr>
              <a:tr h="273600">
                <a:tc>
                  <a:txBody>
                    <a:bodyPr/>
                    <a:lstStyle/>
                    <a:p>
                      <a:pPr marL="0" marR="0" lvl="0" indent="0" algn="l" defTabSz="914454" rtl="0" eaLnBrk="1" fontAlgn="auto" latinLnBrk="0" hangingPunct="1">
                        <a:lnSpc>
                          <a:spcPct val="100000"/>
                        </a:lnSpc>
                        <a:spcBef>
                          <a:spcPts val="0"/>
                        </a:spcBef>
                        <a:spcAft>
                          <a:spcPts val="0"/>
                        </a:spcAft>
                        <a:buClrTx/>
                        <a:buSzTx/>
                        <a:buFontTx/>
                        <a:buNone/>
                        <a:tabLst/>
                        <a:defRPr/>
                      </a:pPr>
                      <a:r>
                        <a:rPr lang="de-DE" sz="1200" b="0" i="0" baseline="0">
                          <a:solidFill>
                            <a:schemeClr val="tx1"/>
                          </a:solidFill>
                          <a:latin typeface="Calibri" panose="020F0502020204030204" pitchFamily="34" charset="0"/>
                          <a:cs typeface="Calibri" panose="020F0502020204030204" pitchFamily="34" charset="0"/>
                        </a:rPr>
                        <a:t>Kopieren Sie bitte diese Tabelle auf die gewünschte Seite und befüllen Sie diese anschließend</a:t>
                      </a: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19050" cap="flat" cmpd="sng" algn="ctr">
                      <a:solidFill>
                        <a:schemeClr val="tx1"/>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633460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1083416"/>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91044271"/>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17130585"/>
                  </a:ext>
                </a:extLst>
              </a:tr>
              <a:tr h="273600">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endParaRPr lang="de-DE" sz="1200" b="0" i="0" baseline="0">
                        <a:solidFill>
                          <a:schemeClr val="tx1"/>
                        </a:solidFill>
                        <a:latin typeface="Calibri" panose="020F0502020204030204" pitchFamily="34" charset="0"/>
                        <a:cs typeface="Calibri" panose="020F0502020204030204" pitchFamily="34" charset="0"/>
                      </a:endParaRPr>
                    </a:p>
                  </a:txBody>
                  <a:tcPr marL="120000" marR="120000">
                    <a:lnT w="9525" cap="flat" cmpd="sng" algn="ctr">
                      <a:solidFill>
                        <a:schemeClr val="tx1">
                          <a:lumMod val="50000"/>
                          <a:lumOff val="50000"/>
                        </a:schemeClr>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9448792"/>
                  </a:ext>
                </a:extLst>
              </a:tr>
            </a:tbl>
          </a:graphicData>
        </a:graphic>
      </p:graphicFrame>
      <p:sp>
        <p:nvSpPr>
          <p:cNvPr id="18" name="Textplatzhalter 4">
            <a:extLst>
              <a:ext uri="{FF2B5EF4-FFF2-40B4-BE49-F238E27FC236}">
                <a16:creationId xmlns:a16="http://schemas.microsoft.com/office/drawing/2014/main" id="{6A71D293-D3EB-7149-8C21-21F0D236959A}"/>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pic>
        <p:nvPicPr>
          <p:cNvPr id="13" name="Grafik 12">
            <a:extLst>
              <a:ext uri="{FF2B5EF4-FFF2-40B4-BE49-F238E27FC236}">
                <a16:creationId xmlns:a16="http://schemas.microsoft.com/office/drawing/2014/main" id="{229D2C92-F854-9545-923A-93B7916AD087}"/>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5" name="Datumsplatzhalter 4">
            <a:extLst>
              <a:ext uri="{FF2B5EF4-FFF2-40B4-BE49-F238E27FC236}">
                <a16:creationId xmlns:a16="http://schemas.microsoft.com/office/drawing/2014/main" id="{BACCCF20-7C7E-1A46-AA50-89130936CD2A}"/>
              </a:ext>
            </a:extLst>
          </p:cNvPr>
          <p:cNvSpPr>
            <a:spLocks noGrp="1"/>
          </p:cNvSpPr>
          <p:nvPr>
            <p:ph type="dt" sz="half" idx="32"/>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E574FDB5-0976-474B-8851-9D4A33AD64EF}"/>
              </a:ext>
            </a:extLst>
          </p:cNvPr>
          <p:cNvSpPr>
            <a:spLocks noGrp="1"/>
          </p:cNvSpPr>
          <p:nvPr>
            <p:ph type="ftr" sz="quarter" idx="33"/>
          </p:nvPr>
        </p:nvSpPr>
        <p:spPr/>
        <p:txBody>
          <a:bodyPr/>
          <a:lstStyle/>
          <a:p>
            <a:r>
              <a:rPr lang="de-DE"/>
              <a:t>Hochschule Karlsruhe</a:t>
            </a:r>
          </a:p>
        </p:txBody>
      </p:sp>
      <p:sp>
        <p:nvSpPr>
          <p:cNvPr id="7" name="Foliennummernplatzhalter 6">
            <a:extLst>
              <a:ext uri="{FF2B5EF4-FFF2-40B4-BE49-F238E27FC236}">
                <a16:creationId xmlns:a16="http://schemas.microsoft.com/office/drawing/2014/main" id="{B72A8FAD-934D-2B42-8C2C-1923D097BC3E}"/>
              </a:ext>
            </a:extLst>
          </p:cNvPr>
          <p:cNvSpPr>
            <a:spLocks noGrp="1"/>
          </p:cNvSpPr>
          <p:nvPr>
            <p:ph type="sldNum" sz="quarter" idx="34"/>
          </p:nvPr>
        </p:nvSpPr>
        <p:spPr/>
        <p:txBody>
          <a:bodyPr/>
          <a:lstStyle/>
          <a:p>
            <a:fld id="{13005BA2-ABF8-0A46-8B15-84F2660EFA6C}" type="slidenum">
              <a:rPr lang="de-DE" smtClean="0"/>
              <a:pPr/>
              <a:t>‹Nr.›</a:t>
            </a:fld>
            <a:endParaRPr lang="de-DE"/>
          </a:p>
        </p:txBody>
      </p:sp>
      <p:sp>
        <p:nvSpPr>
          <p:cNvPr id="15" name="Textplatzhalter 2">
            <a:extLst>
              <a:ext uri="{FF2B5EF4-FFF2-40B4-BE49-F238E27FC236}">
                <a16:creationId xmlns:a16="http://schemas.microsoft.com/office/drawing/2014/main" id="{0DB07685-E6B4-5E41-AA73-041CFF227EB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97A00F15-E7DE-3D4C-9333-B5BB48AB417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2" name="Grafik 1">
            <a:extLst>
              <a:ext uri="{FF2B5EF4-FFF2-40B4-BE49-F238E27FC236}">
                <a16:creationId xmlns:a16="http://schemas.microsoft.com/office/drawing/2014/main" id="{B928182F-8786-6C39-5D59-F73969802F85}"/>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547547267"/>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MT_Präsentation // Organigramm 3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AD966BBF-D8B8-7B4D-BF9D-72B40D878F23}"/>
              </a:ext>
            </a:extLst>
          </p:cNvPr>
          <p:cNvSpPr>
            <a:spLocks noGrp="1"/>
          </p:cNvSpPr>
          <p:nvPr>
            <p:ph type="sldNum" sz="quarter" idx="26"/>
          </p:nvPr>
        </p:nvSpPr>
        <p:spPr>
          <a:xfrm>
            <a:off x="334800"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49EF7359-9E2B-F744-8DAD-214E09ED75DD}"/>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9" name="Rechteck 18">
            <a:extLst>
              <a:ext uri="{FF2B5EF4-FFF2-40B4-BE49-F238E27FC236}">
                <a16:creationId xmlns:a16="http://schemas.microsoft.com/office/drawing/2014/main" id="{61AF4062-03E6-2047-8BC7-38683BFB29F9}"/>
              </a:ext>
            </a:extLst>
          </p:cNvPr>
          <p:cNvSpPr/>
          <p:nvPr userDrawn="1"/>
        </p:nvSpPr>
        <p:spPr>
          <a:xfrm flipV="1">
            <a:off x="4043863" y="-311575"/>
            <a:ext cx="3492000" cy="494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0" name="Rechteck 19">
            <a:extLst>
              <a:ext uri="{FF2B5EF4-FFF2-40B4-BE49-F238E27FC236}">
                <a16:creationId xmlns:a16="http://schemas.microsoft.com/office/drawing/2014/main" id="{255B160F-37BC-7F45-9C7C-5382F7E693D9}"/>
              </a:ext>
            </a:extLst>
          </p:cNvPr>
          <p:cNvSpPr/>
          <p:nvPr userDrawn="1"/>
        </p:nvSpPr>
        <p:spPr>
          <a:xfrm flipV="1">
            <a:off x="7751763"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23" name="Rechteck 22">
            <a:extLst>
              <a:ext uri="{FF2B5EF4-FFF2-40B4-BE49-F238E27FC236}">
                <a16:creationId xmlns:a16="http://schemas.microsoft.com/office/drawing/2014/main" id="{46DF377B-B249-9A49-BCCB-B92E402581A5}"/>
              </a:ext>
            </a:extLst>
          </p:cNvPr>
          <p:cNvSpPr/>
          <p:nvPr userDrawn="1"/>
        </p:nvSpPr>
        <p:spPr>
          <a:xfrm flipV="1">
            <a:off x="333149" y="-311575"/>
            <a:ext cx="3492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370"/>
          </a:p>
        </p:txBody>
      </p:sp>
      <p:sp>
        <p:nvSpPr>
          <p:cNvPr id="4" name="Fußzeilenplatzhalter 3">
            <a:extLst>
              <a:ext uri="{FF2B5EF4-FFF2-40B4-BE49-F238E27FC236}">
                <a16:creationId xmlns:a16="http://schemas.microsoft.com/office/drawing/2014/main" id="{41A01861-E3E5-2942-82A8-EF942FCBCDA3}"/>
              </a:ext>
            </a:extLst>
          </p:cNvPr>
          <p:cNvSpPr>
            <a:spLocks noGrp="1"/>
          </p:cNvSpPr>
          <p:nvPr>
            <p:ph type="ftr" sz="quarter" idx="32"/>
          </p:nvPr>
        </p:nvSpPr>
        <p:spPr/>
        <p:txBody>
          <a:bodyPr/>
          <a:lstStyle/>
          <a:p>
            <a:r>
              <a:rPr lang="de-DE"/>
              <a:t>Hochschule Karlsruhe</a:t>
            </a:r>
          </a:p>
        </p:txBody>
      </p:sp>
      <p:pic>
        <p:nvPicPr>
          <p:cNvPr id="21" name="Grafik 20">
            <a:extLst>
              <a:ext uri="{FF2B5EF4-FFF2-40B4-BE49-F238E27FC236}">
                <a16:creationId xmlns:a16="http://schemas.microsoft.com/office/drawing/2014/main" id="{1F4462D4-CE42-1443-AB8A-478C2CA35B1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D50B5E35-EA0F-7F44-9443-E548EA3B39D6}"/>
              </a:ext>
            </a:extLst>
          </p:cNvPr>
          <p:cNvSpPr>
            <a:spLocks noGrp="1"/>
          </p:cNvSpPr>
          <p:nvPr>
            <p:ph type="dt" sz="half" idx="33"/>
          </p:nvPr>
        </p:nvSpPr>
        <p:spPr/>
        <p:txBody>
          <a:bodyPr/>
          <a:lstStyle/>
          <a:p>
            <a:r>
              <a:rPr lang="de-DE" dirty="0"/>
              <a:t>FuE-Projekt Sommersemester 2026 | 30.09.2026</a:t>
            </a:r>
          </a:p>
        </p:txBody>
      </p:sp>
      <p:sp>
        <p:nvSpPr>
          <p:cNvPr id="22" name="Textplatzhalter 2">
            <a:extLst>
              <a:ext uri="{FF2B5EF4-FFF2-40B4-BE49-F238E27FC236}">
                <a16:creationId xmlns:a16="http://schemas.microsoft.com/office/drawing/2014/main" id="{184D7E11-A3DD-D949-8E09-0C9A3EA966D5}"/>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306BB9E4-8410-CF4C-BC95-9F8E12F0558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5" name="Grafik 4">
            <a:extLst>
              <a:ext uri="{FF2B5EF4-FFF2-40B4-BE49-F238E27FC236}">
                <a16:creationId xmlns:a16="http://schemas.microsoft.com/office/drawing/2014/main" id="{10139F7E-7CBC-969D-357A-D8B43AC61870}"/>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12006142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547" userDrawn="1">
          <p15:clr>
            <a:srgbClr val="FBAE40"/>
          </p15:clr>
        </p15:guide>
        <p15:guide id="4" pos="2411" userDrawn="1">
          <p15:clr>
            <a:srgbClr val="FBAE40"/>
          </p15:clr>
        </p15:guide>
        <p15:guide id="6" pos="4883" userDrawn="1">
          <p15:clr>
            <a:srgbClr val="FBAE40"/>
          </p15:clr>
        </p15:guide>
        <p15:guide id="8" pos="4747" userDrawn="1">
          <p15:clr>
            <a:srgbClr val="FBAE40"/>
          </p15:clr>
        </p15:guide>
        <p15:guide id="9" orient="horz" pos="377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MT_Präsentation // Organigramm 4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355BD758-F599-D943-8D6B-A2B167C14F7F}"/>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23" name="Textplatzhalter 4">
            <a:extLst>
              <a:ext uri="{FF2B5EF4-FFF2-40B4-BE49-F238E27FC236}">
                <a16:creationId xmlns:a16="http://schemas.microsoft.com/office/drawing/2014/main" id="{DF7B0D80-71B2-9948-A1B5-99CCBB2A39C4}"/>
              </a:ext>
            </a:extLst>
          </p:cNvPr>
          <p:cNvSpPr>
            <a:spLocks noGrp="1"/>
          </p:cNvSpPr>
          <p:nvPr>
            <p:ph type="body" sz="quarter" idx="30" hasCustomPrompt="1"/>
          </p:nvPr>
        </p:nvSpPr>
        <p:spPr>
          <a:xfrm>
            <a:off x="334800" y="5886899"/>
            <a:ext cx="10596171"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D6DFB93E-C9FB-2F4F-A89E-2D3DD151F181}"/>
              </a:ext>
            </a:extLst>
          </p:cNvPr>
          <p:cNvSpPr/>
          <p:nvPr userDrawn="1"/>
        </p:nvSpPr>
        <p:spPr>
          <a:xfrm>
            <a:off x="334961"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2" name="Rechteck 21">
            <a:extLst>
              <a:ext uri="{FF2B5EF4-FFF2-40B4-BE49-F238E27FC236}">
                <a16:creationId xmlns:a16="http://schemas.microsoft.com/office/drawing/2014/main" id="{4B92E84A-B8AE-D145-8A3D-BE68A470188C}"/>
              </a:ext>
            </a:extLst>
          </p:cNvPr>
          <p:cNvSpPr/>
          <p:nvPr userDrawn="1"/>
        </p:nvSpPr>
        <p:spPr>
          <a:xfrm>
            <a:off x="3106960" y="-485017"/>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5" name="Rechteck 24">
            <a:extLst>
              <a:ext uri="{FF2B5EF4-FFF2-40B4-BE49-F238E27FC236}">
                <a16:creationId xmlns:a16="http://schemas.microsoft.com/office/drawing/2014/main" id="{D522A928-7DD6-974E-B52D-723031A7AB79}"/>
              </a:ext>
            </a:extLst>
          </p:cNvPr>
          <p:cNvSpPr/>
          <p:nvPr userDrawn="1"/>
        </p:nvSpPr>
        <p:spPr>
          <a:xfrm>
            <a:off x="588010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26" name="Rechteck 25">
            <a:extLst>
              <a:ext uri="{FF2B5EF4-FFF2-40B4-BE49-F238E27FC236}">
                <a16:creationId xmlns:a16="http://schemas.microsoft.com/office/drawing/2014/main" id="{C4342483-9666-B94F-AD79-E111B0931C48}"/>
              </a:ext>
            </a:extLst>
          </p:cNvPr>
          <p:cNvSpPr/>
          <p:nvPr userDrawn="1"/>
        </p:nvSpPr>
        <p:spPr>
          <a:xfrm>
            <a:off x="8653780" y="-484663"/>
            <a:ext cx="2520728" cy="4571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solidFill>
                <a:schemeClr val="accent6"/>
              </a:solidFill>
            </a:endParaRPr>
          </a:p>
        </p:txBody>
      </p:sp>
      <p:sp>
        <p:nvSpPr>
          <p:cNvPr id="5" name="Fußzeilenplatzhalter 4">
            <a:extLst>
              <a:ext uri="{FF2B5EF4-FFF2-40B4-BE49-F238E27FC236}">
                <a16:creationId xmlns:a16="http://schemas.microsoft.com/office/drawing/2014/main" id="{97038A97-D27D-B642-B2FD-9744821A9531}"/>
              </a:ext>
            </a:extLst>
          </p:cNvPr>
          <p:cNvSpPr>
            <a:spLocks noGrp="1"/>
          </p:cNvSpPr>
          <p:nvPr>
            <p:ph type="ftr" sz="quarter" idx="32"/>
          </p:nvPr>
        </p:nvSpPr>
        <p:spPr/>
        <p:txBody>
          <a:bodyPr/>
          <a:lstStyle/>
          <a:p>
            <a:r>
              <a:rPr lang="de-DE"/>
              <a:t>Hochschule Karlsruhe</a:t>
            </a:r>
          </a:p>
        </p:txBody>
      </p:sp>
      <p:pic>
        <p:nvPicPr>
          <p:cNvPr id="15" name="Grafik 14">
            <a:extLst>
              <a:ext uri="{FF2B5EF4-FFF2-40B4-BE49-F238E27FC236}">
                <a16:creationId xmlns:a16="http://schemas.microsoft.com/office/drawing/2014/main" id="{6486DB35-28E9-BE46-A048-216C4628405B}"/>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19335B3D-A935-7941-BAFB-C7A98F057C47}"/>
              </a:ext>
            </a:extLst>
          </p:cNvPr>
          <p:cNvSpPr>
            <a:spLocks noGrp="1"/>
          </p:cNvSpPr>
          <p:nvPr>
            <p:ph type="dt" sz="half" idx="33"/>
          </p:nvPr>
        </p:nvSpPr>
        <p:spPr/>
        <p:txBody>
          <a:bodyPr/>
          <a:lstStyle/>
          <a:p>
            <a:r>
              <a:rPr lang="de-DE" dirty="0"/>
              <a:t>FuE-Projekt Sommersemester 2026 | 30.09.2026</a:t>
            </a:r>
          </a:p>
        </p:txBody>
      </p:sp>
      <p:sp>
        <p:nvSpPr>
          <p:cNvPr id="21" name="Textplatzhalter 2">
            <a:extLst>
              <a:ext uri="{FF2B5EF4-FFF2-40B4-BE49-F238E27FC236}">
                <a16:creationId xmlns:a16="http://schemas.microsoft.com/office/drawing/2014/main" id="{58EC8B0F-9FE3-924D-BEE3-32BD1A416390}"/>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4" name="Grafik 23">
            <a:extLst>
              <a:ext uri="{FF2B5EF4-FFF2-40B4-BE49-F238E27FC236}">
                <a16:creationId xmlns:a16="http://schemas.microsoft.com/office/drawing/2014/main" id="{FBA120F4-9C32-9145-87E0-FF751658910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7" name="Bildplatzhalter 4">
            <a:extLst>
              <a:ext uri="{FF2B5EF4-FFF2-40B4-BE49-F238E27FC236}">
                <a16:creationId xmlns:a16="http://schemas.microsoft.com/office/drawing/2014/main" id="{630DE8FB-031C-8B47-9B34-C2643B033B5A}"/>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77916226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3545" userDrawn="1">
          <p15:clr>
            <a:srgbClr val="FBAE40"/>
          </p15:clr>
        </p15:guide>
        <p15:guide id="4" pos="1958" userDrawn="1">
          <p15:clr>
            <a:srgbClr val="FBAE40"/>
          </p15:clr>
        </p15:guide>
        <p15:guide id="9" pos="3704" userDrawn="1">
          <p15:clr>
            <a:srgbClr val="FBAE40"/>
          </p15:clr>
        </p15:guide>
        <p15:guide id="10" pos="1799" userDrawn="1">
          <p15:clr>
            <a:srgbClr val="FBAE40"/>
          </p15:clr>
        </p15:guide>
        <p15:guide id="11" pos="5292" userDrawn="1">
          <p15:clr>
            <a:srgbClr val="FBAE40"/>
          </p15:clr>
        </p15:guide>
        <p15:guide id="12" pos="5450" userDrawn="1">
          <p15:clr>
            <a:srgbClr val="FBAE40"/>
          </p15:clr>
        </p15:guide>
        <p15:guide id="13" orient="horz" pos="377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MT_Präsentation // Organigramm 5 spalti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Textfeld 10">
            <a:extLst>
              <a:ext uri="{FF2B5EF4-FFF2-40B4-BE49-F238E27FC236}">
                <a16:creationId xmlns:a16="http://schemas.microsoft.com/office/drawing/2014/main" id="{EB0D38BF-744C-2647-A960-B16C505A887C}"/>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4" name="Textfeld 13">
            <a:extLst>
              <a:ext uri="{FF2B5EF4-FFF2-40B4-BE49-F238E27FC236}">
                <a16:creationId xmlns:a16="http://schemas.microsoft.com/office/drawing/2014/main" id="{D5F8D2AB-3FDC-2345-99C7-291CBDCB285C}"/>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B824E6A8-E759-6244-8A14-22EACE3B05A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9" name="Textplatzhalter 4">
            <a:extLst>
              <a:ext uri="{FF2B5EF4-FFF2-40B4-BE49-F238E27FC236}">
                <a16:creationId xmlns:a16="http://schemas.microsoft.com/office/drawing/2014/main" id="{3B3AD157-3097-B94B-8B4F-93D92D84DADE}"/>
              </a:ext>
            </a:extLst>
          </p:cNvPr>
          <p:cNvSpPr>
            <a:spLocks noGrp="1"/>
          </p:cNvSpPr>
          <p:nvPr>
            <p:ph type="body" sz="quarter" idx="30"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0" name="Rechteck 19">
            <a:extLst>
              <a:ext uri="{FF2B5EF4-FFF2-40B4-BE49-F238E27FC236}">
                <a16:creationId xmlns:a16="http://schemas.microsoft.com/office/drawing/2014/main" id="{A0AD0E32-CD37-B242-A293-35D876572343}"/>
              </a:ext>
            </a:extLst>
          </p:cNvPr>
          <p:cNvSpPr/>
          <p:nvPr userDrawn="1"/>
        </p:nvSpPr>
        <p:spPr>
          <a:xfrm>
            <a:off x="334960" y="-744620"/>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1" name="Rechteck 20">
            <a:extLst>
              <a:ext uri="{FF2B5EF4-FFF2-40B4-BE49-F238E27FC236}">
                <a16:creationId xmlns:a16="http://schemas.microsoft.com/office/drawing/2014/main" id="{ED4B0FFD-9D36-4E4C-996B-32AAEF3540FC}"/>
              </a:ext>
            </a:extLst>
          </p:cNvPr>
          <p:cNvSpPr/>
          <p:nvPr userDrawn="1"/>
        </p:nvSpPr>
        <p:spPr>
          <a:xfrm>
            <a:off x="2566988" y="-749506"/>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2" name="Rechteck 21">
            <a:extLst>
              <a:ext uri="{FF2B5EF4-FFF2-40B4-BE49-F238E27FC236}">
                <a16:creationId xmlns:a16="http://schemas.microsoft.com/office/drawing/2014/main" id="{E47BBFDB-6C37-7E43-8398-293C6D67AA98}"/>
              </a:ext>
            </a:extLst>
          </p:cNvPr>
          <p:cNvSpPr/>
          <p:nvPr userDrawn="1"/>
        </p:nvSpPr>
        <p:spPr>
          <a:xfrm>
            <a:off x="4806421"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4" name="Rechteck 23">
            <a:extLst>
              <a:ext uri="{FF2B5EF4-FFF2-40B4-BE49-F238E27FC236}">
                <a16:creationId xmlns:a16="http://schemas.microsoft.com/office/drawing/2014/main" id="{BCEC317E-12E9-EA45-A2D8-9A472B7A3B94}"/>
              </a:ext>
            </a:extLst>
          </p:cNvPr>
          <p:cNvSpPr/>
          <p:nvPr userDrawn="1"/>
        </p:nvSpPr>
        <p:spPr>
          <a:xfrm>
            <a:off x="7037387" y="-75146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26" name="Rechteck 25">
            <a:extLst>
              <a:ext uri="{FF2B5EF4-FFF2-40B4-BE49-F238E27FC236}">
                <a16:creationId xmlns:a16="http://schemas.microsoft.com/office/drawing/2014/main" id="{51C6CBEE-1464-424E-BCF5-E682120A6AD1}"/>
              </a:ext>
            </a:extLst>
          </p:cNvPr>
          <p:cNvSpPr/>
          <p:nvPr userDrawn="1"/>
        </p:nvSpPr>
        <p:spPr>
          <a:xfrm>
            <a:off x="9264120" y="-744619"/>
            <a:ext cx="1980000" cy="45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16"/>
          </a:p>
        </p:txBody>
      </p:sp>
      <p:sp>
        <p:nvSpPr>
          <p:cNvPr id="5" name="Fußzeilenplatzhalter 4">
            <a:extLst>
              <a:ext uri="{FF2B5EF4-FFF2-40B4-BE49-F238E27FC236}">
                <a16:creationId xmlns:a16="http://schemas.microsoft.com/office/drawing/2014/main" id="{F02CE312-C013-B944-847C-B7BC52DDF786}"/>
              </a:ext>
            </a:extLst>
          </p:cNvPr>
          <p:cNvSpPr>
            <a:spLocks noGrp="1"/>
          </p:cNvSpPr>
          <p:nvPr>
            <p:ph type="ftr" sz="quarter" idx="32"/>
          </p:nvPr>
        </p:nvSpPr>
        <p:spPr/>
        <p:txBody>
          <a:bodyPr/>
          <a:lstStyle/>
          <a:p>
            <a:r>
              <a:rPr lang="de-DE"/>
              <a:t>Hochschule Karlsruhe</a:t>
            </a:r>
          </a:p>
        </p:txBody>
      </p:sp>
      <p:pic>
        <p:nvPicPr>
          <p:cNvPr id="23" name="Grafik 22">
            <a:extLst>
              <a:ext uri="{FF2B5EF4-FFF2-40B4-BE49-F238E27FC236}">
                <a16:creationId xmlns:a16="http://schemas.microsoft.com/office/drawing/2014/main" id="{D09695DD-E40F-FD4A-8C91-617AB5806E79}"/>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2" name="Datumsplatzhalter 1">
            <a:extLst>
              <a:ext uri="{FF2B5EF4-FFF2-40B4-BE49-F238E27FC236}">
                <a16:creationId xmlns:a16="http://schemas.microsoft.com/office/drawing/2014/main" id="{F96A7003-49E0-2846-9672-C857D8C45E91}"/>
              </a:ext>
            </a:extLst>
          </p:cNvPr>
          <p:cNvSpPr>
            <a:spLocks noGrp="1"/>
          </p:cNvSpPr>
          <p:nvPr>
            <p:ph type="dt" sz="half" idx="33"/>
          </p:nvPr>
        </p:nvSpPr>
        <p:spPr/>
        <p:txBody>
          <a:bodyPr/>
          <a:lstStyle/>
          <a:p>
            <a:r>
              <a:rPr lang="de-DE" dirty="0"/>
              <a:t>FuE-Projekt Sommersemester 2026 | 30.09.2026</a:t>
            </a:r>
          </a:p>
        </p:txBody>
      </p:sp>
      <p:sp>
        <p:nvSpPr>
          <p:cNvPr id="28" name="Textplatzhalter 2">
            <a:extLst>
              <a:ext uri="{FF2B5EF4-FFF2-40B4-BE49-F238E27FC236}">
                <a16:creationId xmlns:a16="http://schemas.microsoft.com/office/drawing/2014/main" id="{434AD662-A540-404E-9022-C1BE7465883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9" name="Grafik 28">
            <a:extLst>
              <a:ext uri="{FF2B5EF4-FFF2-40B4-BE49-F238E27FC236}">
                <a16:creationId xmlns:a16="http://schemas.microsoft.com/office/drawing/2014/main" id="{3D9EAD9D-E600-2044-9062-B1FE5C0CD9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30" name="Bildplatzhalter 4">
            <a:extLst>
              <a:ext uri="{FF2B5EF4-FFF2-40B4-BE49-F238E27FC236}">
                <a16:creationId xmlns:a16="http://schemas.microsoft.com/office/drawing/2014/main" id="{0874B803-122E-8343-8DC2-6DC5DA76A20B}"/>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2512498250"/>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pos="2865" userDrawn="1">
          <p15:clr>
            <a:srgbClr val="FBAE40"/>
          </p15:clr>
        </p15:guide>
        <p15:guide id="4" pos="1617" userDrawn="1">
          <p15:clr>
            <a:srgbClr val="FBAE40"/>
          </p15:clr>
        </p15:guide>
        <p15:guide id="9" pos="4271" userDrawn="1">
          <p15:clr>
            <a:srgbClr val="FBAE40"/>
          </p15:clr>
        </p15:guide>
        <p15:guide id="10" pos="1459" userDrawn="1">
          <p15:clr>
            <a:srgbClr val="FBAE40"/>
          </p15:clr>
        </p15:guide>
        <p15:guide id="11" pos="5677" userDrawn="1">
          <p15:clr>
            <a:srgbClr val="FBAE40"/>
          </p15:clr>
        </p15:guide>
        <p15:guide id="12" pos="5836" userDrawn="1">
          <p15:clr>
            <a:srgbClr val="FBAE40"/>
          </p15:clr>
        </p15:guide>
        <p15:guide id="13" pos="3024" userDrawn="1">
          <p15:clr>
            <a:srgbClr val="FBAE40"/>
          </p15:clr>
        </p15:guide>
        <p15:guide id="14" pos="4430" userDrawn="1">
          <p15:clr>
            <a:srgbClr val="FBAE40"/>
          </p15:clr>
        </p15:guide>
        <p15:guide id="15" orient="horz" pos="377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MT_Präsentation // Headline + Diagramm">
    <p:spTree>
      <p:nvGrpSpPr>
        <p:cNvPr id="1" name=""/>
        <p:cNvGrpSpPr/>
        <p:nvPr/>
      </p:nvGrpSpPr>
      <p:grpSpPr>
        <a:xfrm>
          <a:off x="0" y="0"/>
          <a:ext cx="0" cy="0"/>
          <a:chOff x="0" y="0"/>
          <a:chExt cx="0" cy="0"/>
        </a:xfrm>
      </p:grpSpPr>
      <p:sp>
        <p:nvSpPr>
          <p:cNvPr id="11" name="Textfeld 10">
            <a:extLst>
              <a:ext uri="{FF2B5EF4-FFF2-40B4-BE49-F238E27FC236}">
                <a16:creationId xmlns:a16="http://schemas.microsoft.com/office/drawing/2014/main" id="{FA7170FA-0038-7C4E-A4FB-C173887BFA2E}"/>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Diagrammplatzhalter 2">
            <a:extLst>
              <a:ext uri="{FF2B5EF4-FFF2-40B4-BE49-F238E27FC236}">
                <a16:creationId xmlns:a16="http://schemas.microsoft.com/office/drawing/2014/main" id="{42095016-343E-9F41-9667-439DBD5A4FE3}"/>
              </a:ext>
            </a:extLst>
          </p:cNvPr>
          <p:cNvSpPr>
            <a:spLocks noGrp="1"/>
          </p:cNvSpPr>
          <p:nvPr>
            <p:ph type="chart" sz="quarter" idx="12"/>
          </p:nvPr>
        </p:nvSpPr>
        <p:spPr>
          <a:xfrm>
            <a:off x="334799" y="1206000"/>
            <a:ext cx="10908000" cy="4599488"/>
          </a:xfrm>
          <a:prstGeom prst="rect">
            <a:avLst/>
          </a:prstGeom>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9" name="Textfeld 8">
            <a:extLst>
              <a:ext uri="{FF2B5EF4-FFF2-40B4-BE49-F238E27FC236}">
                <a16:creationId xmlns:a16="http://schemas.microsoft.com/office/drawing/2014/main" id="{BA17D5FD-3098-BE4A-BC03-5C5E4757314B}"/>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0" name="Textfeld 9">
            <a:extLst>
              <a:ext uri="{FF2B5EF4-FFF2-40B4-BE49-F238E27FC236}">
                <a16:creationId xmlns:a16="http://schemas.microsoft.com/office/drawing/2014/main" id="{05FE3E8C-A0FB-E642-875B-D21B77EE2E6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3" name="Foliennummernplatzhalter 2">
            <a:extLst>
              <a:ext uri="{FF2B5EF4-FFF2-40B4-BE49-F238E27FC236}">
                <a16:creationId xmlns:a16="http://schemas.microsoft.com/office/drawing/2014/main" id="{142EDB2F-DB65-1848-A88B-75BF04491EBC}"/>
              </a:ext>
            </a:extLst>
          </p:cNvPr>
          <p:cNvSpPr>
            <a:spLocks noGrp="1"/>
          </p:cNvSpPr>
          <p:nvPr>
            <p:ph type="sldNum" sz="quarter" idx="26"/>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7" name="Textplatzhalter 4">
            <a:extLst>
              <a:ext uri="{FF2B5EF4-FFF2-40B4-BE49-F238E27FC236}">
                <a16:creationId xmlns:a16="http://schemas.microsoft.com/office/drawing/2014/main" id="{7724FF67-4A9F-AA4F-BB06-B96E2E6C9E4A}"/>
              </a:ext>
            </a:extLst>
          </p:cNvPr>
          <p:cNvSpPr>
            <a:spLocks noGrp="1"/>
          </p:cNvSpPr>
          <p:nvPr>
            <p:ph type="body" sz="quarter" idx="30" hasCustomPrompt="1"/>
          </p:nvPr>
        </p:nvSpPr>
        <p:spPr>
          <a:xfrm>
            <a:off x="334800" y="5886899"/>
            <a:ext cx="10635267"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177FC00-58D2-AC4E-A5AB-8C5A174521C7}"/>
              </a:ext>
            </a:extLst>
          </p:cNvPr>
          <p:cNvSpPr>
            <a:spLocks noGrp="1"/>
          </p:cNvSpPr>
          <p:nvPr>
            <p:ph type="ftr" sz="quarter" idx="32"/>
          </p:nvPr>
        </p:nvSpPr>
        <p:spPr/>
        <p:txBody>
          <a:bodyPr/>
          <a:lstStyle/>
          <a:p>
            <a:r>
              <a:rPr lang="de-DE"/>
              <a:t>Hochschule Karlsruhe</a:t>
            </a:r>
          </a:p>
        </p:txBody>
      </p:sp>
      <p:pic>
        <p:nvPicPr>
          <p:cNvPr id="13" name="Grafik 12">
            <a:extLst>
              <a:ext uri="{FF2B5EF4-FFF2-40B4-BE49-F238E27FC236}">
                <a16:creationId xmlns:a16="http://schemas.microsoft.com/office/drawing/2014/main" id="{EFEA509C-16C9-7F4E-A006-4B4A69FBABF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100179CD-2DFE-FE48-88FA-99A080006606}"/>
              </a:ext>
            </a:extLst>
          </p:cNvPr>
          <p:cNvSpPr>
            <a:spLocks noGrp="1"/>
          </p:cNvSpPr>
          <p:nvPr>
            <p:ph type="dt" sz="half" idx="33"/>
          </p:nvPr>
        </p:nvSpPr>
        <p:spPr/>
        <p:txBody>
          <a:bodyPr/>
          <a:lstStyle/>
          <a:p>
            <a:r>
              <a:rPr lang="de-DE" dirty="0"/>
              <a:t>FuE-Projekt Sommersemester 2026 | 30.09.2026</a:t>
            </a:r>
          </a:p>
        </p:txBody>
      </p:sp>
      <p:sp>
        <p:nvSpPr>
          <p:cNvPr id="14" name="Textplatzhalter 2">
            <a:extLst>
              <a:ext uri="{FF2B5EF4-FFF2-40B4-BE49-F238E27FC236}">
                <a16:creationId xmlns:a16="http://schemas.microsoft.com/office/drawing/2014/main" id="{69714213-985D-F049-AC24-0011BCAE291F}"/>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5" name="Grafik 14">
            <a:extLst>
              <a:ext uri="{FF2B5EF4-FFF2-40B4-BE49-F238E27FC236}">
                <a16:creationId xmlns:a16="http://schemas.microsoft.com/office/drawing/2014/main" id="{62AFD8BD-1B68-074D-9599-F2383776A48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20" name="Bildplatzhalter 4">
            <a:extLst>
              <a:ext uri="{FF2B5EF4-FFF2-40B4-BE49-F238E27FC236}">
                <a16:creationId xmlns:a16="http://schemas.microsoft.com/office/drawing/2014/main" id="{86B49C55-F108-3C42-B547-CC4E75AAC7BF}"/>
              </a:ext>
            </a:extLst>
          </p:cNvPr>
          <p:cNvSpPr>
            <a:spLocks noGrp="1"/>
          </p:cNvSpPr>
          <p:nvPr>
            <p:ph type="pic" sz="quarter" idx="34"/>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449698238"/>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MT_Präsentation // 1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Bildplatzhalter 5">
            <a:extLst>
              <a:ext uri="{FF2B5EF4-FFF2-40B4-BE49-F238E27FC236}">
                <a16:creationId xmlns:a16="http://schemas.microsoft.com/office/drawing/2014/main" id="{CA76EEEE-53F6-9642-B1ED-C868DA1F3452}"/>
              </a:ext>
            </a:extLst>
          </p:cNvPr>
          <p:cNvSpPr>
            <a:spLocks noGrp="1"/>
          </p:cNvSpPr>
          <p:nvPr>
            <p:ph type="pic" sz="quarter" idx="12"/>
          </p:nvPr>
        </p:nvSpPr>
        <p:spPr>
          <a:xfrm>
            <a:off x="334800" y="1206001"/>
            <a:ext cx="11520000"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3" name="Foliennummernplatzhalter 2">
            <a:extLst>
              <a:ext uri="{FF2B5EF4-FFF2-40B4-BE49-F238E27FC236}">
                <a16:creationId xmlns:a16="http://schemas.microsoft.com/office/drawing/2014/main" id="{C50F89A5-3C39-F749-B805-46E3C20CDDDB}"/>
              </a:ext>
            </a:extLst>
          </p:cNvPr>
          <p:cNvSpPr>
            <a:spLocks noGrp="1"/>
          </p:cNvSpPr>
          <p:nvPr>
            <p:ph type="sldNum" sz="quarter" idx="17"/>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885C8D8-7D67-274F-AD1B-6EB7E2AD03FE}"/>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1" name="Textfeld 10">
            <a:extLst>
              <a:ext uri="{FF2B5EF4-FFF2-40B4-BE49-F238E27FC236}">
                <a16:creationId xmlns:a16="http://schemas.microsoft.com/office/drawing/2014/main" id="{2FD4C86A-1273-9243-B646-482137D81FC4}"/>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14" name="Textplatzhalter 4">
            <a:extLst>
              <a:ext uri="{FF2B5EF4-FFF2-40B4-BE49-F238E27FC236}">
                <a16:creationId xmlns:a16="http://schemas.microsoft.com/office/drawing/2014/main" id="{F54E956C-C25B-424C-A798-CFAB5A0744CE}"/>
              </a:ext>
            </a:extLst>
          </p:cNvPr>
          <p:cNvSpPr>
            <a:spLocks noGrp="1"/>
          </p:cNvSpPr>
          <p:nvPr>
            <p:ph type="body" sz="quarter" idx="29" hasCustomPrompt="1"/>
          </p:nvPr>
        </p:nvSpPr>
        <p:spPr>
          <a:xfrm>
            <a:off x="334800" y="5886899"/>
            <a:ext cx="10608733"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5CC11AC0-5E95-6446-A63C-B54CF66E1A7D}"/>
              </a:ext>
            </a:extLst>
          </p:cNvPr>
          <p:cNvSpPr>
            <a:spLocks noGrp="1"/>
          </p:cNvSpPr>
          <p:nvPr>
            <p:ph type="ftr" sz="quarter" idx="30"/>
          </p:nvPr>
        </p:nvSpPr>
        <p:spPr/>
        <p:txBody>
          <a:bodyPr/>
          <a:lstStyle/>
          <a:p>
            <a:r>
              <a:rPr lang="de-DE"/>
              <a:t>Hochschule Karlsruhe</a:t>
            </a:r>
          </a:p>
        </p:txBody>
      </p:sp>
      <p:pic>
        <p:nvPicPr>
          <p:cNvPr id="15" name="Grafik 14">
            <a:extLst>
              <a:ext uri="{FF2B5EF4-FFF2-40B4-BE49-F238E27FC236}">
                <a16:creationId xmlns:a16="http://schemas.microsoft.com/office/drawing/2014/main" id="{C964A4A2-ACC1-3A4D-B3DF-04B8BE3230FD}"/>
              </a:ext>
            </a:extLst>
          </p:cNvPr>
          <p:cNvPicPr>
            <a:picLocks noChangeAspect="1"/>
          </p:cNvPicPr>
          <p:nvPr userDrawn="1"/>
        </p:nvPicPr>
        <p:blipFill>
          <a:blip r:embed="rId2">
            <a:alphaModFix amt="49000"/>
          </a:blip>
          <a:srcRect/>
          <a:stretch/>
        </p:blipFill>
        <p:spPr>
          <a:xfrm>
            <a:off x="12521184" y="7129"/>
            <a:ext cx="12191999" cy="6843741"/>
          </a:xfrm>
          <a:prstGeom prst="rect">
            <a:avLst/>
          </a:prstGeom>
        </p:spPr>
      </p:pic>
      <p:sp>
        <p:nvSpPr>
          <p:cNvPr id="4" name="Datumsplatzhalter 3">
            <a:extLst>
              <a:ext uri="{FF2B5EF4-FFF2-40B4-BE49-F238E27FC236}">
                <a16:creationId xmlns:a16="http://schemas.microsoft.com/office/drawing/2014/main" id="{73B06E7E-E9A1-9840-A9E1-79686DE197B3}"/>
              </a:ext>
            </a:extLst>
          </p:cNvPr>
          <p:cNvSpPr>
            <a:spLocks noGrp="1"/>
          </p:cNvSpPr>
          <p:nvPr>
            <p:ph type="dt" sz="half" idx="31"/>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5CEB99C0-EF74-E74F-B415-AC2BCEF5C1D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C1C382A7-D6AD-AB42-8366-09637EA67B7C}"/>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9" name="Bildplatzhalter 4">
            <a:extLst>
              <a:ext uri="{FF2B5EF4-FFF2-40B4-BE49-F238E27FC236}">
                <a16:creationId xmlns:a16="http://schemas.microsoft.com/office/drawing/2014/main" id="{2CB2A227-4716-6A4A-8272-F88DB2FFFBEE}"/>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1087756823"/>
      </p:ext>
    </p:extLst>
  </p:cSld>
  <p:clrMapOvr>
    <a:masterClrMapping/>
  </p:clrMapOvr>
  <p:extLst>
    <p:ext uri="{DCECCB84-F9BA-43D5-87BE-67443E8EF086}">
      <p15:sldGuideLst xmlns:p15="http://schemas.microsoft.com/office/powerpoint/2012/main">
        <p15:guide id="1" orient="horz" pos="754" userDrawn="1">
          <p15:clr>
            <a:srgbClr val="FBAE40"/>
          </p15:clr>
        </p15:guide>
        <p15:guide id="2" orient="horz" pos="187" userDrawn="1">
          <p15:clr>
            <a:srgbClr val="FBAE40"/>
          </p15:clr>
        </p15:guide>
        <p15:guide id="3" orient="horz" pos="377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MT_Präsentation // 2 Bilder">
    <p:spTree>
      <p:nvGrpSpPr>
        <p:cNvPr id="1" name=""/>
        <p:cNvGrpSpPr/>
        <p:nvPr/>
      </p:nvGrpSpPr>
      <p:grpSpPr>
        <a:xfrm>
          <a:off x="0" y="0"/>
          <a:ext cx="0" cy="0"/>
          <a:chOff x="0" y="0"/>
          <a:chExt cx="0" cy="0"/>
        </a:xfrm>
      </p:grpSpPr>
      <p:sp>
        <p:nvSpPr>
          <p:cNvPr id="14" name="Bildplatzhalter 5">
            <a:extLst>
              <a:ext uri="{FF2B5EF4-FFF2-40B4-BE49-F238E27FC236}">
                <a16:creationId xmlns:a16="http://schemas.microsoft.com/office/drawing/2014/main" id="{35C83EAB-0D4D-FF4D-BD7D-83582A1D3C01}"/>
              </a:ext>
            </a:extLst>
          </p:cNvPr>
          <p:cNvSpPr>
            <a:spLocks noGrp="1"/>
          </p:cNvSpPr>
          <p:nvPr>
            <p:ph type="pic" sz="quarter" idx="12"/>
          </p:nvPr>
        </p:nvSpPr>
        <p:spPr>
          <a:xfrm>
            <a:off x="334962"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1" name="Bildplatzhalter 5">
            <a:extLst>
              <a:ext uri="{FF2B5EF4-FFF2-40B4-BE49-F238E27FC236}">
                <a16:creationId xmlns:a16="http://schemas.microsoft.com/office/drawing/2014/main" id="{562226A8-783C-944D-805D-729AE9D7328B}"/>
              </a:ext>
            </a:extLst>
          </p:cNvPr>
          <p:cNvSpPr>
            <a:spLocks noGrp="1"/>
          </p:cNvSpPr>
          <p:nvPr>
            <p:ph type="pic" sz="quarter" idx="17"/>
          </p:nvPr>
        </p:nvSpPr>
        <p:spPr>
          <a:xfrm>
            <a:off x="6239933" y="864000"/>
            <a:ext cx="5617105" cy="46080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r>
              <a:rPr lang="de-DE"/>
              <a:t>Bild</a:t>
            </a:r>
          </a:p>
        </p:txBody>
      </p:sp>
      <p:sp>
        <p:nvSpPr>
          <p:cNvPr id="5" name="Foliennummernplatzhalter 4">
            <a:extLst>
              <a:ext uri="{FF2B5EF4-FFF2-40B4-BE49-F238E27FC236}">
                <a16:creationId xmlns:a16="http://schemas.microsoft.com/office/drawing/2014/main" id="{1895EFD5-E76A-D946-BC26-AD901858F228}"/>
              </a:ext>
            </a:extLst>
          </p:cNvPr>
          <p:cNvSpPr>
            <a:spLocks noGrp="1"/>
          </p:cNvSpPr>
          <p:nvPr>
            <p:ph type="sldNum" sz="quarter" idx="19"/>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0" name="Textfeld 9">
            <a:extLst>
              <a:ext uri="{FF2B5EF4-FFF2-40B4-BE49-F238E27FC236}">
                <a16:creationId xmlns:a16="http://schemas.microsoft.com/office/drawing/2014/main" id="{0C0CF17D-51BF-164A-AC97-07E21B06BA05}"/>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2" name="Textfeld 11">
            <a:extLst>
              <a:ext uri="{FF2B5EF4-FFF2-40B4-BE49-F238E27FC236}">
                <a16:creationId xmlns:a16="http://schemas.microsoft.com/office/drawing/2014/main" id="{31F91C5D-F634-9644-87D6-699DB093E3DE}"/>
              </a:ext>
            </a:extLst>
          </p:cNvPr>
          <p:cNvSpPr txBox="1"/>
          <p:nvPr userDrawn="1"/>
        </p:nvSpPr>
        <p:spPr>
          <a:xfrm>
            <a:off x="4148529" y="-263968"/>
            <a:ext cx="1815553" cy="148380"/>
          </a:xfrm>
          <a:prstGeom prst="rect">
            <a:avLst/>
          </a:prstGeom>
          <a:ln>
            <a:noFill/>
          </a:ln>
        </p:spPr>
        <p:txBody>
          <a:bodyPr wrap="square" lIns="0" tIns="0" rIns="0" bIns="0" rtlCol="0" anchor="b">
            <a:noAutofit/>
          </a:bodyPr>
          <a:lstStyle/>
          <a:p>
            <a:pPr algn="r"/>
            <a:r>
              <a:rPr lang="de-DE" sz="726" b="0" i="0" baseline="0">
                <a:solidFill>
                  <a:schemeClr val="tx2">
                    <a:lumMod val="50000"/>
                  </a:schemeClr>
                </a:solidFill>
                <a:latin typeface="Calibri" panose="020F0502020204030204" pitchFamily="34" charset="0"/>
              </a:rPr>
              <a:t>Rechter Bildrand</a:t>
            </a:r>
          </a:p>
        </p:txBody>
      </p:sp>
      <p:sp>
        <p:nvSpPr>
          <p:cNvPr id="15" name="Textfeld 14">
            <a:extLst>
              <a:ext uri="{FF2B5EF4-FFF2-40B4-BE49-F238E27FC236}">
                <a16:creationId xmlns:a16="http://schemas.microsoft.com/office/drawing/2014/main" id="{3B5C2419-4BDD-B44C-B359-47312BEFFA1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8" name="Textfeld 17">
            <a:extLst>
              <a:ext uri="{FF2B5EF4-FFF2-40B4-BE49-F238E27FC236}">
                <a16:creationId xmlns:a16="http://schemas.microsoft.com/office/drawing/2014/main" id="{BCDA3237-D4E2-544E-B93D-836F94639626}"/>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3" name="Textplatzhalter 4">
            <a:extLst>
              <a:ext uri="{FF2B5EF4-FFF2-40B4-BE49-F238E27FC236}">
                <a16:creationId xmlns:a16="http://schemas.microsoft.com/office/drawing/2014/main" id="{54E92864-A0E0-314A-8C49-29B1171014A4}"/>
              </a:ext>
            </a:extLst>
          </p:cNvPr>
          <p:cNvSpPr>
            <a:spLocks noGrp="1"/>
          </p:cNvSpPr>
          <p:nvPr>
            <p:ph type="body" sz="quarter" idx="22" hasCustomPrompt="1"/>
          </p:nvPr>
        </p:nvSpPr>
        <p:spPr>
          <a:xfrm>
            <a:off x="6239934" y="58868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4" name="Textplatzhalter 4">
            <a:extLst>
              <a:ext uri="{FF2B5EF4-FFF2-40B4-BE49-F238E27FC236}">
                <a16:creationId xmlns:a16="http://schemas.microsoft.com/office/drawing/2014/main" id="{88AA7485-A9F3-004C-AE34-E8AC9C45BF7A}"/>
              </a:ext>
            </a:extLst>
          </p:cNvPr>
          <p:cNvSpPr>
            <a:spLocks noGrp="1"/>
          </p:cNvSpPr>
          <p:nvPr>
            <p:ph type="body" sz="quarter" idx="29" hasCustomPrompt="1"/>
          </p:nvPr>
        </p:nvSpPr>
        <p:spPr>
          <a:xfrm>
            <a:off x="334800" y="5886899"/>
            <a:ext cx="5580964"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 name="Fußzeilenplatzhalter 1">
            <a:extLst>
              <a:ext uri="{FF2B5EF4-FFF2-40B4-BE49-F238E27FC236}">
                <a16:creationId xmlns:a16="http://schemas.microsoft.com/office/drawing/2014/main" id="{4013B5A4-26D9-8740-ACBB-09F01B228133}"/>
              </a:ext>
            </a:extLst>
          </p:cNvPr>
          <p:cNvSpPr>
            <a:spLocks noGrp="1"/>
          </p:cNvSpPr>
          <p:nvPr>
            <p:ph type="ftr" sz="quarter" idx="30"/>
          </p:nvPr>
        </p:nvSpPr>
        <p:spPr/>
        <p:txBody>
          <a:bodyPr/>
          <a:lstStyle/>
          <a:p>
            <a:r>
              <a:rPr lang="de-DE"/>
              <a:t>Hochschule Karlsruhe</a:t>
            </a:r>
          </a:p>
        </p:txBody>
      </p:sp>
      <p:pic>
        <p:nvPicPr>
          <p:cNvPr id="17" name="Grafik 16">
            <a:extLst>
              <a:ext uri="{FF2B5EF4-FFF2-40B4-BE49-F238E27FC236}">
                <a16:creationId xmlns:a16="http://schemas.microsoft.com/office/drawing/2014/main" id="{37AB9DCE-9E10-3E4C-857C-B8C27D76AED5}"/>
              </a:ext>
            </a:extLst>
          </p:cNvPr>
          <p:cNvPicPr>
            <a:picLocks noChangeAspect="1"/>
          </p:cNvPicPr>
          <p:nvPr userDrawn="1"/>
        </p:nvPicPr>
        <p:blipFill>
          <a:blip r:embed="rId2">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439B1BBC-665F-AF4B-8F72-7AB1B40FEBE5}"/>
              </a:ext>
            </a:extLst>
          </p:cNvPr>
          <p:cNvSpPr>
            <a:spLocks noGrp="1"/>
          </p:cNvSpPr>
          <p:nvPr>
            <p:ph type="dt" sz="half" idx="31"/>
          </p:nvPr>
        </p:nvSpPr>
        <p:spPr/>
        <p:txBody>
          <a:bodyPr/>
          <a:lstStyle/>
          <a:p>
            <a:r>
              <a:rPr lang="de-DE" dirty="0"/>
              <a:t>FuE-Projekt Sommersemester 2026 | 30.09.2026</a:t>
            </a:r>
          </a:p>
        </p:txBody>
      </p:sp>
      <p:sp>
        <p:nvSpPr>
          <p:cNvPr id="19" name="Textplatzhalter 2">
            <a:extLst>
              <a:ext uri="{FF2B5EF4-FFF2-40B4-BE49-F238E27FC236}">
                <a16:creationId xmlns:a16="http://schemas.microsoft.com/office/drawing/2014/main" id="{110A617E-8FCC-244D-8AD5-BF151B15A758}"/>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20" name="Grafik 19">
            <a:extLst>
              <a:ext uri="{FF2B5EF4-FFF2-40B4-BE49-F238E27FC236}">
                <a16:creationId xmlns:a16="http://schemas.microsoft.com/office/drawing/2014/main" id="{AB143B38-D55C-EA4D-B6F2-C2894CCA347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97C1D262-E95A-0065-C749-40B46F05450E}"/>
              </a:ext>
            </a:extLst>
          </p:cNvPr>
          <p:cNvPicPr>
            <a:picLocks noChangeAspect="1"/>
          </p:cNvPicPr>
          <p:nvPr userDrawn="1"/>
        </p:nvPicPr>
        <p:blipFill>
          <a:blip r:embed="rId4"/>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1421266352"/>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MT_Präsentation // Text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5999"/>
            <a:ext cx="5617104" cy="4600800"/>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C1F7B6FB-B0F6-3341-BCCD-5EA90FA33301}"/>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1" name="Textfeld 10">
            <a:extLst>
              <a:ext uri="{FF2B5EF4-FFF2-40B4-BE49-F238E27FC236}">
                <a16:creationId xmlns:a16="http://schemas.microsoft.com/office/drawing/2014/main" id="{5CC2644F-FCE1-1048-B810-F35855B30C08}"/>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5" name="Textfeld 14">
            <a:extLst>
              <a:ext uri="{FF2B5EF4-FFF2-40B4-BE49-F238E27FC236}">
                <a16:creationId xmlns:a16="http://schemas.microsoft.com/office/drawing/2014/main" id="{09A680A6-80A5-3A40-89EC-AFFBA5113207}"/>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0" name="Textfeld 19">
            <a:extLst>
              <a:ext uri="{FF2B5EF4-FFF2-40B4-BE49-F238E27FC236}">
                <a16:creationId xmlns:a16="http://schemas.microsoft.com/office/drawing/2014/main" id="{5FEA65F3-E022-8A40-99FF-39D64B823CCE}"/>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9" name="Textplatzhalter 4">
            <a:extLst>
              <a:ext uri="{FF2B5EF4-FFF2-40B4-BE49-F238E27FC236}">
                <a16:creationId xmlns:a16="http://schemas.microsoft.com/office/drawing/2014/main" id="{47C19FD3-313A-D64E-9440-4A82499E3D53}"/>
              </a:ext>
            </a:extLst>
          </p:cNvPr>
          <p:cNvSpPr>
            <a:spLocks noGrp="1"/>
          </p:cNvSpPr>
          <p:nvPr>
            <p:ph type="body" sz="quarter" idx="22" hasCustomPrompt="1"/>
          </p:nvPr>
        </p:nvSpPr>
        <p:spPr>
          <a:xfrm>
            <a:off x="6239934" y="5886000"/>
            <a:ext cx="4796724"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18" name="Textplatzhalter 2">
            <a:extLst>
              <a:ext uri="{FF2B5EF4-FFF2-40B4-BE49-F238E27FC236}">
                <a16:creationId xmlns:a16="http://schemas.microsoft.com/office/drawing/2014/main" id="{EB2B3229-4766-F845-8CCB-5DC95F2708B6}"/>
              </a:ext>
            </a:extLst>
          </p:cNvPr>
          <p:cNvSpPr>
            <a:spLocks noGrp="1"/>
          </p:cNvSpPr>
          <p:nvPr>
            <p:ph type="body" sz="quarter" idx="18" hasCustomPrompt="1"/>
          </p:nvPr>
        </p:nvSpPr>
        <p:spPr>
          <a:xfrm>
            <a:off x="334963" y="1206000"/>
            <a:ext cx="5617106" cy="4608513"/>
          </a:xfrm>
          <a:prstGeom prst="rect">
            <a:avLst/>
          </a:prstGeom>
        </p:spPr>
        <p:txBody>
          <a:bodyPr lIns="0" tIns="0" rIns="0" bIns="0" numCol="1" spcCol="720000"/>
          <a:lstStyle>
            <a:lvl1pPr marL="0" indent="0">
              <a:lnSpc>
                <a:spcPts val="2100"/>
              </a:lnSpc>
              <a:spcBef>
                <a:spcPts val="1350"/>
              </a:spcBef>
              <a:spcAft>
                <a:spcPts val="0"/>
              </a:spcAft>
              <a:buSzPct val="90000"/>
              <a:buFontTx/>
              <a:buNone/>
              <a:defRPr sz="1800" b="0" i="0" baseline="0">
                <a:latin typeface="Calibri" panose="020F0502020204030204" pitchFamily="34" charset="0"/>
                <a:cs typeface="Calibri" panose="020F0502020204030204" pitchFamily="34" charset="0"/>
              </a:defRPr>
            </a:lvl1pPr>
            <a:lvl2pPr marL="252000" indent="-252000">
              <a:lnSpc>
                <a:spcPts val="2250"/>
              </a:lnSpc>
              <a:spcBef>
                <a:spcPts val="350"/>
              </a:spcBef>
              <a:spcAft>
                <a:spcPts val="200"/>
              </a:spcAft>
              <a:buFontTx/>
              <a:buBlip>
                <a:blip r:embed="rId2"/>
              </a:buBlip>
              <a:defRPr sz="1800" b="0" i="0" baseline="0">
                <a:latin typeface="Calibri" panose="020F0502020204030204" pitchFamily="34" charset="0"/>
                <a:cs typeface="Calibri" panose="020F0502020204030204" pitchFamily="34" charset="0"/>
              </a:defRPr>
            </a:lvl2pPr>
            <a:lvl3pPr marL="504000" indent="-252000">
              <a:lnSpc>
                <a:spcPts val="2250"/>
              </a:lnSpc>
              <a:spcBef>
                <a:spcPts val="350"/>
              </a:spcBef>
              <a:spcAft>
                <a:spcPts val="0"/>
              </a:spcAft>
              <a:buSzPct val="100000"/>
              <a:buFontTx/>
              <a:buBlip>
                <a:blip r:embed="rId2"/>
              </a:buBlip>
              <a:defRPr sz="1800" b="0" i="0" baseline="0">
                <a:latin typeface="Calibri" panose="020F0502020204030204" pitchFamily="34" charset="0"/>
                <a:cs typeface="Calibri" panose="020F0502020204030204" pitchFamily="34" charset="0"/>
              </a:defRPr>
            </a:lvl3pPr>
            <a:lvl4pPr marL="504000" indent="-234000">
              <a:lnSpc>
                <a:spcPts val="2250"/>
              </a:lnSpc>
              <a:spcBef>
                <a:spcPts val="350"/>
              </a:spcBef>
              <a:spcAft>
                <a:spcPts val="0"/>
              </a:spcAft>
              <a:buSzPct val="90000"/>
              <a:buFont typeface="Arial" pitchFamily="2" charset="2"/>
              <a:buChar char="-"/>
              <a:defRPr sz="1800" b="0" i="0" baseline="0">
                <a:latin typeface="Calibri" panose="020F0502020204030204" pitchFamily="34" charset="0"/>
                <a:cs typeface="Calibri" panose="020F0502020204030204" pitchFamily="34" charset="0"/>
              </a:defRPr>
            </a:lvl4pPr>
            <a:lvl5pPr marL="504000" indent="0">
              <a:lnSpc>
                <a:spcPts val="1800"/>
              </a:lnSpc>
              <a:spcBef>
                <a:spcPts val="350"/>
              </a:spcBef>
              <a:spcAft>
                <a:spcPts val="0"/>
              </a:spcAft>
              <a:buNone/>
              <a:defRPr sz="1452" b="0" i="0">
                <a:latin typeface="Calibri" panose="020F0502020204030204" pitchFamily="34" charset="0"/>
                <a:cs typeface="Calibri" panose="020F0502020204030204" pitchFamily="34" charset="0"/>
              </a:defRPr>
            </a:lvl5pPr>
          </a:lstStyle>
          <a:p>
            <a:pPr lvl="0"/>
            <a:r>
              <a:rPr lang="de-DE"/>
              <a:t>Mastertextformat bearbeiten 18pt</a:t>
            </a:r>
          </a:p>
          <a:p>
            <a:pPr lvl="1"/>
            <a:r>
              <a:rPr lang="de-DE"/>
              <a:t>Zweite Ebene 18pt</a:t>
            </a:r>
          </a:p>
          <a:p>
            <a:pPr lvl="2"/>
            <a:r>
              <a:rPr lang="de-DE"/>
              <a:t>Dritte Ebene 18pt</a:t>
            </a:r>
          </a:p>
          <a:p>
            <a:pPr lvl="3"/>
            <a:r>
              <a:rPr lang="de-DE"/>
              <a:t>Vierte Ebene 18pt</a:t>
            </a:r>
          </a:p>
          <a:p>
            <a:pPr lvl="4"/>
            <a:r>
              <a:rPr lang="de-DE"/>
              <a:t>Fünfte Ebene 14,5pt</a:t>
            </a:r>
          </a:p>
        </p:txBody>
      </p:sp>
      <p:sp>
        <p:nvSpPr>
          <p:cNvPr id="2" name="Fußzeilenplatzhalter 1">
            <a:extLst>
              <a:ext uri="{FF2B5EF4-FFF2-40B4-BE49-F238E27FC236}">
                <a16:creationId xmlns:a16="http://schemas.microsoft.com/office/drawing/2014/main" id="{7CB36594-3440-4A40-8496-8A327EE58A6B}"/>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3E86A0B5-4B53-424B-84C2-14958884B15B}"/>
              </a:ext>
            </a:extLst>
          </p:cNvPr>
          <p:cNvPicPr>
            <a:picLocks noChangeAspect="1"/>
          </p:cNvPicPr>
          <p:nvPr userDrawn="1"/>
        </p:nvPicPr>
        <p:blipFill>
          <a:blip r:embed="rId3">
            <a:alphaModFix amt="50000"/>
          </a:blip>
          <a:srcRect/>
          <a:stretch/>
        </p:blipFill>
        <p:spPr>
          <a:xfrm>
            <a:off x="12521184" y="7129"/>
            <a:ext cx="12191999" cy="6843741"/>
          </a:xfrm>
          <a:prstGeom prst="rect">
            <a:avLst/>
          </a:prstGeom>
        </p:spPr>
      </p:pic>
      <p:sp>
        <p:nvSpPr>
          <p:cNvPr id="3" name="Datumsplatzhalter 2">
            <a:extLst>
              <a:ext uri="{FF2B5EF4-FFF2-40B4-BE49-F238E27FC236}">
                <a16:creationId xmlns:a16="http://schemas.microsoft.com/office/drawing/2014/main" id="{33D1ADDF-8F4C-BC48-B65C-59B0BEC4AA8D}"/>
              </a:ext>
            </a:extLst>
          </p:cNvPr>
          <p:cNvSpPr>
            <a:spLocks noGrp="1"/>
          </p:cNvSpPr>
          <p:nvPr>
            <p:ph type="dt" sz="half" idx="28"/>
          </p:nvPr>
        </p:nvSpPr>
        <p:spPr/>
        <p:txBody>
          <a:bodyPr/>
          <a:lstStyle/>
          <a:p>
            <a:r>
              <a:rPr lang="de-DE" dirty="0"/>
              <a:t>FuE-Projekt Sommersemester 2026 | 30.09.2026</a:t>
            </a:r>
          </a:p>
        </p:txBody>
      </p:sp>
      <p:sp>
        <p:nvSpPr>
          <p:cNvPr id="16" name="Textplatzhalter 2">
            <a:extLst>
              <a:ext uri="{FF2B5EF4-FFF2-40B4-BE49-F238E27FC236}">
                <a16:creationId xmlns:a16="http://schemas.microsoft.com/office/drawing/2014/main" id="{2E6B334F-49E0-7249-9A77-6189C78F5C94}"/>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7" name="Grafik 16">
            <a:extLst>
              <a:ext uri="{FF2B5EF4-FFF2-40B4-BE49-F238E27FC236}">
                <a16:creationId xmlns:a16="http://schemas.microsoft.com/office/drawing/2014/main" id="{03A27012-D968-1444-9A3B-CE3015362944}"/>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19331F61-C3A5-8FDF-5395-CA528D43D61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505848889"/>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10" orient="horz" pos="3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MT_Präsentation // Text klein + Bild">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12" name="Bildplatzhalter 5">
            <a:extLst>
              <a:ext uri="{FF2B5EF4-FFF2-40B4-BE49-F238E27FC236}">
                <a16:creationId xmlns:a16="http://schemas.microsoft.com/office/drawing/2014/main" id="{17EFA53D-6FD1-6F45-B98B-1BBDAA8A36B0}"/>
              </a:ext>
            </a:extLst>
          </p:cNvPr>
          <p:cNvSpPr>
            <a:spLocks noGrp="1"/>
          </p:cNvSpPr>
          <p:nvPr>
            <p:ph type="pic" sz="quarter" idx="19"/>
          </p:nvPr>
        </p:nvSpPr>
        <p:spPr>
          <a:xfrm>
            <a:off x="6239934" y="1206000"/>
            <a:ext cx="5617104" cy="4599488"/>
          </a:xfrm>
          <a:prstGeom prst="rect">
            <a:avLst/>
          </a:prstGeom>
          <a:solidFill>
            <a:schemeClr val="bg1">
              <a:lumMod val="95000"/>
            </a:schemeClr>
          </a:solidFill>
        </p:spPr>
        <p:txBody>
          <a:bodyPr lIns="0" tIns="0" rIns="0" bIns="0"/>
          <a:lstStyle>
            <a:lvl1pPr marL="0" indent="0">
              <a:buFontTx/>
              <a:buNone/>
              <a:defRPr sz="2000" b="0" i="0" baseline="0">
                <a:latin typeface="Calibri" panose="020F0502020204030204" pitchFamily="34" charset="0"/>
                <a:cs typeface="Calibri" panose="020F0502020204030204" pitchFamily="34" charset="0"/>
              </a:defRPr>
            </a:lvl1pPr>
          </a:lstStyle>
          <a:p>
            <a:endParaRPr lang="de-DE"/>
          </a:p>
        </p:txBody>
      </p:sp>
      <p:sp>
        <p:nvSpPr>
          <p:cNvPr id="5" name="Foliennummernplatzhalter 4">
            <a:extLst>
              <a:ext uri="{FF2B5EF4-FFF2-40B4-BE49-F238E27FC236}">
                <a16:creationId xmlns:a16="http://schemas.microsoft.com/office/drawing/2014/main" id="{52130442-AFCC-A34B-846F-B4148DBD901E}"/>
              </a:ext>
            </a:extLst>
          </p:cNvPr>
          <p:cNvSpPr>
            <a:spLocks noGrp="1"/>
          </p:cNvSpPr>
          <p:nvPr>
            <p:ph type="sldNum" sz="quarter" idx="21"/>
          </p:nvPr>
        </p:nvSpPr>
        <p:spPr>
          <a:xfrm>
            <a:off x="334962" y="6429600"/>
            <a:ext cx="2742936" cy="97976"/>
          </a:xfrm>
          <a:prstGeom prst="rect">
            <a:avLst/>
          </a:prstGeom>
        </p:spPr>
        <p:txBody>
          <a:bodyPr/>
          <a:lstStyle/>
          <a:p>
            <a:fld id="{13005BA2-ABF8-0A46-8B15-84F2660EFA6C}" type="slidenum">
              <a:rPr lang="de-DE" smtClean="0"/>
              <a:pPr/>
              <a:t>‹Nr.›</a:t>
            </a:fld>
            <a:endParaRPr lang="de-DE"/>
          </a:p>
        </p:txBody>
      </p:sp>
      <p:sp>
        <p:nvSpPr>
          <p:cNvPr id="15" name="Textfeld 14">
            <a:extLst>
              <a:ext uri="{FF2B5EF4-FFF2-40B4-BE49-F238E27FC236}">
                <a16:creationId xmlns:a16="http://schemas.microsoft.com/office/drawing/2014/main" id="{A5A3B40C-54E9-AB4D-8AC7-E38CD18B5B70}"/>
              </a:ext>
            </a:extLst>
          </p:cNvPr>
          <p:cNvSpPr txBox="1"/>
          <p:nvPr userDrawn="1"/>
        </p:nvSpPr>
        <p:spPr>
          <a:xfrm>
            <a:off x="6227051" y="-26396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Linker Bildrand</a:t>
            </a:r>
          </a:p>
        </p:txBody>
      </p:sp>
      <p:sp>
        <p:nvSpPr>
          <p:cNvPr id="16" name="Textfeld 15">
            <a:extLst>
              <a:ext uri="{FF2B5EF4-FFF2-40B4-BE49-F238E27FC236}">
                <a16:creationId xmlns:a16="http://schemas.microsoft.com/office/drawing/2014/main" id="{B671DC39-E545-5E4C-B503-4F1AA64CC520}"/>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7" name="Textfeld 16">
            <a:extLst>
              <a:ext uri="{FF2B5EF4-FFF2-40B4-BE49-F238E27FC236}">
                <a16:creationId xmlns:a16="http://schemas.microsoft.com/office/drawing/2014/main" id="{370F38C7-64DE-D04A-B7C6-B8A2D35BC9D5}"/>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22" name="Textplatzhalter 4">
            <a:extLst>
              <a:ext uri="{FF2B5EF4-FFF2-40B4-BE49-F238E27FC236}">
                <a16:creationId xmlns:a16="http://schemas.microsoft.com/office/drawing/2014/main" id="{E7E246A2-CC15-8343-93B1-CFDABB587BDA}"/>
              </a:ext>
            </a:extLst>
          </p:cNvPr>
          <p:cNvSpPr>
            <a:spLocks noGrp="1"/>
          </p:cNvSpPr>
          <p:nvPr>
            <p:ph type="body" sz="quarter" idx="22" hasCustomPrompt="1"/>
          </p:nvPr>
        </p:nvSpPr>
        <p:spPr>
          <a:xfrm>
            <a:off x="6239934" y="5885299"/>
            <a:ext cx="4751917" cy="97200"/>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21" name="Textplatzhalter 2" descr="te " title="text">
            <a:extLst>
              <a:ext uri="{FF2B5EF4-FFF2-40B4-BE49-F238E27FC236}">
                <a16:creationId xmlns:a16="http://schemas.microsoft.com/office/drawing/2014/main" id="{CAAED048-28A8-8940-B7A5-3D4D92B767D6}"/>
              </a:ext>
            </a:extLst>
          </p:cNvPr>
          <p:cNvSpPr>
            <a:spLocks noGrp="1"/>
          </p:cNvSpPr>
          <p:nvPr>
            <p:ph type="body" sz="quarter" idx="18" hasCustomPrompt="1"/>
          </p:nvPr>
        </p:nvSpPr>
        <p:spPr>
          <a:xfrm>
            <a:off x="334963" y="1206001"/>
            <a:ext cx="5617106" cy="4599488"/>
          </a:xfrm>
          <a:prstGeom prst="rect">
            <a:avLst/>
          </a:prstGeom>
        </p:spPr>
        <p:txBody>
          <a:bodyPr lIns="0" tIns="0" rIns="0" bIns="0" numCol="1" spcCol="360000"/>
          <a:lstStyle>
            <a:lvl1pPr marL="0" indent="0">
              <a:lnSpc>
                <a:spcPts val="1700"/>
              </a:lnSpc>
              <a:spcBef>
                <a:spcPts val="1200"/>
              </a:spcBef>
              <a:spcAft>
                <a:spcPts val="0"/>
              </a:spcAft>
              <a:buSzPct val="90000"/>
              <a:buFontTx/>
              <a:buNone/>
              <a:defRPr sz="1452" b="0" i="0" baseline="0">
                <a:latin typeface="Calibri" panose="020F0502020204030204" pitchFamily="34" charset="0"/>
                <a:cs typeface="Calibri" panose="020F0502020204030204" pitchFamily="34" charset="0"/>
              </a:defRPr>
            </a:lvl1pPr>
            <a:lvl2pPr marL="252000" indent="-252000">
              <a:lnSpc>
                <a:spcPts val="1800"/>
              </a:lnSpc>
              <a:spcBef>
                <a:spcPts val="350"/>
              </a:spcBef>
              <a:spcAft>
                <a:spcPts val="200"/>
              </a:spcAft>
              <a:buFontTx/>
              <a:buBlip>
                <a:blip r:embed="rId2"/>
              </a:buBlip>
              <a:defRPr sz="1452" b="0" i="0" baseline="0">
                <a:latin typeface="Calibri" panose="020F0502020204030204" pitchFamily="34" charset="0"/>
                <a:cs typeface="Calibri" panose="020F0502020204030204" pitchFamily="34" charset="0"/>
              </a:defRPr>
            </a:lvl2pPr>
            <a:lvl3pPr marL="504000" indent="-252000">
              <a:lnSpc>
                <a:spcPts val="1800"/>
              </a:lnSpc>
              <a:spcBef>
                <a:spcPts val="350"/>
              </a:spcBef>
              <a:spcAft>
                <a:spcPts val="0"/>
              </a:spcAft>
              <a:buFontTx/>
              <a:buBlip>
                <a:blip r:embed="rId2"/>
              </a:buBlip>
              <a:defRPr sz="1452" b="0" i="0" baseline="0">
                <a:latin typeface="Calibri" panose="020F0502020204030204" pitchFamily="34" charset="0"/>
                <a:cs typeface="Calibri" panose="020F0502020204030204" pitchFamily="34" charset="0"/>
              </a:defRPr>
            </a:lvl3pPr>
            <a:lvl4pPr marL="504000" indent="-234000">
              <a:lnSpc>
                <a:spcPts val="1800"/>
              </a:lnSpc>
              <a:spcBef>
                <a:spcPts val="350"/>
              </a:spcBef>
              <a:spcAft>
                <a:spcPts val="0"/>
              </a:spcAft>
              <a:buSzPct val="90000"/>
              <a:buFont typeface="Arial" pitchFamily="2" charset="2"/>
              <a:buChar char="-"/>
              <a:defRPr sz="1452" b="0" i="0" baseline="0">
                <a:latin typeface="Calibri" panose="020F0502020204030204" pitchFamily="34" charset="0"/>
                <a:cs typeface="Calibri" panose="020F0502020204030204" pitchFamily="34" charset="0"/>
              </a:defRPr>
            </a:lvl4pPr>
            <a:lvl5pPr marL="504000" indent="0">
              <a:lnSpc>
                <a:spcPts val="1800"/>
              </a:lnSpc>
              <a:spcBef>
                <a:spcPts val="500"/>
              </a:spcBef>
              <a:spcAft>
                <a:spcPts val="0"/>
              </a:spcAft>
              <a:buNone/>
              <a:defRPr sz="1450" b="0" i="0">
                <a:latin typeface="Calibri" panose="020F0502020204030204" pitchFamily="34" charset="0"/>
                <a:cs typeface="Calibri" panose="020F0502020204030204" pitchFamily="34" charset="0"/>
              </a:defRPr>
            </a:lvl5pPr>
          </a:lstStyle>
          <a:p>
            <a:pPr lvl="0"/>
            <a:r>
              <a:rPr lang="de-DE"/>
              <a:t>Mastertextformat bearbeiten 14,5pt</a:t>
            </a:r>
          </a:p>
          <a:p>
            <a:pPr lvl="1"/>
            <a:r>
              <a:rPr lang="de-DE"/>
              <a:t>Zweite Ebene 14,5pt</a:t>
            </a:r>
          </a:p>
          <a:p>
            <a:pPr lvl="2"/>
            <a:r>
              <a:rPr lang="de-DE"/>
              <a:t>Dritte Ebene 14,5pt</a:t>
            </a:r>
          </a:p>
          <a:p>
            <a:pPr lvl="3"/>
            <a:r>
              <a:rPr lang="de-DE"/>
              <a:t>Vierte Ebene 14,5pt</a:t>
            </a:r>
          </a:p>
          <a:p>
            <a:pPr lvl="4"/>
            <a:r>
              <a:rPr lang="de-DE"/>
              <a:t>Fünfte Ebene 14,5pt</a:t>
            </a:r>
          </a:p>
        </p:txBody>
      </p:sp>
      <p:sp>
        <p:nvSpPr>
          <p:cNvPr id="3" name="Fußzeilenplatzhalter 2">
            <a:extLst>
              <a:ext uri="{FF2B5EF4-FFF2-40B4-BE49-F238E27FC236}">
                <a16:creationId xmlns:a16="http://schemas.microsoft.com/office/drawing/2014/main" id="{4431D2AF-8FEB-7841-B7CE-8E7D120E0BD5}"/>
              </a:ext>
            </a:extLst>
          </p:cNvPr>
          <p:cNvSpPr>
            <a:spLocks noGrp="1"/>
          </p:cNvSpPr>
          <p:nvPr>
            <p:ph type="ftr" sz="quarter" idx="27"/>
          </p:nvPr>
        </p:nvSpPr>
        <p:spPr/>
        <p:txBody>
          <a:bodyPr/>
          <a:lstStyle/>
          <a:p>
            <a:r>
              <a:rPr lang="de-DE"/>
              <a:t>Hochschule Karlsruhe</a:t>
            </a:r>
          </a:p>
        </p:txBody>
      </p:sp>
      <p:pic>
        <p:nvPicPr>
          <p:cNvPr id="14" name="Grafik 13">
            <a:extLst>
              <a:ext uri="{FF2B5EF4-FFF2-40B4-BE49-F238E27FC236}">
                <a16:creationId xmlns:a16="http://schemas.microsoft.com/office/drawing/2014/main" id="{47B87EDE-89CA-8D42-9DC8-E7B7769EDC6F}"/>
              </a:ext>
            </a:extLst>
          </p:cNvPr>
          <p:cNvPicPr>
            <a:picLocks noChangeAspect="1"/>
          </p:cNvPicPr>
          <p:nvPr userDrawn="1"/>
        </p:nvPicPr>
        <p:blipFill>
          <a:blip r:embed="rId3">
            <a:alphaModFix amt="50000"/>
          </a:blip>
          <a:srcRect/>
          <a:stretch/>
        </p:blipFill>
        <p:spPr>
          <a:xfrm>
            <a:off x="12521185" y="7129"/>
            <a:ext cx="12191997" cy="6843741"/>
          </a:xfrm>
          <a:prstGeom prst="rect">
            <a:avLst/>
          </a:prstGeom>
        </p:spPr>
      </p:pic>
      <p:sp>
        <p:nvSpPr>
          <p:cNvPr id="2" name="Datumsplatzhalter 1">
            <a:extLst>
              <a:ext uri="{FF2B5EF4-FFF2-40B4-BE49-F238E27FC236}">
                <a16:creationId xmlns:a16="http://schemas.microsoft.com/office/drawing/2014/main" id="{5F268177-AE4A-684B-8FE0-98F4DB068ECA}"/>
              </a:ext>
            </a:extLst>
          </p:cNvPr>
          <p:cNvSpPr>
            <a:spLocks noGrp="1"/>
          </p:cNvSpPr>
          <p:nvPr>
            <p:ph type="dt" sz="half" idx="28"/>
          </p:nvPr>
        </p:nvSpPr>
        <p:spPr/>
        <p:txBody>
          <a:bodyPr/>
          <a:lstStyle/>
          <a:p>
            <a:r>
              <a:rPr lang="de-DE"/>
              <a:t>20. Januar 2021</a:t>
            </a:r>
            <a:endParaRPr lang="de-DE" sz="1000"/>
          </a:p>
        </p:txBody>
      </p:sp>
      <p:sp>
        <p:nvSpPr>
          <p:cNvPr id="18" name="Textplatzhalter 2">
            <a:extLst>
              <a:ext uri="{FF2B5EF4-FFF2-40B4-BE49-F238E27FC236}">
                <a16:creationId xmlns:a16="http://schemas.microsoft.com/office/drawing/2014/main" id="{70E987E8-E4E5-1C47-B903-44A3B86ED491}"/>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9" name="Grafik 18">
            <a:extLst>
              <a:ext uri="{FF2B5EF4-FFF2-40B4-BE49-F238E27FC236}">
                <a16:creationId xmlns:a16="http://schemas.microsoft.com/office/drawing/2014/main" id="{486D69A4-9E2A-FB4E-8DF6-21FBA6291503}"/>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1244769" y="299812"/>
            <a:ext cx="665997" cy="448986"/>
          </a:xfrm>
          <a:prstGeom prst="rect">
            <a:avLst/>
          </a:prstGeom>
        </p:spPr>
      </p:pic>
      <p:pic>
        <p:nvPicPr>
          <p:cNvPr id="4" name="Grafik 3">
            <a:extLst>
              <a:ext uri="{FF2B5EF4-FFF2-40B4-BE49-F238E27FC236}">
                <a16:creationId xmlns:a16="http://schemas.microsoft.com/office/drawing/2014/main" id="{F18CA808-2419-8B08-FCF6-E5D4AC5D4902}"/>
              </a:ext>
            </a:extLst>
          </p:cNvPr>
          <p:cNvPicPr>
            <a:picLocks noChangeAspect="1"/>
          </p:cNvPicPr>
          <p:nvPr userDrawn="1"/>
        </p:nvPicPr>
        <p:blipFill>
          <a:blip r:embed="rId5"/>
          <a:stretch>
            <a:fillRect/>
          </a:stretch>
        </p:blipFill>
        <p:spPr>
          <a:xfrm>
            <a:off x="11246244" y="5389045"/>
            <a:ext cx="664522" cy="1091279"/>
          </a:xfrm>
          <a:prstGeom prst="rect">
            <a:avLst/>
          </a:prstGeom>
        </p:spPr>
      </p:pic>
    </p:spTree>
    <p:extLst>
      <p:ext uri="{BB962C8B-B14F-4D97-AF65-F5344CB8AC3E}">
        <p14:creationId xmlns:p14="http://schemas.microsoft.com/office/powerpoint/2010/main" val="3710503795"/>
      </p:ext>
    </p:extLst>
  </p:cSld>
  <p:clrMapOvr>
    <a:masterClrMapping/>
  </p:clrMapOvr>
  <p:extLst>
    <p:ext uri="{DCECCB84-F9BA-43D5-87BE-67443E8EF086}">
      <p15:sldGuideLst xmlns:p15="http://schemas.microsoft.com/office/powerpoint/2012/main">
        <p15:guide id="5" pos="3931" userDrawn="1">
          <p15:clr>
            <a:srgbClr val="FBAE40"/>
          </p15:clr>
        </p15:guide>
        <p15:guide id="6" pos="3749" userDrawn="1">
          <p15:clr>
            <a:srgbClr val="FBAE40"/>
          </p15:clr>
        </p15:guide>
        <p15:guide id="7" orient="horz" pos="754" userDrawn="1">
          <p15:clr>
            <a:srgbClr val="FBAE40"/>
          </p15:clr>
        </p15:guide>
        <p15:guide id="8" orient="horz" pos="187" userDrawn="1">
          <p15:clr>
            <a:srgbClr val="FBAE40"/>
          </p15:clr>
        </p15:guide>
        <p15:guide id="9" orient="horz" pos="377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MT_Präsentation // 1 Bild Vollformat">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7" name="Bildplatzhalter 5">
            <a:extLst>
              <a:ext uri="{FF2B5EF4-FFF2-40B4-BE49-F238E27FC236}">
                <a16:creationId xmlns:a16="http://schemas.microsoft.com/office/drawing/2014/main" id="{CC0E7EA5-5642-534B-A54D-23A7A42F6655}"/>
              </a:ext>
            </a:extLst>
          </p:cNvPr>
          <p:cNvSpPr>
            <a:spLocks noGrp="1"/>
          </p:cNvSpPr>
          <p:nvPr>
            <p:ph type="pic" sz="quarter" idx="13" hasCustomPrompt="1"/>
          </p:nvPr>
        </p:nvSpPr>
        <p:spPr>
          <a:xfrm>
            <a:off x="0" y="0"/>
            <a:ext cx="12192000" cy="5805488"/>
          </a:xfrm>
          <a:prstGeom prst="rect">
            <a:avLst/>
          </a:prstGeom>
          <a:solidFill>
            <a:schemeClr val="bg1">
              <a:lumMod val="95000"/>
            </a:schemeClr>
          </a:solidFill>
        </p:spPr>
        <p:txBody>
          <a:bodyPr/>
          <a:lstStyle>
            <a:lvl1pPr marL="0" indent="0">
              <a:buFontTx/>
              <a:buNone/>
              <a:defRPr sz="2000" b="0" i="0" baseline="0">
                <a:latin typeface="Calibri" panose="020F0502020204030204" pitchFamily="34" charset="0"/>
                <a:cs typeface="Calibri" panose="020F0502020204030204" pitchFamily="34" charset="0"/>
              </a:defRPr>
            </a:lvl1pPr>
          </a:lstStyle>
          <a:p>
            <a:r>
              <a:rPr lang="de-DE"/>
              <a:t>Bild Vollformat</a:t>
            </a:r>
          </a:p>
        </p:txBody>
      </p:sp>
      <p:sp>
        <p:nvSpPr>
          <p:cNvPr id="8" name="Textplatzhalter 4">
            <a:extLst>
              <a:ext uri="{FF2B5EF4-FFF2-40B4-BE49-F238E27FC236}">
                <a16:creationId xmlns:a16="http://schemas.microsoft.com/office/drawing/2014/main" id="{9ED79333-D2FE-4149-A558-6ACD9C9F3994}"/>
              </a:ext>
            </a:extLst>
          </p:cNvPr>
          <p:cNvSpPr>
            <a:spLocks noGrp="1"/>
          </p:cNvSpPr>
          <p:nvPr>
            <p:ph type="body" sz="quarter" idx="22" hasCustomPrompt="1"/>
          </p:nvPr>
        </p:nvSpPr>
        <p:spPr>
          <a:xfrm>
            <a:off x="334800" y="5886899"/>
            <a:ext cx="10608733" cy="97976"/>
          </a:xfrm>
          <a:prstGeom prst="rect">
            <a:avLst/>
          </a:prstGeom>
        </p:spPr>
        <p:txBody>
          <a:bodyPr lIns="0" tIns="0" rIns="0" bIns="0"/>
          <a:lstStyle>
            <a:lvl1pPr marL="0" indent="0" algn="l">
              <a:buFontTx/>
              <a:buNone/>
              <a:defRPr sz="770" baseline="0">
                <a:solidFill>
                  <a:schemeClr val="tx1">
                    <a:lumMod val="65000"/>
                    <a:lumOff val="35000"/>
                  </a:schemeClr>
                </a:solidFill>
                <a:latin typeface="Calibri" panose="020F0502020204030204" pitchFamily="34" charset="0"/>
                <a:cs typeface="Calibri" panose="020F0502020204030204" pitchFamily="34" charset="0"/>
              </a:defRPr>
            </a:lvl1pPr>
          </a:lstStyle>
          <a:p>
            <a:pPr lvl="0"/>
            <a:r>
              <a:rPr lang="de-DE"/>
              <a:t>Hier kommt die Quelle/Legende</a:t>
            </a:r>
          </a:p>
        </p:txBody>
      </p:sp>
      <p:sp>
        <p:nvSpPr>
          <p:cNvPr id="4" name="Datumsplatzhalter 3">
            <a:extLst>
              <a:ext uri="{FF2B5EF4-FFF2-40B4-BE49-F238E27FC236}">
                <a16:creationId xmlns:a16="http://schemas.microsoft.com/office/drawing/2014/main" id="{48B3E935-DC8B-EE4A-A835-A6B75AB07EE4}"/>
              </a:ext>
            </a:extLst>
          </p:cNvPr>
          <p:cNvSpPr>
            <a:spLocks noGrp="1"/>
          </p:cNvSpPr>
          <p:nvPr>
            <p:ph type="dt" sz="half" idx="29"/>
          </p:nvPr>
        </p:nvSpPr>
        <p:spPr/>
        <p:txBody>
          <a:bodyPr/>
          <a:lstStyle/>
          <a:p>
            <a:r>
              <a:rPr lang="de-DE" dirty="0"/>
              <a:t>FuE-Projekt Sommersemester 2026 | 30.09.2026</a:t>
            </a:r>
          </a:p>
        </p:txBody>
      </p:sp>
      <p:sp>
        <p:nvSpPr>
          <p:cNvPr id="6" name="Fußzeilenplatzhalter 5">
            <a:extLst>
              <a:ext uri="{FF2B5EF4-FFF2-40B4-BE49-F238E27FC236}">
                <a16:creationId xmlns:a16="http://schemas.microsoft.com/office/drawing/2014/main" id="{84284B28-82C0-7D4A-B3DD-7BF6E2000D6C}"/>
              </a:ext>
            </a:extLst>
          </p:cNvPr>
          <p:cNvSpPr>
            <a:spLocks noGrp="1"/>
          </p:cNvSpPr>
          <p:nvPr>
            <p:ph type="ftr" sz="quarter" idx="30"/>
          </p:nvPr>
        </p:nvSpPr>
        <p:spPr/>
        <p:txBody>
          <a:bodyPr/>
          <a:lstStyle/>
          <a:p>
            <a:r>
              <a:rPr lang="de-DE"/>
              <a:t>Hochschule Karlsruhe</a:t>
            </a:r>
          </a:p>
        </p:txBody>
      </p:sp>
      <p:sp>
        <p:nvSpPr>
          <p:cNvPr id="10" name="Foliennummernplatzhalter 9">
            <a:extLst>
              <a:ext uri="{FF2B5EF4-FFF2-40B4-BE49-F238E27FC236}">
                <a16:creationId xmlns:a16="http://schemas.microsoft.com/office/drawing/2014/main" id="{A291B1AC-EAF4-764A-B143-A5E022AB5170}"/>
              </a:ext>
            </a:extLst>
          </p:cNvPr>
          <p:cNvSpPr>
            <a:spLocks noGrp="1"/>
          </p:cNvSpPr>
          <p:nvPr>
            <p:ph type="sldNum" sz="quarter" idx="31"/>
          </p:nvPr>
        </p:nvSpPr>
        <p:spPr/>
        <p:txBody>
          <a:bodyPr/>
          <a:lstStyle/>
          <a:p>
            <a:fld id="{13005BA2-ABF8-0A46-8B15-84F2660EFA6C}" type="slidenum">
              <a:rPr lang="de-DE" smtClean="0"/>
              <a:pPr/>
              <a:t>‹Nr.›</a:t>
            </a:fld>
            <a:endParaRPr lang="de-DE"/>
          </a:p>
        </p:txBody>
      </p:sp>
      <p:pic>
        <p:nvPicPr>
          <p:cNvPr id="12" name="Grafik 11">
            <a:extLst>
              <a:ext uri="{FF2B5EF4-FFF2-40B4-BE49-F238E27FC236}">
                <a16:creationId xmlns:a16="http://schemas.microsoft.com/office/drawing/2014/main" id="{A0E61C0F-3B73-384B-8065-6D982FD45D4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3" name="Bildplatzhalter 4">
            <a:extLst>
              <a:ext uri="{FF2B5EF4-FFF2-40B4-BE49-F238E27FC236}">
                <a16:creationId xmlns:a16="http://schemas.microsoft.com/office/drawing/2014/main" id="{48C0BA75-FEC2-B143-96A7-7F0A36612E73}"/>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11" name="Grafik 10">
            <a:extLst>
              <a:ext uri="{FF2B5EF4-FFF2-40B4-BE49-F238E27FC236}">
                <a16:creationId xmlns:a16="http://schemas.microsoft.com/office/drawing/2014/main" id="{208CB54A-796D-8146-ADB4-80A2698D9328}"/>
              </a:ext>
            </a:extLst>
          </p:cNvPr>
          <p:cNvPicPr>
            <a:picLocks noChangeAspect="1"/>
          </p:cNvPicPr>
          <p:nvPr userDrawn="1"/>
        </p:nvPicPr>
        <p:blipFill>
          <a:blip r:embed="rId4">
            <a:alphaModFix amt="50000"/>
          </a:blip>
          <a:stretch>
            <a:fillRect/>
          </a:stretch>
        </p:blipFill>
        <p:spPr>
          <a:xfrm>
            <a:off x="12533858" y="7129"/>
            <a:ext cx="12166650" cy="6843741"/>
          </a:xfrm>
          <a:prstGeom prst="rect">
            <a:avLst/>
          </a:prstGeom>
        </p:spPr>
      </p:pic>
    </p:spTree>
    <p:extLst>
      <p:ext uri="{BB962C8B-B14F-4D97-AF65-F5344CB8AC3E}">
        <p14:creationId xmlns:p14="http://schemas.microsoft.com/office/powerpoint/2010/main" val="2306951066"/>
      </p:ext>
    </p:extLst>
  </p:cSld>
  <p:clrMapOvr>
    <a:masterClrMapping/>
  </p:clrMapOvr>
  <p:extLst>
    <p:ext uri="{DCECCB84-F9BA-43D5-87BE-67443E8EF086}">
      <p15:sldGuideLst xmlns:p15="http://schemas.microsoft.com/office/powerpoint/2012/main">
        <p15:guide id="1" orient="horz" pos="377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MT_Präsentation // Video vollformat">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0" y="7129"/>
            <a:ext cx="12192000" cy="6843741"/>
          </a:xfrm>
          <a:prstGeom prst="rect">
            <a:avLst/>
          </a:prstGeom>
        </p:spPr>
        <p:txBody>
          <a:bodyPr/>
          <a:lstStyle>
            <a:lvl1pPr>
              <a:buNone/>
              <a:defRPr sz="2000"/>
            </a:lvl1pPr>
          </a:lstStyle>
          <a:p>
            <a:endParaRPr lang="de-DE"/>
          </a:p>
        </p:txBody>
      </p:sp>
      <p:pic>
        <p:nvPicPr>
          <p:cNvPr id="15" name="Grafik 14">
            <a:extLst>
              <a:ext uri="{FF2B5EF4-FFF2-40B4-BE49-F238E27FC236}">
                <a16:creationId xmlns:a16="http://schemas.microsoft.com/office/drawing/2014/main" id="{C143E493-6FF6-CA40-BAA4-1659EEE48D74}"/>
              </a:ext>
            </a:extLst>
          </p:cNvPr>
          <p:cNvPicPr>
            <a:picLocks noChangeAspect="1"/>
          </p:cNvPicPr>
          <p:nvPr userDrawn="1"/>
        </p:nvPicPr>
        <p:blipFill>
          <a:blip r:embed="rId2">
            <a:alphaModFix amt="50000"/>
          </a:blip>
          <a:srcRect/>
          <a:stretch/>
        </p:blipFill>
        <p:spPr>
          <a:xfrm>
            <a:off x="12521185" y="7129"/>
            <a:ext cx="12191997" cy="6843741"/>
          </a:xfrm>
          <a:prstGeom prst="rect">
            <a:avLst/>
          </a:prstGeom>
        </p:spPr>
      </p:pic>
      <p:pic>
        <p:nvPicPr>
          <p:cNvPr id="16" name="Grafik 15">
            <a:extLst>
              <a:ext uri="{FF2B5EF4-FFF2-40B4-BE49-F238E27FC236}">
                <a16:creationId xmlns:a16="http://schemas.microsoft.com/office/drawing/2014/main" id="{3CD7396E-618B-1D42-9491-D3E42AB8C86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21F34162-D4E3-FD41-8C92-098D0E9599D4}"/>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4"/>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spTree>
    <p:extLst>
      <p:ext uri="{BB962C8B-B14F-4D97-AF65-F5344CB8AC3E}">
        <p14:creationId xmlns:p14="http://schemas.microsoft.com/office/powerpoint/2010/main" val="3503823666"/>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MT_Präsentation // Video klein">
    <p:spTree>
      <p:nvGrpSpPr>
        <p:cNvPr id="1" name=""/>
        <p:cNvGrpSpPr/>
        <p:nvPr/>
      </p:nvGrpSpPr>
      <p:grpSpPr>
        <a:xfrm>
          <a:off x="0" y="0"/>
          <a:ext cx="0" cy="0"/>
          <a:chOff x="0" y="0"/>
          <a:chExt cx="0" cy="0"/>
        </a:xfrm>
      </p:grpSpPr>
      <p:sp>
        <p:nvSpPr>
          <p:cNvPr id="10" name="Textfeld 9">
            <a:extLst>
              <a:ext uri="{FF2B5EF4-FFF2-40B4-BE49-F238E27FC236}">
                <a16:creationId xmlns:a16="http://schemas.microsoft.com/office/drawing/2014/main" id="{B7D610AA-3D36-484D-8F57-7B53FF0FF4D4}"/>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2" name="Textfeld 1">
            <a:extLst>
              <a:ext uri="{FF2B5EF4-FFF2-40B4-BE49-F238E27FC236}">
                <a16:creationId xmlns:a16="http://schemas.microsoft.com/office/drawing/2014/main" id="{B45547AE-9F51-BC4D-A0C3-AB4FB54A3F3B}"/>
              </a:ext>
            </a:extLst>
          </p:cNvPr>
          <p:cNvSpPr txBox="1"/>
          <p:nvPr userDrawn="1"/>
        </p:nvSpPr>
        <p:spPr>
          <a:xfrm>
            <a:off x="1226976" y="972102"/>
            <a:ext cx="0" cy="0"/>
          </a:xfrm>
          <a:prstGeom prst="rect">
            <a:avLst/>
          </a:prstGeom>
          <a:ln>
            <a:solidFill>
              <a:schemeClr val="accent1"/>
            </a:solidFill>
          </a:ln>
        </p:spPr>
        <p:txBody>
          <a:bodyPr wrap="none" rtlCol="0" anchor="b">
            <a:noAutofit/>
          </a:bodyPr>
          <a:lstStyle/>
          <a:p>
            <a:pPr algn="l"/>
            <a:endParaRPr lang="de-DE" sz="370" err="1"/>
          </a:p>
        </p:txBody>
      </p:sp>
      <p:sp>
        <p:nvSpPr>
          <p:cNvPr id="12" name="Textfeld 11">
            <a:extLst>
              <a:ext uri="{FF2B5EF4-FFF2-40B4-BE49-F238E27FC236}">
                <a16:creationId xmlns:a16="http://schemas.microsoft.com/office/drawing/2014/main" id="{5442C040-18F3-0C47-AAF2-E2091A982E69}"/>
              </a:ext>
            </a:extLst>
          </p:cNvPr>
          <p:cNvSpPr txBox="1"/>
          <p:nvPr userDrawn="1"/>
        </p:nvSpPr>
        <p:spPr>
          <a:xfrm>
            <a:off x="-2356645" y="264266"/>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Headline</a:t>
            </a:r>
          </a:p>
        </p:txBody>
      </p:sp>
      <p:sp>
        <p:nvSpPr>
          <p:cNvPr id="13" name="Textfeld 12">
            <a:extLst>
              <a:ext uri="{FF2B5EF4-FFF2-40B4-BE49-F238E27FC236}">
                <a16:creationId xmlns:a16="http://schemas.microsoft.com/office/drawing/2014/main" id="{AD001DC8-3FA9-D845-9FBD-B5FBD14A6F2F}"/>
              </a:ext>
            </a:extLst>
          </p:cNvPr>
          <p:cNvSpPr txBox="1"/>
          <p:nvPr userDrawn="1"/>
        </p:nvSpPr>
        <p:spPr>
          <a:xfrm>
            <a:off x="-2356645" y="114995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Inhalt</a:t>
            </a:r>
          </a:p>
        </p:txBody>
      </p:sp>
      <p:sp>
        <p:nvSpPr>
          <p:cNvPr id="7" name="Medienplatzhalter 6">
            <a:extLst>
              <a:ext uri="{FF2B5EF4-FFF2-40B4-BE49-F238E27FC236}">
                <a16:creationId xmlns:a16="http://schemas.microsoft.com/office/drawing/2014/main" id="{33974690-2F6E-0244-AD72-14E5E6162FC5}"/>
              </a:ext>
            </a:extLst>
          </p:cNvPr>
          <p:cNvSpPr>
            <a:spLocks noGrp="1"/>
          </p:cNvSpPr>
          <p:nvPr>
            <p:ph type="media" sz="quarter" idx="29"/>
          </p:nvPr>
        </p:nvSpPr>
        <p:spPr>
          <a:xfrm>
            <a:off x="334963" y="1196975"/>
            <a:ext cx="10909300" cy="4608513"/>
          </a:xfrm>
          <a:prstGeom prst="rect">
            <a:avLst/>
          </a:prstGeom>
        </p:spPr>
        <p:txBody>
          <a:bodyPr/>
          <a:lstStyle>
            <a:lvl1pPr>
              <a:buNone/>
              <a:defRPr sz="2000"/>
            </a:lvl1pPr>
          </a:lstStyle>
          <a:p>
            <a:endParaRPr lang="de-DE"/>
          </a:p>
        </p:txBody>
      </p:sp>
      <p:sp>
        <p:nvSpPr>
          <p:cNvPr id="3" name="Datumsplatzhalter 2">
            <a:extLst>
              <a:ext uri="{FF2B5EF4-FFF2-40B4-BE49-F238E27FC236}">
                <a16:creationId xmlns:a16="http://schemas.microsoft.com/office/drawing/2014/main" id="{0FADD80C-69BF-394C-8E09-B1E69D9AF17E}"/>
              </a:ext>
            </a:extLst>
          </p:cNvPr>
          <p:cNvSpPr>
            <a:spLocks noGrp="1"/>
          </p:cNvSpPr>
          <p:nvPr>
            <p:ph type="dt" sz="half" idx="30"/>
          </p:nvPr>
        </p:nvSpPr>
        <p:spPr/>
        <p:txBody>
          <a:bodyPr/>
          <a:lstStyle/>
          <a:p>
            <a:r>
              <a:rPr lang="de-DE" dirty="0"/>
              <a:t>FuE-Projekt Sommersemester 2026 | 30.09.2026</a:t>
            </a:r>
          </a:p>
        </p:txBody>
      </p:sp>
      <p:sp>
        <p:nvSpPr>
          <p:cNvPr id="4" name="Fußzeilenplatzhalter 3">
            <a:extLst>
              <a:ext uri="{FF2B5EF4-FFF2-40B4-BE49-F238E27FC236}">
                <a16:creationId xmlns:a16="http://schemas.microsoft.com/office/drawing/2014/main" id="{1EE67E46-D097-D54C-821F-7C2BC5595539}"/>
              </a:ext>
            </a:extLst>
          </p:cNvPr>
          <p:cNvSpPr>
            <a:spLocks noGrp="1"/>
          </p:cNvSpPr>
          <p:nvPr>
            <p:ph type="ftr" sz="quarter" idx="31"/>
          </p:nvPr>
        </p:nvSpPr>
        <p:spPr/>
        <p:txBody>
          <a:bodyPr/>
          <a:lstStyle/>
          <a:p>
            <a:r>
              <a:rPr lang="de-DE"/>
              <a:t>Hochschule Karlsruhe</a:t>
            </a:r>
          </a:p>
        </p:txBody>
      </p:sp>
      <p:sp>
        <p:nvSpPr>
          <p:cNvPr id="5" name="Foliennummernplatzhalter 4">
            <a:extLst>
              <a:ext uri="{FF2B5EF4-FFF2-40B4-BE49-F238E27FC236}">
                <a16:creationId xmlns:a16="http://schemas.microsoft.com/office/drawing/2014/main" id="{58DFF2F0-219B-604D-8A04-4A0A5184148D}"/>
              </a:ext>
            </a:extLst>
          </p:cNvPr>
          <p:cNvSpPr>
            <a:spLocks noGrp="1"/>
          </p:cNvSpPr>
          <p:nvPr>
            <p:ph type="sldNum" sz="quarter" idx="32"/>
          </p:nvPr>
        </p:nvSpPr>
        <p:spPr/>
        <p:txBody>
          <a:bodyPr/>
          <a:lstStyle/>
          <a:p>
            <a:fld id="{13005BA2-ABF8-0A46-8B15-84F2660EFA6C}" type="slidenum">
              <a:rPr lang="de-DE" smtClean="0"/>
              <a:pPr/>
              <a:t>‹Nr.›</a:t>
            </a:fld>
            <a:endParaRPr lang="de-DE"/>
          </a:p>
        </p:txBody>
      </p:sp>
      <p:sp>
        <p:nvSpPr>
          <p:cNvPr id="14" name="Textplatzhalter 2">
            <a:extLst>
              <a:ext uri="{FF2B5EF4-FFF2-40B4-BE49-F238E27FC236}">
                <a16:creationId xmlns:a16="http://schemas.microsoft.com/office/drawing/2014/main" id="{E4E504BD-D8EC-5C4C-B753-4E75542C93AA}"/>
              </a:ext>
            </a:extLst>
          </p:cNvPr>
          <p:cNvSpPr>
            <a:spLocks noGrp="1"/>
          </p:cNvSpPr>
          <p:nvPr>
            <p:ph type="body" sz="quarter" idx="24" hasCustomPrompt="1"/>
          </p:nvPr>
        </p:nvSpPr>
        <p:spPr>
          <a:xfrm>
            <a:off x="334962" y="306002"/>
            <a:ext cx="10909301" cy="890973"/>
          </a:xfrm>
          <a:prstGeom prst="rect">
            <a:avLst/>
          </a:prstGeom>
        </p:spPr>
        <p:txBody>
          <a:bodyPr lIns="0" tIns="0" rIns="0" bIns="0"/>
          <a:lstStyle>
            <a:lvl1pPr marL="0" indent="0">
              <a:lnSpc>
                <a:spcPts val="3000"/>
              </a:lnSpc>
              <a:buNone/>
              <a:defRPr sz="3200" spc="-20" baseline="0">
                <a:solidFill>
                  <a:schemeClr val="accent5"/>
                </a:solidFill>
                <a:latin typeface="Calibri" panose="020F0502020204030204" pitchFamily="34" charset="0"/>
                <a:cs typeface="Calibri" panose="020F0502020204030204" pitchFamily="34" charset="0"/>
              </a:defRPr>
            </a:lvl1pPr>
            <a:lvl2pPr marL="0" indent="0">
              <a:lnSpc>
                <a:spcPts val="1600"/>
              </a:lnSpc>
              <a:spcBef>
                <a:spcPts val="500"/>
              </a:spcBef>
              <a:buNone/>
              <a:defRPr sz="1800" b="0" i="0" baseline="0">
                <a:solidFill>
                  <a:schemeClr val="tx1"/>
                </a:solidFill>
                <a:latin typeface="Calibri" panose="020F0502020204030204" pitchFamily="34" charset="0"/>
                <a:cs typeface="Calibri" panose="020F0502020204030204" pitchFamily="34" charset="0"/>
              </a:defRPr>
            </a:lvl2pPr>
            <a:lvl3pPr marL="0" indent="0">
              <a:lnSpc>
                <a:spcPts val="1400"/>
              </a:lnSpc>
              <a:spcBef>
                <a:spcPts val="500"/>
              </a:spcBef>
              <a:buNone/>
              <a:defRPr sz="1450" b="0" i="0" baseline="0">
                <a:latin typeface="Calibri" panose="020F0502020204030204" pitchFamily="34" charset="0"/>
                <a:cs typeface="Calibri" panose="020F0502020204030204" pitchFamily="34" charset="0"/>
              </a:defRPr>
            </a:lvl3pPr>
          </a:lstStyle>
          <a:p>
            <a:pPr lvl="0"/>
            <a:r>
              <a:rPr lang="de-DE"/>
              <a:t>Mastertextformat bearbeiten 32pt / ZA 30pt</a:t>
            </a:r>
          </a:p>
          <a:p>
            <a:pPr lvl="1"/>
            <a:r>
              <a:rPr lang="de-DE"/>
              <a:t>Zweite Ebene 18pt</a:t>
            </a:r>
          </a:p>
          <a:p>
            <a:pPr lvl="2"/>
            <a:r>
              <a:rPr lang="de-DE"/>
              <a:t>Dritte Ebene 14,5pt</a:t>
            </a:r>
          </a:p>
        </p:txBody>
      </p:sp>
      <p:pic>
        <p:nvPicPr>
          <p:cNvPr id="16" name="Grafik 15">
            <a:extLst>
              <a:ext uri="{FF2B5EF4-FFF2-40B4-BE49-F238E27FC236}">
                <a16:creationId xmlns:a16="http://schemas.microsoft.com/office/drawing/2014/main" id="{91032B5D-DEF2-5F42-8B82-27D1F1CF1F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244769" y="299812"/>
            <a:ext cx="665997" cy="448986"/>
          </a:xfrm>
          <a:prstGeom prst="rect">
            <a:avLst/>
          </a:prstGeom>
        </p:spPr>
      </p:pic>
      <p:sp>
        <p:nvSpPr>
          <p:cNvPr id="17" name="Bildplatzhalter 4">
            <a:extLst>
              <a:ext uri="{FF2B5EF4-FFF2-40B4-BE49-F238E27FC236}">
                <a16:creationId xmlns:a16="http://schemas.microsoft.com/office/drawing/2014/main" id="{CB6F7CC5-BB04-744D-AC90-D1C2F3CD6617}"/>
              </a:ext>
            </a:extLst>
          </p:cNvPr>
          <p:cNvSpPr>
            <a:spLocks noGrp="1"/>
          </p:cNvSpPr>
          <p:nvPr>
            <p:ph type="pic" sz="quarter" idx="26"/>
          </p:nvPr>
        </p:nvSpPr>
        <p:spPr>
          <a:xfrm>
            <a:off x="11244768" y="5470338"/>
            <a:ext cx="666000" cy="109080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0" i="0">
                <a:solidFill>
                  <a:schemeClr val="bg1">
                    <a:lumMod val="95000"/>
                  </a:schemeClr>
                </a:solidFill>
                <a:latin typeface="Calibri" panose="020F0502020204030204" pitchFamily="34" charset="0"/>
              </a:defRPr>
            </a:lvl1pPr>
          </a:lstStyle>
          <a:p>
            <a:endParaRPr lang="de-DE"/>
          </a:p>
        </p:txBody>
      </p:sp>
      <p:pic>
        <p:nvPicPr>
          <p:cNvPr id="21" name="Grafik 20">
            <a:extLst>
              <a:ext uri="{FF2B5EF4-FFF2-40B4-BE49-F238E27FC236}">
                <a16:creationId xmlns:a16="http://schemas.microsoft.com/office/drawing/2014/main" id="{D3370869-6FB1-0545-9436-445EB7325BF9}"/>
              </a:ext>
            </a:extLst>
          </p:cNvPr>
          <p:cNvPicPr>
            <a:picLocks noChangeAspect="1"/>
          </p:cNvPicPr>
          <p:nvPr userDrawn="1"/>
        </p:nvPicPr>
        <p:blipFill>
          <a:blip r:embed="rId4">
            <a:alphaModFix amt="50000"/>
          </a:blip>
          <a:srcRect/>
          <a:stretch/>
        </p:blipFill>
        <p:spPr>
          <a:xfrm>
            <a:off x="12521185" y="7129"/>
            <a:ext cx="12191997" cy="6843740"/>
          </a:xfrm>
          <a:prstGeom prst="rect">
            <a:avLst/>
          </a:prstGeom>
        </p:spPr>
      </p:pic>
    </p:spTree>
    <p:extLst>
      <p:ext uri="{BB962C8B-B14F-4D97-AF65-F5344CB8AC3E}">
        <p14:creationId xmlns:p14="http://schemas.microsoft.com/office/powerpoint/2010/main" val="2574526683"/>
      </p:ext>
    </p:extLst>
  </p:cSld>
  <p:clrMapOvr>
    <a:masterClrMapping/>
  </p:clrMapOvr>
  <p:extLst>
    <p:ext uri="{DCECCB84-F9BA-43D5-87BE-67443E8EF086}">
      <p15:sldGuideLst xmlns:p15="http://schemas.microsoft.com/office/powerpoint/2012/main">
        <p15:guide id="1" pos="3727">
          <p15:clr>
            <a:srgbClr val="FBAE40"/>
          </p15:clr>
        </p15:guide>
        <p15:guide id="2" pos="3545">
          <p15:clr>
            <a:srgbClr val="FBAE40"/>
          </p15:clr>
        </p15:guide>
        <p15:guide id="3" orient="horz" pos="754">
          <p15:clr>
            <a:srgbClr val="FBAE40"/>
          </p15:clr>
        </p15:guide>
        <p15:guide id="4" orient="horz" pos="18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_Präsentation // ENDE_V1">
    <p:spTree>
      <p:nvGrpSpPr>
        <p:cNvPr id="1" name=""/>
        <p:cNvGrpSpPr/>
        <p:nvPr/>
      </p:nvGrpSpPr>
      <p:grpSpPr>
        <a:xfrm>
          <a:off x="0" y="0"/>
          <a:ext cx="0" cy="0"/>
          <a:chOff x="0" y="0"/>
          <a:chExt cx="0" cy="0"/>
        </a:xfrm>
      </p:grpSpPr>
      <p:sp>
        <p:nvSpPr>
          <p:cNvPr id="18" name="Bildplatzhalter 8">
            <a:extLst>
              <a:ext uri="{FF2B5EF4-FFF2-40B4-BE49-F238E27FC236}">
                <a16:creationId xmlns:a16="http://schemas.microsoft.com/office/drawing/2014/main" id="{151CC415-D610-164F-8212-19D930A4FE18}"/>
              </a:ext>
            </a:extLst>
          </p:cNvPr>
          <p:cNvSpPr>
            <a:spLocks noGrp="1"/>
          </p:cNvSpPr>
          <p:nvPr>
            <p:ph type="pic" sz="quarter" idx="12"/>
          </p:nvPr>
        </p:nvSpPr>
        <p:spPr>
          <a:xfrm>
            <a:off x="0" y="1878014"/>
            <a:ext cx="12192000" cy="4979987"/>
          </a:xfrm>
          <a:prstGeom prst="rect">
            <a:avLst/>
          </a:prstGeom>
          <a:solidFill>
            <a:schemeClr val="bg1">
              <a:lumMod val="95000"/>
            </a:schemeClr>
          </a:solidFill>
        </p:spPr>
        <p:txBody>
          <a:bodyPr lIns="0" tIns="0" rIns="0" bIns="0"/>
          <a:lstStyle>
            <a:lvl1pPr marL="0" indent="0">
              <a:buFontTx/>
              <a:buNone/>
              <a:defRPr sz="2000" b="0" i="0">
                <a:latin typeface="Calibri" panose="020F0502020204030204" pitchFamily="34" charset="0"/>
                <a:cs typeface="Calibri" panose="020F0502020204030204" pitchFamily="34" charset="0"/>
              </a:defRPr>
            </a:lvl1pPr>
          </a:lstStyle>
          <a:p>
            <a:endParaRPr lang="de-DE"/>
          </a:p>
        </p:txBody>
      </p:sp>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pic>
        <p:nvPicPr>
          <p:cNvPr id="11" name="Grafik 10">
            <a:extLst>
              <a:ext uri="{FF2B5EF4-FFF2-40B4-BE49-F238E27FC236}">
                <a16:creationId xmlns:a16="http://schemas.microsoft.com/office/drawing/2014/main" id="{F3E5D8AC-DBDD-8042-8A9E-253E12704B2C}"/>
              </a:ext>
            </a:extLst>
          </p:cNvPr>
          <p:cNvPicPr>
            <a:picLocks noChangeAspect="1"/>
          </p:cNvPicPr>
          <p:nvPr userDrawn="1"/>
        </p:nvPicPr>
        <p:blipFill>
          <a:blip r:embed="rId2"/>
          <a:srcRect/>
          <a:stretch/>
        </p:blipFill>
        <p:spPr>
          <a:xfrm>
            <a:off x="10085222" y="399917"/>
            <a:ext cx="1734897" cy="880228"/>
          </a:xfrm>
          <a:prstGeom prst="rect">
            <a:avLst/>
          </a:prstGeom>
        </p:spPr>
      </p:pic>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9" name="Textplatzhalter 5">
            <a:extLst>
              <a:ext uri="{FF2B5EF4-FFF2-40B4-BE49-F238E27FC236}">
                <a16:creationId xmlns:a16="http://schemas.microsoft.com/office/drawing/2014/main" id="{A73AD921-16F2-3B46-9FDD-5415DE1C05DA}"/>
              </a:ext>
            </a:extLst>
          </p:cNvPr>
          <p:cNvSpPr>
            <a:spLocks noGrp="1"/>
          </p:cNvSpPr>
          <p:nvPr>
            <p:ph type="body" sz="quarter" idx="10" hasCustomPrompt="1"/>
          </p:nvPr>
        </p:nvSpPr>
        <p:spPr>
          <a:xfrm>
            <a:off x="334800" y="6385020"/>
            <a:ext cx="9013364" cy="284888"/>
          </a:xfrm>
          <a:prstGeom prst="rect">
            <a:avLst/>
          </a:prstGeom>
        </p:spPr>
        <p:txBody>
          <a:bodyPr lIns="0" tIns="0" rIns="0" bIns="0" anchor="b"/>
          <a:lstStyle>
            <a:lvl1pPr marL="0" indent="0">
              <a:buNone/>
              <a:defRPr sz="3200" baseline="0">
                <a:solidFill>
                  <a:schemeClr val="accent5"/>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3" name="Textfeld 12">
            <a:extLst>
              <a:ext uri="{FF2B5EF4-FFF2-40B4-BE49-F238E27FC236}">
                <a16:creationId xmlns:a16="http://schemas.microsoft.com/office/drawing/2014/main" id="{CAF26BDA-907D-2E47-B1CD-6C22CA6027FD}"/>
              </a:ext>
            </a:extLst>
          </p:cNvPr>
          <p:cNvSpPr txBox="1"/>
          <p:nvPr userDrawn="1"/>
        </p:nvSpPr>
        <p:spPr>
          <a:xfrm>
            <a:off x="-2356645" y="1822490"/>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Bild</a:t>
            </a:r>
          </a:p>
        </p:txBody>
      </p:sp>
      <p:sp>
        <p:nvSpPr>
          <p:cNvPr id="20" name="Textfeld 19">
            <a:extLst>
              <a:ext uri="{FF2B5EF4-FFF2-40B4-BE49-F238E27FC236}">
                <a16:creationId xmlns:a16="http://schemas.microsoft.com/office/drawing/2014/main" id="{08575FA1-3AA5-F649-816C-2E0662725254}"/>
              </a:ext>
            </a:extLst>
          </p:cNvPr>
          <p:cNvSpPr txBox="1"/>
          <p:nvPr userDrawn="1"/>
        </p:nvSpPr>
        <p:spPr>
          <a:xfrm>
            <a:off x="-2356646" y="6527464"/>
            <a:ext cx="1915971"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Domain/sonstige Info</a:t>
            </a:r>
          </a:p>
        </p:txBody>
      </p:sp>
      <p:sp>
        <p:nvSpPr>
          <p:cNvPr id="21" name="Bildplatzhalter 3">
            <a:extLst>
              <a:ext uri="{FF2B5EF4-FFF2-40B4-BE49-F238E27FC236}">
                <a16:creationId xmlns:a16="http://schemas.microsoft.com/office/drawing/2014/main" id="{A0983EF8-6907-9B4B-9370-19CC69B038EB}"/>
              </a:ext>
            </a:extLst>
          </p:cNvPr>
          <p:cNvSpPr>
            <a:spLocks noGrp="1"/>
          </p:cNvSpPr>
          <p:nvPr>
            <p:ph type="pic" sz="quarter" idx="14"/>
          </p:nvPr>
        </p:nvSpPr>
        <p:spPr>
          <a:xfrm>
            <a:off x="10663200" y="1198800"/>
            <a:ext cx="1319153" cy="2225680"/>
          </a:xfrm>
          <a:prstGeom prst="rect">
            <a:avLst/>
          </a:prstGeom>
          <a:blipFill>
            <a:blip>
              <a:extLst>
                <a:ext uri="{96DAC541-7B7A-43D3-8B79-37D633B846F1}">
                  <asvg:svgBlip xmlns:asvg="http://schemas.microsoft.com/office/drawing/2016/SVG/main" r:embed="rId3"/>
                </a:ext>
              </a:extLst>
            </a:blip>
            <a:stretch>
              <a:fillRect l="47" r="47"/>
            </a:stretch>
          </a:blipFill>
        </p:spPr>
        <p:txBody>
          <a:bodyPr/>
          <a:lstStyle>
            <a:lvl1pPr marL="0" indent="0">
              <a:buNone/>
              <a:defRPr sz="100" baseline="0">
                <a:solidFill>
                  <a:schemeClr val="bg1"/>
                </a:solidFill>
              </a:defRPr>
            </a:lvl1pPr>
          </a:lstStyle>
          <a:p>
            <a:endParaRPr lang="de-DE"/>
          </a:p>
        </p:txBody>
      </p:sp>
      <p:pic>
        <p:nvPicPr>
          <p:cNvPr id="14" name="Grafik 13">
            <a:extLst>
              <a:ext uri="{FF2B5EF4-FFF2-40B4-BE49-F238E27FC236}">
                <a16:creationId xmlns:a16="http://schemas.microsoft.com/office/drawing/2014/main" id="{2873CCAF-E7C6-2047-9734-90C61A6AEC89}"/>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7" name="Grafik 16">
            <a:extLst>
              <a:ext uri="{FF2B5EF4-FFF2-40B4-BE49-F238E27FC236}">
                <a16:creationId xmlns:a16="http://schemas.microsoft.com/office/drawing/2014/main" id="{07941B59-A3C9-3D41-BCD5-6E217D5D946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0663200" y="295200"/>
            <a:ext cx="1356360" cy="914400"/>
          </a:xfrm>
          <a:prstGeom prst="rect">
            <a:avLst/>
          </a:prstGeom>
        </p:spPr>
      </p:pic>
      <p:pic>
        <p:nvPicPr>
          <p:cNvPr id="16" name="Grafik 15">
            <a:extLst>
              <a:ext uri="{FF2B5EF4-FFF2-40B4-BE49-F238E27FC236}">
                <a16:creationId xmlns:a16="http://schemas.microsoft.com/office/drawing/2014/main" id="{360A417A-6251-5F4A-B9DF-8CD21F0B17EC}"/>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334965" y="296864"/>
            <a:ext cx="1737356" cy="967737"/>
          </a:xfrm>
          <a:prstGeom prst="rect">
            <a:avLst/>
          </a:prstGeom>
        </p:spPr>
      </p:pic>
    </p:spTree>
    <p:extLst>
      <p:ext uri="{BB962C8B-B14F-4D97-AF65-F5344CB8AC3E}">
        <p14:creationId xmlns:p14="http://schemas.microsoft.com/office/powerpoint/2010/main" val="279081035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MT_Präsentation // ENDE_V2">
    <p:bg>
      <p:bgPr>
        <a:solidFill>
          <a:schemeClr val="accent5"/>
        </a:solidFill>
        <a:effectLst/>
      </p:bgPr>
    </p:bg>
    <p:spTree>
      <p:nvGrpSpPr>
        <p:cNvPr id="1" name=""/>
        <p:cNvGrpSpPr/>
        <p:nvPr/>
      </p:nvGrpSpPr>
      <p:grpSpPr>
        <a:xfrm>
          <a:off x="0" y="0"/>
          <a:ext cx="0" cy="0"/>
          <a:chOff x="0" y="0"/>
          <a:chExt cx="0" cy="0"/>
        </a:xfrm>
      </p:grpSpPr>
      <p:sp>
        <p:nvSpPr>
          <p:cNvPr id="40" name="Textfeld 39">
            <a:extLst>
              <a:ext uri="{FF2B5EF4-FFF2-40B4-BE49-F238E27FC236}">
                <a16:creationId xmlns:a16="http://schemas.microsoft.com/office/drawing/2014/main" id="{B2417DED-3B99-4349-8BA5-D2109765036F}"/>
              </a:ext>
            </a:extLst>
          </p:cNvPr>
          <p:cNvSpPr txBox="1"/>
          <p:nvPr userDrawn="1"/>
        </p:nvSpPr>
        <p:spPr>
          <a:xfrm>
            <a:off x="13298216" y="3780960"/>
            <a:ext cx="0" cy="0"/>
          </a:xfrm>
          <a:prstGeom prst="rect">
            <a:avLst/>
          </a:prstGeom>
          <a:ln>
            <a:solidFill>
              <a:schemeClr val="accent1"/>
            </a:solidFill>
          </a:ln>
        </p:spPr>
        <p:txBody>
          <a:bodyPr wrap="none" rtlCol="0" anchor="b">
            <a:noAutofit/>
          </a:bodyPr>
          <a:lstStyle/>
          <a:p>
            <a:pPr algn="l"/>
            <a:endParaRPr lang="de-DE" sz="1540" err="1"/>
          </a:p>
        </p:txBody>
      </p:sp>
      <p:sp>
        <p:nvSpPr>
          <p:cNvPr id="6" name="Textplatzhalter 5">
            <a:extLst>
              <a:ext uri="{FF2B5EF4-FFF2-40B4-BE49-F238E27FC236}">
                <a16:creationId xmlns:a16="http://schemas.microsoft.com/office/drawing/2014/main" id="{2E7EBA15-E6DE-9944-99E0-ABDB4E5D71B7}"/>
              </a:ext>
            </a:extLst>
          </p:cNvPr>
          <p:cNvSpPr>
            <a:spLocks noGrp="1"/>
          </p:cNvSpPr>
          <p:nvPr>
            <p:ph type="body" sz="quarter" idx="10" hasCustomPrompt="1"/>
          </p:nvPr>
        </p:nvSpPr>
        <p:spPr>
          <a:xfrm>
            <a:off x="334963" y="6372000"/>
            <a:ext cx="9013364" cy="284888"/>
          </a:xfrm>
          <a:prstGeom prst="rect">
            <a:avLst/>
          </a:prstGeom>
        </p:spPr>
        <p:txBody>
          <a:bodyPr lIns="0" tIns="0" rIns="0" bIns="0" anchor="b"/>
          <a:lstStyle>
            <a:lvl1pPr marL="0" indent="0">
              <a:buNone/>
              <a:defRPr sz="3200" baseline="0">
                <a:solidFill>
                  <a:schemeClr val="bg1"/>
                </a:solidFill>
                <a:latin typeface="Calibri" panose="020F0502020204030204" pitchFamily="34" charset="0"/>
                <a:cs typeface="Calibri" panose="020F0502020204030204" pitchFamily="34" charset="0"/>
              </a:defRPr>
            </a:lvl1pPr>
          </a:lstStyle>
          <a:p>
            <a:pPr lvl="0"/>
            <a:r>
              <a:rPr lang="de-DE" err="1"/>
              <a:t>www.h-ka.de</a:t>
            </a:r>
            <a:endParaRPr lang="de-DE"/>
          </a:p>
        </p:txBody>
      </p:sp>
      <p:sp>
        <p:nvSpPr>
          <p:cNvPr id="15" name="Textfeld 14">
            <a:extLst>
              <a:ext uri="{FF2B5EF4-FFF2-40B4-BE49-F238E27FC236}">
                <a16:creationId xmlns:a16="http://schemas.microsoft.com/office/drawing/2014/main" id="{A9BEB07F-910E-0E46-BDFE-125F07CADA4E}"/>
              </a:ext>
            </a:extLst>
          </p:cNvPr>
          <p:cNvSpPr txBox="1"/>
          <p:nvPr userDrawn="1"/>
        </p:nvSpPr>
        <p:spPr>
          <a:xfrm>
            <a:off x="13390384" y="3850088"/>
            <a:ext cx="0" cy="0"/>
          </a:xfrm>
          <a:prstGeom prst="rect">
            <a:avLst/>
          </a:prstGeom>
          <a:ln>
            <a:solidFill>
              <a:schemeClr val="accent1"/>
            </a:solidFill>
          </a:ln>
        </p:spPr>
        <p:txBody>
          <a:bodyPr wrap="none" rtlCol="0" anchor="b">
            <a:noAutofit/>
          </a:bodyPr>
          <a:lstStyle/>
          <a:p>
            <a:pPr algn="l"/>
            <a:endParaRPr lang="de-DE" sz="1540" err="1"/>
          </a:p>
        </p:txBody>
      </p:sp>
      <p:sp>
        <p:nvSpPr>
          <p:cNvPr id="10" name="Bildplatzhalter 3">
            <a:extLst>
              <a:ext uri="{FF2B5EF4-FFF2-40B4-BE49-F238E27FC236}">
                <a16:creationId xmlns:a16="http://schemas.microsoft.com/office/drawing/2014/main" id="{AB5ACA4C-4F39-604A-9FE7-667DCEBC134A}"/>
              </a:ext>
            </a:extLst>
          </p:cNvPr>
          <p:cNvSpPr>
            <a:spLocks noGrp="1"/>
          </p:cNvSpPr>
          <p:nvPr>
            <p:ph type="pic" sz="quarter" idx="12"/>
          </p:nvPr>
        </p:nvSpPr>
        <p:spPr>
          <a:xfrm>
            <a:off x="10663200" y="1206000"/>
            <a:ext cx="1355294" cy="2225680"/>
          </a:xfrm>
          <a:prstGeom prst="rect">
            <a:avLst/>
          </a:prstGeom>
          <a:blipFill>
            <a:blip>
              <a:extLst>
                <a:ext uri="{96DAC541-7B7A-43D3-8B79-37D633B846F1}">
                  <asvg:svgBlip xmlns:asvg="http://schemas.microsoft.com/office/drawing/2016/SVG/main" r:embed="rId2"/>
                </a:ext>
              </a:extLst>
            </a:blip>
            <a:stretch>
              <a:fillRect l="47" r="47"/>
            </a:stretch>
          </a:blipFill>
        </p:spPr>
        <p:txBody>
          <a:bodyPr/>
          <a:lstStyle>
            <a:lvl1pPr marL="0" indent="0">
              <a:buNone/>
              <a:defRPr sz="100" baseline="0">
                <a:solidFill>
                  <a:srgbClr val="D72305"/>
                </a:solidFill>
              </a:defRPr>
            </a:lvl1pPr>
          </a:lstStyle>
          <a:p>
            <a:endParaRPr lang="de-DE"/>
          </a:p>
        </p:txBody>
      </p:sp>
      <p:pic>
        <p:nvPicPr>
          <p:cNvPr id="11" name="Grafik 10">
            <a:extLst>
              <a:ext uri="{FF2B5EF4-FFF2-40B4-BE49-F238E27FC236}">
                <a16:creationId xmlns:a16="http://schemas.microsoft.com/office/drawing/2014/main" id="{5D27FEBF-F841-9845-B6A8-6D30973528B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63200" y="302305"/>
            <a:ext cx="1356360" cy="914400"/>
          </a:xfrm>
          <a:prstGeom prst="rect">
            <a:avLst/>
          </a:prstGeom>
        </p:spPr>
      </p:pic>
      <p:pic>
        <p:nvPicPr>
          <p:cNvPr id="9" name="Grafik 8">
            <a:extLst>
              <a:ext uri="{FF2B5EF4-FFF2-40B4-BE49-F238E27FC236}">
                <a16:creationId xmlns:a16="http://schemas.microsoft.com/office/drawing/2014/main" id="{2231604B-8620-CA4A-AC7F-053FE140E4C4}"/>
              </a:ext>
            </a:extLst>
          </p:cNvPr>
          <p:cNvPicPr>
            <a:picLocks noChangeAspect="1"/>
          </p:cNvPicPr>
          <p:nvPr userDrawn="1"/>
        </p:nvPicPr>
        <p:blipFill>
          <a:blip r:embed="rId4">
            <a:alphaModFix amt="50000"/>
          </a:blip>
          <a:srcRect/>
          <a:stretch/>
        </p:blipFill>
        <p:spPr>
          <a:xfrm>
            <a:off x="12521185" y="7129"/>
            <a:ext cx="12191997" cy="6843741"/>
          </a:xfrm>
          <a:prstGeom prst="rect">
            <a:avLst/>
          </a:prstGeom>
        </p:spPr>
      </p:pic>
      <p:pic>
        <p:nvPicPr>
          <p:cNvPr id="14" name="Grafik 13">
            <a:extLst>
              <a:ext uri="{FF2B5EF4-FFF2-40B4-BE49-F238E27FC236}">
                <a16:creationId xmlns:a16="http://schemas.microsoft.com/office/drawing/2014/main" id="{090F77C6-D65A-F143-9A41-DAF0395F2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3"/>
            <a:ext cx="1737356" cy="967737"/>
          </a:xfrm>
          <a:prstGeom prst="rect">
            <a:avLst/>
          </a:prstGeom>
        </p:spPr>
      </p:pic>
    </p:spTree>
    <p:extLst>
      <p:ext uri="{BB962C8B-B14F-4D97-AF65-F5344CB8AC3E}">
        <p14:creationId xmlns:p14="http://schemas.microsoft.com/office/powerpoint/2010/main" val="3637167419"/>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theme" Target="../theme/theme2.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8286D881-C191-674F-A26E-410BBB8FC62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334965" y="296864"/>
            <a:ext cx="1737356" cy="967737"/>
          </a:xfrm>
          <a:prstGeom prst="rect">
            <a:avLst/>
          </a:prstGeom>
        </p:spPr>
      </p:pic>
      <p:pic>
        <p:nvPicPr>
          <p:cNvPr id="5" name="Grafik 4">
            <a:extLst>
              <a:ext uri="{FF2B5EF4-FFF2-40B4-BE49-F238E27FC236}">
                <a16:creationId xmlns:a16="http://schemas.microsoft.com/office/drawing/2014/main" id="{C2A008FA-65D3-0E47-AEB5-37D11E17DB0B}"/>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0663200" y="295200"/>
            <a:ext cx="1356360" cy="914400"/>
          </a:xfrm>
          <a:prstGeom prst="rect">
            <a:avLst/>
          </a:prstGeom>
        </p:spPr>
      </p:pic>
    </p:spTree>
    <p:extLst>
      <p:ext uri="{BB962C8B-B14F-4D97-AF65-F5344CB8AC3E}">
        <p14:creationId xmlns:p14="http://schemas.microsoft.com/office/powerpoint/2010/main" val="921850606"/>
      </p:ext>
    </p:extLst>
  </p:cSld>
  <p:clrMap bg1="lt1" tx1="dk1" bg2="lt2" tx2="dk2" accent1="accent1" accent2="accent2" accent3="accent3" accent4="accent4" accent5="accent5" accent6="accent6" hlink="hlink" folHlink="folHlink"/>
  <p:sldLayoutIdLst>
    <p:sldLayoutId id="2147483824" r:id="rId1"/>
    <p:sldLayoutId id="2147483870" r:id="rId2"/>
    <p:sldLayoutId id="2147483825" r:id="rId3"/>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87" userDrawn="1">
          <p15:clr>
            <a:srgbClr val="F26B43"/>
          </p15:clr>
        </p15:guide>
        <p15:guide id="5" pos="211" userDrawn="1">
          <p15:clr>
            <a:srgbClr val="F26B43"/>
          </p15:clr>
        </p15:guide>
        <p15:guide id="6" pos="7469" userDrawn="1">
          <p15:clr>
            <a:srgbClr val="F26B43"/>
          </p15:clr>
        </p15:guide>
        <p15:guide id="7" pos="6289" userDrawn="1">
          <p15:clr>
            <a:srgbClr val="F26B43"/>
          </p15:clr>
        </p15:guide>
        <p15:guide id="10" pos="6440" userDrawn="1">
          <p15:clr>
            <a:srgbClr val="F26B43"/>
          </p15:clr>
        </p15:guide>
        <p15:guide id="11" orient="horz" pos="4042" userDrawn="1">
          <p15:clr>
            <a:srgbClr val="F26B43"/>
          </p15:clr>
        </p15:guide>
        <p15:guide id="12" orient="horz" pos="4197" userDrawn="1">
          <p15:clr>
            <a:srgbClr val="F26B43"/>
          </p15:clr>
        </p15:guide>
        <p15:guide id="14" orient="horz" pos="4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Textfeld 19">
            <a:extLst>
              <a:ext uri="{FF2B5EF4-FFF2-40B4-BE49-F238E27FC236}">
                <a16:creationId xmlns:a16="http://schemas.microsoft.com/office/drawing/2014/main" id="{71B0FBC3-4352-044E-8291-90541ABE6965}"/>
              </a:ext>
            </a:extLst>
          </p:cNvPr>
          <p:cNvSpPr txBox="1"/>
          <p:nvPr userDrawn="1"/>
        </p:nvSpPr>
        <p:spPr>
          <a:xfrm>
            <a:off x="-2356645" y="619408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Oberkante Navigation</a:t>
            </a:r>
          </a:p>
        </p:txBody>
      </p:sp>
      <p:sp>
        <p:nvSpPr>
          <p:cNvPr id="21" name="Textfeld 20">
            <a:extLst>
              <a:ext uri="{FF2B5EF4-FFF2-40B4-BE49-F238E27FC236}">
                <a16:creationId xmlns:a16="http://schemas.microsoft.com/office/drawing/2014/main" id="{E037490B-ECC9-B74B-97A2-DEB675E2D160}"/>
              </a:ext>
            </a:extLst>
          </p:cNvPr>
          <p:cNvSpPr txBox="1"/>
          <p:nvPr userDrawn="1"/>
        </p:nvSpPr>
        <p:spPr>
          <a:xfrm>
            <a:off x="-2356645" y="5657108"/>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Unterkante Inhalt</a:t>
            </a:r>
          </a:p>
        </p:txBody>
      </p:sp>
      <p:sp>
        <p:nvSpPr>
          <p:cNvPr id="24" name="Textfeld 23">
            <a:extLst>
              <a:ext uri="{FF2B5EF4-FFF2-40B4-BE49-F238E27FC236}">
                <a16:creationId xmlns:a16="http://schemas.microsoft.com/office/drawing/2014/main" id="{5AB5AF7D-3C45-1849-B0BB-6B0935832BBC}"/>
              </a:ext>
            </a:extLst>
          </p:cNvPr>
          <p:cNvSpPr txBox="1"/>
          <p:nvPr userDrawn="1"/>
        </p:nvSpPr>
        <p:spPr>
          <a:xfrm>
            <a:off x="383118" y="6996029"/>
            <a:ext cx="1650503" cy="148380"/>
          </a:xfrm>
          <a:prstGeom prst="rect">
            <a:avLst/>
          </a:prstGeom>
          <a:ln>
            <a:noFill/>
          </a:ln>
        </p:spPr>
        <p:txBody>
          <a:bodyPr wrap="square" lIns="0" tIns="0" rIns="0" bIns="0" rtlCol="0" anchor="b">
            <a:noAutofit/>
          </a:bodyPr>
          <a:lstStyle/>
          <a:p>
            <a:pPr algn="l"/>
            <a:r>
              <a:rPr lang="de-DE" sz="726" b="0" i="0" baseline="0">
                <a:solidFill>
                  <a:schemeClr val="tx2">
                    <a:lumMod val="50000"/>
                  </a:schemeClr>
                </a:solidFill>
                <a:latin typeface="Calibri" panose="020F0502020204030204" pitchFamily="34" charset="0"/>
              </a:rPr>
              <a:t>Linke Kante Navigation</a:t>
            </a:r>
          </a:p>
        </p:txBody>
      </p:sp>
      <p:sp>
        <p:nvSpPr>
          <p:cNvPr id="8" name="Foliennummernplatzhalter 3">
            <a:extLst>
              <a:ext uri="{FF2B5EF4-FFF2-40B4-BE49-F238E27FC236}">
                <a16:creationId xmlns:a16="http://schemas.microsoft.com/office/drawing/2014/main" id="{E840325F-7756-0149-8183-117E8A6BED25}"/>
              </a:ext>
            </a:extLst>
          </p:cNvPr>
          <p:cNvSpPr>
            <a:spLocks noGrp="1"/>
          </p:cNvSpPr>
          <p:nvPr>
            <p:ph type="sldNum" sz="quarter" idx="4"/>
          </p:nvPr>
        </p:nvSpPr>
        <p:spPr>
          <a:xfrm>
            <a:off x="334963" y="6431336"/>
            <a:ext cx="2742936" cy="97976"/>
          </a:xfrm>
          <a:prstGeom prst="rect">
            <a:avLst/>
          </a:prstGeom>
        </p:spPr>
        <p:txBody>
          <a:bodyPr vert="horz" lIns="0" tIns="0" rIns="0" bIns="0" rtlCol="0" anchor="t" anchorCtr="0"/>
          <a:lstStyle>
            <a:lvl1pPr algn="l">
              <a:defRPr sz="1000" baseline="0">
                <a:solidFill>
                  <a:schemeClr val="accent5"/>
                </a:solidFill>
                <a:latin typeface="Calibri" panose="020F0502020204030204" pitchFamily="34" charset="0"/>
                <a:cs typeface="Calibri" panose="020F0502020204030204" pitchFamily="34" charset="0"/>
              </a:defRPr>
            </a:lvl1pPr>
          </a:lstStyle>
          <a:p>
            <a:fld id="{13005BA2-ABF8-0A46-8B15-84F2660EFA6C}" type="slidenum">
              <a:rPr lang="de-DE" smtClean="0"/>
              <a:pPr/>
              <a:t>‹Nr.›</a:t>
            </a:fld>
            <a:endParaRPr lang="de-DE"/>
          </a:p>
        </p:txBody>
      </p:sp>
      <p:sp>
        <p:nvSpPr>
          <p:cNvPr id="11" name="Fußzeilenplatzhalter 1">
            <a:extLst>
              <a:ext uri="{FF2B5EF4-FFF2-40B4-BE49-F238E27FC236}">
                <a16:creationId xmlns:a16="http://schemas.microsoft.com/office/drawing/2014/main" id="{30392229-6F47-7741-914D-5DBE643205A5}"/>
              </a:ext>
            </a:extLst>
          </p:cNvPr>
          <p:cNvSpPr>
            <a:spLocks noGrp="1"/>
          </p:cNvSpPr>
          <p:nvPr>
            <p:ph type="ftr" sz="quarter" idx="3"/>
          </p:nvPr>
        </p:nvSpPr>
        <p:spPr>
          <a:xfrm>
            <a:off x="334963" y="6153519"/>
            <a:ext cx="10909299" cy="138941"/>
          </a:xfrm>
          <a:prstGeom prst="rect">
            <a:avLst/>
          </a:prstGeom>
        </p:spPr>
        <p:txBody>
          <a:bodyPr vert="horz" lIns="0" tIns="0" rIns="0" bIns="0" rtlCol="0" anchor="t" anchorCtr="0"/>
          <a:lstStyle>
            <a:lvl1pPr algn="l">
              <a:lnSpc>
                <a:spcPts val="839"/>
              </a:lnSpc>
              <a:defRPr sz="1000" baseline="0">
                <a:solidFill>
                  <a:schemeClr val="accent5"/>
                </a:solidFill>
                <a:latin typeface="Calibri" panose="020F0502020204030204" pitchFamily="34" charset="0"/>
                <a:cs typeface="Calibri" panose="020F0502020204030204" pitchFamily="34" charset="0"/>
              </a:defRPr>
            </a:lvl1pPr>
          </a:lstStyle>
          <a:p>
            <a:r>
              <a:rPr lang="de-DE"/>
              <a:t>Hochschule Karlsruhe</a:t>
            </a:r>
          </a:p>
        </p:txBody>
      </p:sp>
      <p:sp>
        <p:nvSpPr>
          <p:cNvPr id="10" name="Datumsplatzhalter 3">
            <a:extLst>
              <a:ext uri="{FF2B5EF4-FFF2-40B4-BE49-F238E27FC236}">
                <a16:creationId xmlns:a16="http://schemas.microsoft.com/office/drawing/2014/main" id="{90108F2C-E92D-444D-A4AF-D5EFEA52A791}"/>
              </a:ext>
            </a:extLst>
          </p:cNvPr>
          <p:cNvSpPr>
            <a:spLocks noGrp="1"/>
          </p:cNvSpPr>
          <p:nvPr>
            <p:ph type="dt" sz="half" idx="2"/>
          </p:nvPr>
        </p:nvSpPr>
        <p:spPr>
          <a:xfrm>
            <a:off x="334699" y="6274088"/>
            <a:ext cx="2743200" cy="133575"/>
          </a:xfrm>
          <a:prstGeom prst="rect">
            <a:avLst/>
          </a:prstGeom>
        </p:spPr>
        <p:txBody>
          <a:bodyPr lIns="0" tIns="0" rIns="0" bIns="0"/>
          <a:lstStyle>
            <a:lvl1pPr>
              <a:defRPr sz="1000">
                <a:solidFill>
                  <a:schemeClr val="accent5"/>
                </a:solidFill>
              </a:defRPr>
            </a:lvl1pPr>
          </a:lstStyle>
          <a:p>
            <a:r>
              <a:rPr lang="de-DE"/>
              <a:t>20. Januar 2021</a:t>
            </a:r>
          </a:p>
        </p:txBody>
      </p:sp>
    </p:spTree>
    <p:extLst>
      <p:ext uri="{BB962C8B-B14F-4D97-AF65-F5344CB8AC3E}">
        <p14:creationId xmlns:p14="http://schemas.microsoft.com/office/powerpoint/2010/main" val="2534388412"/>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Lst>
  <p:hf hdr="0"/>
  <p:txStyles>
    <p:titleStyle>
      <a:lvl1pPr algn="l" defTabSz="9144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40" indent="-228613" algn="l" defTabSz="9144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7" indent="-228613" algn="l" defTabSz="9144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4"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21"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8"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75"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02"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9" indent="-228613" algn="l" defTabSz="9144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4" rtl="0" eaLnBrk="1" latinLnBrk="0" hangingPunct="1">
        <a:defRPr sz="1800" kern="1200">
          <a:solidFill>
            <a:schemeClr val="tx1"/>
          </a:solidFill>
          <a:latin typeface="+mn-lt"/>
          <a:ea typeface="+mn-ea"/>
          <a:cs typeface="+mn-cs"/>
        </a:defRPr>
      </a:lvl1pPr>
      <a:lvl2pPr marL="457227" algn="l" defTabSz="914454" rtl="0" eaLnBrk="1" latinLnBrk="0" hangingPunct="1">
        <a:defRPr sz="1800" kern="1200">
          <a:solidFill>
            <a:schemeClr val="tx1"/>
          </a:solidFill>
          <a:latin typeface="+mn-lt"/>
          <a:ea typeface="+mn-ea"/>
          <a:cs typeface="+mn-cs"/>
        </a:defRPr>
      </a:lvl2pPr>
      <a:lvl3pPr marL="914454" algn="l" defTabSz="914454" rtl="0" eaLnBrk="1" latinLnBrk="0" hangingPunct="1">
        <a:defRPr sz="1800" kern="1200">
          <a:solidFill>
            <a:schemeClr val="tx1"/>
          </a:solidFill>
          <a:latin typeface="+mn-lt"/>
          <a:ea typeface="+mn-ea"/>
          <a:cs typeface="+mn-cs"/>
        </a:defRPr>
      </a:lvl3pPr>
      <a:lvl4pPr marL="1371681" algn="l" defTabSz="914454" rtl="0" eaLnBrk="1" latinLnBrk="0" hangingPunct="1">
        <a:defRPr sz="1800" kern="1200">
          <a:solidFill>
            <a:schemeClr val="tx1"/>
          </a:solidFill>
          <a:latin typeface="+mn-lt"/>
          <a:ea typeface="+mn-ea"/>
          <a:cs typeface="+mn-cs"/>
        </a:defRPr>
      </a:lvl4pPr>
      <a:lvl5pPr marL="1828907" algn="l" defTabSz="914454" rtl="0" eaLnBrk="1" latinLnBrk="0" hangingPunct="1">
        <a:defRPr sz="1800" kern="1200">
          <a:solidFill>
            <a:schemeClr val="tx1"/>
          </a:solidFill>
          <a:latin typeface="+mn-lt"/>
          <a:ea typeface="+mn-ea"/>
          <a:cs typeface="+mn-cs"/>
        </a:defRPr>
      </a:lvl5pPr>
      <a:lvl6pPr marL="2286134" algn="l" defTabSz="914454" rtl="0" eaLnBrk="1" latinLnBrk="0" hangingPunct="1">
        <a:defRPr sz="1800" kern="1200">
          <a:solidFill>
            <a:schemeClr val="tx1"/>
          </a:solidFill>
          <a:latin typeface="+mn-lt"/>
          <a:ea typeface="+mn-ea"/>
          <a:cs typeface="+mn-cs"/>
        </a:defRPr>
      </a:lvl6pPr>
      <a:lvl7pPr marL="2743361" algn="l" defTabSz="914454" rtl="0" eaLnBrk="1" latinLnBrk="0" hangingPunct="1">
        <a:defRPr sz="1800" kern="1200">
          <a:solidFill>
            <a:schemeClr val="tx1"/>
          </a:solidFill>
          <a:latin typeface="+mn-lt"/>
          <a:ea typeface="+mn-ea"/>
          <a:cs typeface="+mn-cs"/>
        </a:defRPr>
      </a:lvl7pPr>
      <a:lvl8pPr marL="3200588" algn="l" defTabSz="914454" rtl="0" eaLnBrk="1" latinLnBrk="0" hangingPunct="1">
        <a:defRPr sz="1800" kern="1200">
          <a:solidFill>
            <a:schemeClr val="tx1"/>
          </a:solidFill>
          <a:latin typeface="+mn-lt"/>
          <a:ea typeface="+mn-ea"/>
          <a:cs typeface="+mn-cs"/>
        </a:defRPr>
      </a:lvl8pPr>
      <a:lvl9pPr marL="3657815" algn="l" defTabSz="9144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61" userDrawn="1">
          <p15:clr>
            <a:srgbClr val="F26B43"/>
          </p15:clr>
        </p15:guide>
        <p15:guide id="5" pos="211" userDrawn="1">
          <p15:clr>
            <a:srgbClr val="F26B43"/>
          </p15:clr>
        </p15:guide>
        <p15:guide id="6" pos="7469" userDrawn="1">
          <p15:clr>
            <a:srgbClr val="F26B43"/>
          </p15:clr>
        </p15:guide>
        <p15:guide id="7" orient="horz" pos="4133" userDrawn="1">
          <p15:clr>
            <a:srgbClr val="F26B43"/>
          </p15:clr>
        </p15:guide>
        <p15:guide id="11" orient="horz" pos="4292" userDrawn="1">
          <p15:clr>
            <a:srgbClr val="F26B43"/>
          </p15:clr>
        </p15:guide>
        <p15:guide id="13" pos="708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83717"/>
      </p:ext>
    </p:extLst>
  </p:cSld>
  <p:clrMap bg1="lt1" tx1="dk1" bg2="lt2" tx2="dk2" accent1="accent1" accent2="accent2" accent3="accent3" accent4="accent4" accent5="accent5" accent6="accent6" hlink="hlink" folHlink="folHlink"/>
  <p:sldLayoutIdLst>
    <p:sldLayoutId id="2147483842" r:id="rId1"/>
    <p:sldLayoutId id="2147483843" r:id="rId2"/>
  </p:sldLayoutIdLst>
  <p:hf hdr="0"/>
  <p:txStyles>
    <p:titleStyle>
      <a:lvl1pPr algn="l" defTabSz="414772" rtl="0" eaLnBrk="1" latinLnBrk="0" hangingPunct="1">
        <a:lnSpc>
          <a:spcPct val="90000"/>
        </a:lnSpc>
        <a:spcBef>
          <a:spcPct val="0"/>
        </a:spcBef>
        <a:buNone/>
        <a:defRPr sz="2948" kern="1200" baseline="0">
          <a:solidFill>
            <a:schemeClr val="tx1"/>
          </a:solidFill>
          <a:latin typeface="Calibri Bold" pitchFamily="2" charset="77"/>
          <a:ea typeface="+mj-ea"/>
          <a:cs typeface="+mj-cs"/>
        </a:defRPr>
      </a:lvl1pPr>
    </p:titleStyle>
    <p:bodyStyle>
      <a:lvl1pPr marL="103693" indent="-103693" algn="l" defTabSz="414772" rtl="0" eaLnBrk="1" latinLnBrk="0" hangingPunct="1">
        <a:lnSpc>
          <a:spcPct val="90000"/>
        </a:lnSpc>
        <a:spcBef>
          <a:spcPts val="454"/>
        </a:spcBef>
        <a:buFont typeface="Arial" panose="020B0604020202020204" pitchFamily="34" charset="0"/>
        <a:buChar char="•"/>
        <a:defRPr sz="1270" kern="1200">
          <a:solidFill>
            <a:schemeClr val="tx1"/>
          </a:solidFill>
          <a:latin typeface="+mn-lt"/>
          <a:ea typeface="+mn-ea"/>
          <a:cs typeface="+mn-cs"/>
        </a:defRPr>
      </a:lvl1pPr>
      <a:lvl2pPr marL="311079" indent="-103693" algn="l" defTabSz="414772" rtl="0" eaLnBrk="1" latinLnBrk="0" hangingPunct="1">
        <a:lnSpc>
          <a:spcPct val="90000"/>
        </a:lnSpc>
        <a:spcBef>
          <a:spcPts val="227"/>
        </a:spcBef>
        <a:buFont typeface="Arial" panose="020B0604020202020204" pitchFamily="34" charset="0"/>
        <a:buChar char="•"/>
        <a:defRPr sz="1089" kern="1200">
          <a:solidFill>
            <a:schemeClr val="tx1"/>
          </a:solidFill>
          <a:latin typeface="+mn-lt"/>
          <a:ea typeface="+mn-ea"/>
          <a:cs typeface="+mn-cs"/>
        </a:defRPr>
      </a:lvl2pPr>
      <a:lvl3pPr marL="518465" indent="-103693" algn="l" defTabSz="414772" rtl="0" eaLnBrk="1" latinLnBrk="0" hangingPunct="1">
        <a:lnSpc>
          <a:spcPct val="90000"/>
        </a:lnSpc>
        <a:spcBef>
          <a:spcPts val="227"/>
        </a:spcBef>
        <a:buFont typeface="Arial" panose="020B0604020202020204" pitchFamily="34" charset="0"/>
        <a:buChar char="•"/>
        <a:defRPr sz="907" kern="1200">
          <a:solidFill>
            <a:schemeClr val="tx1"/>
          </a:solidFill>
          <a:latin typeface="+mn-lt"/>
          <a:ea typeface="+mn-ea"/>
          <a:cs typeface="+mn-cs"/>
        </a:defRPr>
      </a:lvl3pPr>
      <a:lvl4pPr marL="725851"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4pPr>
      <a:lvl5pPr marL="933237"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5pPr>
      <a:lvl6pPr marL="1140623"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6pPr>
      <a:lvl7pPr marL="1348008"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7pPr>
      <a:lvl8pPr marL="1555394"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8pPr>
      <a:lvl9pPr marL="1762780" indent="-103693" algn="l" defTabSz="414772" rtl="0" eaLnBrk="1" latinLnBrk="0" hangingPunct="1">
        <a:lnSpc>
          <a:spcPct val="90000"/>
        </a:lnSpc>
        <a:spcBef>
          <a:spcPts val="227"/>
        </a:spcBef>
        <a:buFont typeface="Arial" panose="020B0604020202020204" pitchFamily="34" charset="0"/>
        <a:buChar char="•"/>
        <a:defRPr sz="816" kern="1200">
          <a:solidFill>
            <a:schemeClr val="tx1"/>
          </a:solidFill>
          <a:latin typeface="+mn-lt"/>
          <a:ea typeface="+mn-ea"/>
          <a:cs typeface="+mn-cs"/>
        </a:defRPr>
      </a:lvl9pPr>
    </p:bodyStyle>
    <p:otherStyle>
      <a:defPPr>
        <a:defRPr lang="de-DE"/>
      </a:defPPr>
      <a:lvl1pPr marL="0" algn="l" defTabSz="414772" rtl="0" eaLnBrk="1" latinLnBrk="0" hangingPunct="1">
        <a:defRPr sz="816" kern="1200">
          <a:solidFill>
            <a:schemeClr val="tx1"/>
          </a:solidFill>
          <a:latin typeface="+mn-lt"/>
          <a:ea typeface="+mn-ea"/>
          <a:cs typeface="+mn-cs"/>
        </a:defRPr>
      </a:lvl1pPr>
      <a:lvl2pPr marL="207386" algn="l" defTabSz="414772" rtl="0" eaLnBrk="1" latinLnBrk="0" hangingPunct="1">
        <a:defRPr sz="816" kern="1200">
          <a:solidFill>
            <a:schemeClr val="tx1"/>
          </a:solidFill>
          <a:latin typeface="+mn-lt"/>
          <a:ea typeface="+mn-ea"/>
          <a:cs typeface="+mn-cs"/>
        </a:defRPr>
      </a:lvl2pPr>
      <a:lvl3pPr marL="414772" algn="l" defTabSz="414772" rtl="0" eaLnBrk="1" latinLnBrk="0" hangingPunct="1">
        <a:defRPr sz="816" kern="1200">
          <a:solidFill>
            <a:schemeClr val="tx1"/>
          </a:solidFill>
          <a:latin typeface="+mn-lt"/>
          <a:ea typeface="+mn-ea"/>
          <a:cs typeface="+mn-cs"/>
        </a:defRPr>
      </a:lvl3pPr>
      <a:lvl4pPr marL="622158" algn="l" defTabSz="414772" rtl="0" eaLnBrk="1" latinLnBrk="0" hangingPunct="1">
        <a:defRPr sz="816" kern="1200">
          <a:solidFill>
            <a:schemeClr val="tx1"/>
          </a:solidFill>
          <a:latin typeface="+mn-lt"/>
          <a:ea typeface="+mn-ea"/>
          <a:cs typeface="+mn-cs"/>
        </a:defRPr>
      </a:lvl4pPr>
      <a:lvl5pPr marL="829544" algn="l" defTabSz="414772" rtl="0" eaLnBrk="1" latinLnBrk="0" hangingPunct="1">
        <a:defRPr sz="816" kern="1200">
          <a:solidFill>
            <a:schemeClr val="tx1"/>
          </a:solidFill>
          <a:latin typeface="+mn-lt"/>
          <a:ea typeface="+mn-ea"/>
          <a:cs typeface="+mn-cs"/>
        </a:defRPr>
      </a:lvl5pPr>
      <a:lvl6pPr marL="1036930" algn="l" defTabSz="414772" rtl="0" eaLnBrk="1" latinLnBrk="0" hangingPunct="1">
        <a:defRPr sz="816" kern="1200">
          <a:solidFill>
            <a:schemeClr val="tx1"/>
          </a:solidFill>
          <a:latin typeface="+mn-lt"/>
          <a:ea typeface="+mn-ea"/>
          <a:cs typeface="+mn-cs"/>
        </a:defRPr>
      </a:lvl6pPr>
      <a:lvl7pPr marL="1244316" algn="l" defTabSz="414772" rtl="0" eaLnBrk="1" latinLnBrk="0" hangingPunct="1">
        <a:defRPr sz="816" kern="1200">
          <a:solidFill>
            <a:schemeClr val="tx1"/>
          </a:solidFill>
          <a:latin typeface="+mn-lt"/>
          <a:ea typeface="+mn-ea"/>
          <a:cs typeface="+mn-cs"/>
        </a:defRPr>
      </a:lvl7pPr>
      <a:lvl8pPr marL="1451701" algn="l" defTabSz="414772" rtl="0" eaLnBrk="1" latinLnBrk="0" hangingPunct="1">
        <a:defRPr sz="816" kern="1200">
          <a:solidFill>
            <a:schemeClr val="tx1"/>
          </a:solidFill>
          <a:latin typeface="+mn-lt"/>
          <a:ea typeface="+mn-ea"/>
          <a:cs typeface="+mn-cs"/>
        </a:defRPr>
      </a:lvl8pPr>
      <a:lvl9pPr marL="1659087" algn="l" defTabSz="414772" rtl="0" eaLnBrk="1" latinLnBrk="0" hangingPunct="1">
        <a:defRPr sz="81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orient="horz" pos="187" userDrawn="1">
          <p15:clr>
            <a:srgbClr val="F26B43"/>
          </p15:clr>
        </p15:guide>
        <p15:guide id="3" pos="7469" userDrawn="1">
          <p15:clr>
            <a:srgbClr val="F26B43"/>
          </p15:clr>
        </p15:guide>
        <p15:guide id="4" orient="horz" pos="4133" userDrawn="1">
          <p15:clr>
            <a:srgbClr val="F26B43"/>
          </p15:clr>
        </p15:guide>
        <p15:guide id="5" orient="horz" pos="118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47A8F93-1AD2-4015-9BD6-9131895F5D96}"/>
              </a:ext>
            </a:extLst>
          </p:cNvPr>
          <p:cNvSpPr>
            <a:spLocks/>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66D958DD-4980-41C2-84A1-869C39F69CA4}"/>
              </a:ext>
            </a:extLst>
          </p:cNvPr>
          <p:cNvSpPr>
            <a:spLocks/>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01114E5A-F915-4737-9CFC-2ECB188B511C}"/>
              </a:ext>
            </a:extLst>
          </p:cNvPr>
          <p:cNvSpPr>
            <a:spLocks/>
          </p:cNvSpPr>
          <p:nvPr/>
        </p:nvSpPr>
        <p:spPr>
          <a:xfrm>
            <a:off x="9525000" y="1685925"/>
            <a:ext cx="809625" cy="953"/>
          </a:xfrm>
          <a:custGeom>
            <a:avLst/>
            <a:gdLst/>
            <a:ahLst/>
            <a:cxnLst/>
            <a:rect l="0" t="0" r="0" b="0"/>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AFBA706-BA2E-4C1B-ADF6-3C441DC74EF7}"/>
              </a:ext>
            </a:extLst>
          </p:cNvPr>
          <p:cNvSpPr>
            <a:spLocks/>
          </p:cNvSpPr>
          <p:nvPr/>
        </p:nvSpPr>
        <p:spPr>
          <a:xfrm>
            <a:off x="10325100" y="1628775"/>
            <a:ext cx="123825" cy="114300"/>
          </a:xfrm>
          <a:custGeom>
            <a:avLst/>
            <a:gdLst/>
            <a:ahLst/>
            <a:cxnLst/>
            <a:rect l="0" t="0" r="0" b="0"/>
            <a:pathLst>
              <a:path w="123825" h="114300">
                <a:moveTo>
                  <a:pt x="123825" y="57150"/>
                </a:moveTo>
                <a:lnTo>
                  <a:pt x="0" y="114300"/>
                </a:lnTo>
                <a:lnTo>
                  <a:pt x="0" y="0"/>
                </a:lnTo>
                <a:close/>
              </a:path>
            </a:pathLst>
          </a:custGeom>
          <a:solidFill>
            <a:srgbClr val="61707D"/>
          </a:solidFill>
          <a:ln w="0">
            <a:noFill/>
          </a:ln>
        </p:spPr>
      </p:sp>
      <p:grpSp>
        <p:nvGrpSpPr>
          <p:cNvPr id="2057" name="Förderband (drehbare Gruppe)" descr="Bandfläche, Kamerabereich und Bandrollen. Messpunkte, Geraden, Achsen und Beschriftungen sind unabhängig bearbeitbar."/>
          <p:cNvGrpSpPr/>
          <p:nvPr/>
        </p:nvGrpSpPr>
        <p:grpSpPr>
          <a:xfrm>
            <a:off x="1438275" y="2162175"/>
            <a:ext cx="9029700" cy="3314700"/>
            <a:chOff x="1438275" y="2162175"/>
            <a:chExt cx="9029700" cy="3314700"/>
          </a:xfrm>
        </p:grpSpPr>
        <p:sp>
          <p:nvSpPr>
            <p:cNvPr id="2008" name="belt-surface">
              <a:extLst>
                <a:ext uri="{FF2B5EF4-FFF2-40B4-BE49-F238E27FC236}">
                  <a16:creationId xmlns:a16="http://schemas.microsoft.com/office/drawing/2014/main" id="{494A4E88-2C01-4B97-BE2A-DD2429C337F2}"/>
                </a:ext>
              </a:extLst>
            </p:cNvPr>
            <p:cNvSpPr>
              <a:spLocks/>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p:cNvSpPr>
            <p:nvPr/>
          </p:nvSpPr>
          <p:spPr>
            <a:xfrm>
              <a:off x="1666875" y="2333625"/>
              <a:ext cx="4905375" cy="2952750"/>
            </a:xfrm>
            <a:prstGeom prst="rect">
              <a:avLst/>
            </a:prstGeom>
            <a:solidFill>
              <a:srgbClr val="E3EFF3"/>
            </a:solidFill>
            <a:ln w="0">
              <a:noFill/>
            </a:ln>
          </p:spPr>
        </p:sp>
        <p:sp>
          <p:nvSpPr>
            <p:cNvPr id="2010" name="belt-upper-edge">
              <a:extLst>
                <a:ext uri="{FF2B5EF4-FFF2-40B4-BE49-F238E27FC236}">
                  <a16:creationId xmlns:a16="http://schemas.microsoft.com/office/drawing/2014/main" id="{38198B2C-84F8-44C5-8270-AD333621237F}"/>
                </a:ext>
              </a:extLst>
            </p:cNvPr>
            <p:cNvSpPr>
              <a:spLocks/>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261AC450-4E0C-4698-B3B4-F52280D90967}"/>
                </a:ext>
              </a:extLst>
            </p:cNvPr>
            <p:cNvSpPr>
              <a:spLocks/>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F56D2934-C361-42E6-AF49-DF0C9EB1C5C3}"/>
                </a:ext>
              </a:extLst>
            </p:cNvPr>
            <p:cNvSpPr>
              <a:spLocks/>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grpSp>
      <p:sp>
        <p:nvSpPr>
          <p:cNvPr id="2019" name="object-1-fit">
            <a:extLst>
              <a:ext uri="{FF2B5EF4-FFF2-40B4-BE49-F238E27FC236}">
                <a16:creationId xmlns:a16="http://schemas.microsoft.com/office/drawing/2014/main" id="{2CD2B820-CEE1-4101-95E0-9FBCE4CF905F}"/>
              </a:ext>
            </a:extLst>
          </p:cNvPr>
          <p:cNvSpPr>
            <a:spLocks/>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E6340EA-A9AE-4E80-9ADD-BAFC2A953DB4}"/>
              </a:ext>
            </a:extLst>
          </p:cNvPr>
          <p:cNvSpPr>
            <a:spLocks/>
          </p:cNvSpPr>
          <p:nvPr/>
        </p:nvSpPr>
        <p:spPr>
          <a:xfrm>
            <a:off x="333375" y="5857875"/>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0EA94913-B955-4B44-9EBB-74ED571188EC}"/>
              </a:ext>
            </a:extLst>
          </p:cNvPr>
          <p:cNvSpPr>
            <a:spLocks/>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p:cNvSpPr>
          <p:nvPr/>
        </p:nvSpPr>
        <p:spPr>
          <a:xfrm>
            <a:off x="3171825" y="5857875"/>
            <a:ext cx="542925" cy="953"/>
          </a:xfrm>
          <a:custGeom>
            <a:avLst/>
            <a:gdLst/>
            <a:ahLst/>
            <a:cxnLst/>
            <a:rect l="0" t="0" r="0" b="0"/>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70CF4E9F-CCC4-449C-B95C-4B33B33EC334}"/>
              </a:ext>
            </a:extLst>
          </p:cNvPr>
          <p:cNvSpPr>
            <a:spLocks/>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p:cNvSpPr>
          <p:nvPr/>
        </p:nvSpPr>
        <p:spPr>
          <a:xfrm>
            <a:off x="6000750" y="5857875"/>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B54BCDF7-FFDF-4370-9B80-864BD2837D09}"/>
              </a:ext>
            </a:extLst>
          </p:cNvPr>
          <p:cNvSpPr>
            <a:spLocks/>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8</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827D3-5CD8-5E79-5BFD-EF4899905E35}"/>
            </a:ext>
          </a:extLst>
        </p:cNvPr>
        <p:cNvGrpSpPr/>
        <p:nvPr/>
      </p:nvGrpSpPr>
      <p:grpSpPr>
        <a:xfrm>
          <a:off x="0" y="0"/>
          <a:ext cx="0" cy="0"/>
          <a:chOff x="0" y="0"/>
          <a:chExt cx="0" cy="0"/>
        </a:xfrm>
      </p:grpSpPr>
      <p:sp>
        <p:nvSpPr>
          <p:cNvPr id="2056" name="history-label">
            <a:extLst>
              <a:ext uri="{FF2B5EF4-FFF2-40B4-BE49-F238E27FC236}">
                <a16:creationId xmlns:a16="http://schemas.microsoft.com/office/drawing/2014/main" id="{55A8BD5F-8019-4F01-D6AC-A8535478567C}"/>
              </a:ext>
            </a:extLst>
          </p:cNvPr>
          <p:cNvSpPr>
            <a:spLocks/>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1D4116C-6EC5-ACBF-3C4D-21103F30B223}"/>
              </a:ext>
            </a:extLst>
          </p:cNvPr>
          <p:cNvSpPr>
            <a:spLocks/>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7B3E8AD8-2997-A17B-0C7A-CDD062E84423}"/>
              </a:ext>
            </a:extLst>
          </p:cNvPr>
          <p:cNvSpPr>
            <a:spLocks/>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5" name="belt-direction">
            <a:extLst>
              <a:ext uri="{FF2B5EF4-FFF2-40B4-BE49-F238E27FC236}">
                <a16:creationId xmlns:a16="http://schemas.microsoft.com/office/drawing/2014/main" id="{681C1F7E-7D81-F8AB-84AF-E2CEE48F02B7}"/>
              </a:ext>
            </a:extLst>
          </p:cNvPr>
          <p:cNvSpPr>
            <a:spLocks/>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8DC79ADC-E928-1512-5766-B0B582CD8E27}"/>
              </a:ext>
            </a:extLst>
          </p:cNvPr>
          <p:cNvSpPr>
            <a:spLocks/>
          </p:cNvSpPr>
          <p:nvPr/>
        </p:nvSpPr>
        <p:spPr>
          <a:xfrm>
            <a:off x="9525000" y="1685925"/>
            <a:ext cx="809625" cy="953"/>
          </a:xfrm>
          <a:custGeom>
            <a:avLst/>
            <a:gdLst/>
            <a:ahLst/>
            <a:cxnLst/>
            <a:rect l="0" t="0" r="0" b="0"/>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E59DCFF-9B8F-4A02-F7B4-F3C68B27C6EF}"/>
              </a:ext>
            </a:extLst>
          </p:cNvPr>
          <p:cNvSpPr>
            <a:spLocks/>
          </p:cNvSpPr>
          <p:nvPr/>
        </p:nvSpPr>
        <p:spPr>
          <a:xfrm>
            <a:off x="10325100" y="1628775"/>
            <a:ext cx="123825" cy="114300"/>
          </a:xfrm>
          <a:custGeom>
            <a:avLst/>
            <a:gdLst/>
            <a:ahLst/>
            <a:cxnLst/>
            <a:rect l="0" t="0" r="0" b="0"/>
            <a:pathLst>
              <a:path w="123825" h="114300">
                <a:moveTo>
                  <a:pt x="123825" y="57150"/>
                </a:moveTo>
                <a:lnTo>
                  <a:pt x="0" y="114300"/>
                </a:lnTo>
                <a:lnTo>
                  <a:pt x="0" y="0"/>
                </a:lnTo>
                <a:close/>
              </a:path>
            </a:pathLst>
          </a:custGeom>
          <a:solidFill>
            <a:srgbClr val="61707D"/>
          </a:solidFill>
          <a:ln w="0">
            <a:noFill/>
          </a:ln>
        </p:spPr>
      </p:sp>
      <p:grpSp>
        <p:nvGrpSpPr>
          <p:cNvPr id="2057" name="Förderband (drehbare Gruppe)" descr="Bandfläche, Kamerabereich und Bandrollen. Messpunkte, Geraden, Achsen und Beschriftungen sind unabhängig bearbeitbar.">
            <a:extLst>
              <a:ext uri="{FF2B5EF4-FFF2-40B4-BE49-F238E27FC236}">
                <a16:creationId xmlns:a16="http://schemas.microsoft.com/office/drawing/2014/main" id="{97660DC1-E1E7-3E35-A678-49CA1A22249C}"/>
              </a:ext>
            </a:extLst>
          </p:cNvPr>
          <p:cNvGrpSpPr/>
          <p:nvPr/>
        </p:nvGrpSpPr>
        <p:grpSpPr>
          <a:xfrm rot="21179339">
            <a:off x="1685925" y="2181225"/>
            <a:ext cx="9029700" cy="3314700"/>
            <a:chOff x="1438275" y="2162175"/>
            <a:chExt cx="9029700" cy="3314700"/>
          </a:xfrm>
        </p:grpSpPr>
        <p:sp>
          <p:nvSpPr>
            <p:cNvPr id="2008" name="belt-surface">
              <a:extLst>
                <a:ext uri="{FF2B5EF4-FFF2-40B4-BE49-F238E27FC236}">
                  <a16:creationId xmlns:a16="http://schemas.microsoft.com/office/drawing/2014/main" id="{1E7219B3-42C0-C8BE-870F-7E6519A4E95D}"/>
                </a:ext>
              </a:extLst>
            </p:cNvPr>
            <p:cNvSpPr>
              <a:spLocks/>
            </p:cNvSpPr>
            <p:nvPr/>
          </p:nvSpPr>
          <p:spPr>
            <a:xfrm>
              <a:off x="1666875" y="2333625"/>
              <a:ext cx="8572500" cy="2952750"/>
            </a:xfrm>
            <a:prstGeom prst="rect">
              <a:avLst/>
            </a:prstGeom>
            <a:solidFill>
              <a:srgbClr val="EFF4F4"/>
            </a:solidFill>
            <a:ln w="0">
              <a:noFill/>
            </a:ln>
          </p:spPr>
        </p:sp>
        <p:sp>
          <p:nvSpPr>
            <p:cNvPr id="2009" name="camera-area">
              <a:extLst>
                <a:ext uri="{FF2B5EF4-FFF2-40B4-BE49-F238E27FC236}">
                  <a16:creationId xmlns:a16="http://schemas.microsoft.com/office/drawing/2014/main" id="{C7F222DF-5C5E-11E0-B9AD-86C3F446A994}"/>
                </a:ext>
              </a:extLst>
            </p:cNvPr>
            <p:cNvSpPr>
              <a:spLocks/>
            </p:cNvSpPr>
            <p:nvPr/>
          </p:nvSpPr>
          <p:spPr>
            <a:xfrm>
              <a:off x="1666875" y="2333625"/>
              <a:ext cx="4905375" cy="2952750"/>
            </a:xfrm>
            <a:prstGeom prst="rect">
              <a:avLst/>
            </a:prstGeom>
            <a:solidFill>
              <a:srgbClr val="E3EFF3"/>
            </a:solidFill>
            <a:ln w="0">
              <a:noFill/>
            </a:ln>
          </p:spPr>
        </p:sp>
        <p:sp>
          <p:nvSpPr>
            <p:cNvPr id="2010" name="belt-upper-edge">
              <a:extLst>
                <a:ext uri="{FF2B5EF4-FFF2-40B4-BE49-F238E27FC236}">
                  <a16:creationId xmlns:a16="http://schemas.microsoft.com/office/drawing/2014/main" id="{30E64484-60CB-78D4-6EAE-34D4565D0173}"/>
                </a:ext>
              </a:extLst>
            </p:cNvPr>
            <p:cNvSpPr>
              <a:spLocks/>
            </p:cNvSpPr>
            <p:nvPr/>
          </p:nvSpPr>
          <p:spPr>
            <a:xfrm>
              <a:off x="1666875" y="233362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B99A75BB-8A09-EABC-3F33-B5F3AE149CAB}"/>
                </a:ext>
              </a:extLst>
            </p:cNvPr>
            <p:cNvSpPr>
              <a:spLocks/>
            </p:cNvSpPr>
            <p:nvPr/>
          </p:nvSpPr>
          <p:spPr>
            <a:xfrm>
              <a:off x="1666875" y="5286375"/>
              <a:ext cx="8572500" cy="953"/>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D79F3E6E-05A2-38FD-E4AF-A76B3FF31C9C}"/>
                </a:ext>
              </a:extLst>
            </p:cNvPr>
            <p:cNvSpPr>
              <a:spLocks/>
            </p:cNvSpPr>
            <p:nvPr/>
          </p:nvSpPr>
          <p:spPr>
            <a:xfrm>
              <a:off x="15525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940F4CC2-465F-0946-65EA-A1E1600649B5}"/>
                </a:ext>
              </a:extLst>
            </p:cNvPr>
            <p:cNvSpPr>
              <a:spLocks/>
            </p:cNvSpPr>
            <p:nvPr/>
          </p:nvSpPr>
          <p:spPr>
            <a:xfrm>
              <a:off x="1438275" y="2257425"/>
              <a:ext cx="228600" cy="3105150"/>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7FED016B-0E79-4EDE-3AE5-EC3F1BCA2E50}"/>
                </a:ext>
              </a:extLst>
            </p:cNvPr>
            <p:cNvSpPr>
              <a:spLocks/>
            </p:cNvSpPr>
            <p:nvPr/>
          </p:nvSpPr>
          <p:spPr>
            <a:xfrm>
              <a:off x="15525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A01FFC39-B7A5-E2AC-C798-571D67F5DE16}"/>
                </a:ext>
              </a:extLst>
            </p:cNvPr>
            <p:cNvSpPr>
              <a:spLocks/>
            </p:cNvSpPr>
            <p:nvPr/>
          </p:nvSpPr>
          <p:spPr>
            <a:xfrm>
              <a:off x="10353675" y="2162175"/>
              <a:ext cx="953" cy="3314700"/>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CBB65253-DC1D-EFE2-CEA0-51979449A605}"/>
                </a:ext>
              </a:extLst>
            </p:cNvPr>
            <p:cNvSpPr>
              <a:spLocks/>
            </p:cNvSpPr>
            <p:nvPr/>
          </p:nvSpPr>
          <p:spPr>
            <a:xfrm>
              <a:off x="10239375" y="2257425"/>
              <a:ext cx="228600" cy="3105150"/>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B38EA07C-26C6-C1D2-2096-0DEF6CB4C6F8}"/>
                </a:ext>
              </a:extLst>
            </p:cNvPr>
            <p:cNvSpPr>
              <a:spLocks/>
            </p:cNvSpPr>
            <p:nvPr/>
          </p:nvSpPr>
          <p:spPr>
            <a:xfrm>
              <a:off x="10353675" y="2333625"/>
              <a:ext cx="953" cy="295275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C1BBC678-2AE9-0FA3-7697-3429BCAB2C69}"/>
                </a:ext>
              </a:extLst>
            </p:cNvPr>
            <p:cNvSpPr>
              <a:spLocks/>
            </p:cNvSpPr>
            <p:nvPr/>
          </p:nvSpPr>
          <p:spPr>
            <a:xfrm>
              <a:off x="6572250" y="2333625"/>
              <a:ext cx="953" cy="2952750"/>
            </a:xfrm>
            <a:custGeom>
              <a:avLst/>
              <a:gdLst/>
              <a:ahLst/>
              <a:cxnLst/>
              <a:rect l="0" t="0" r="0" b="0"/>
              <a:pathLst>
                <a:path w="953" h="2952750">
                  <a:moveTo>
                    <a:pt x="0" y="0"/>
                  </a:moveTo>
                  <a:lnTo>
                    <a:pt x="0" y="2952750"/>
                  </a:lnTo>
                </a:path>
              </a:pathLst>
            </a:custGeom>
            <a:noFill/>
            <a:ln w="17145">
              <a:solidFill>
                <a:srgbClr val="61707D"/>
              </a:solidFill>
              <a:prstDash val="dash"/>
            </a:ln>
          </p:spPr>
        </p:sp>
      </p:grpSp>
      <p:sp>
        <p:nvSpPr>
          <p:cNvPr id="2019" name="object-1-fit">
            <a:extLst>
              <a:ext uri="{FF2B5EF4-FFF2-40B4-BE49-F238E27FC236}">
                <a16:creationId xmlns:a16="http://schemas.microsoft.com/office/drawing/2014/main" id="{F4944A4E-EFF5-F740-37F7-CADA1606F4C6}"/>
              </a:ext>
            </a:extLst>
          </p:cNvPr>
          <p:cNvSpPr>
            <a:spLocks/>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B128B30B-AE7E-F322-5E54-7C7200E254A1}"/>
              </a:ext>
            </a:extLst>
          </p:cNvPr>
          <p:cNvSpPr>
            <a:spLocks/>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4AFF26A5-AE1B-D557-2EE1-B26A293AB9BB}"/>
              </a:ext>
            </a:extLst>
          </p:cNvPr>
          <p:cNvSpPr>
            <a:spLocks/>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FC9F317B-210B-3855-7F0E-60D0C5B565FF}"/>
              </a:ext>
            </a:extLst>
          </p:cNvPr>
          <p:cNvSpPr>
            <a:spLocks/>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1305044B-2D12-4D9C-F42E-8CE437C4059C}"/>
              </a:ext>
            </a:extLst>
          </p:cNvPr>
          <p:cNvSpPr>
            <a:spLocks/>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037A650D-E045-4643-4C15-925746625983}"/>
              </a:ext>
            </a:extLst>
          </p:cNvPr>
          <p:cNvSpPr>
            <a:spLocks/>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C932C634-A890-4C3F-75AC-072F0BE9175E}"/>
              </a:ext>
            </a:extLst>
          </p:cNvPr>
          <p:cNvSpPr>
            <a:spLocks/>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610C1E0F-5081-B8B3-1A97-E5CEDB341C01}"/>
              </a:ext>
            </a:extLst>
          </p:cNvPr>
          <p:cNvSpPr>
            <a:spLocks/>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3BFF646F-5634-3C81-17FB-1E34C955B0BD}"/>
              </a:ext>
            </a:extLst>
          </p:cNvPr>
          <p:cNvSpPr>
            <a:spLocks/>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271A5170-C8AE-14D4-C93D-5DF81575A7A0}"/>
              </a:ext>
            </a:extLst>
          </p:cNvPr>
          <p:cNvSpPr>
            <a:spLocks/>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139B131E-E5C3-C781-50D5-62426E9BB427}"/>
              </a:ext>
            </a:extLst>
          </p:cNvPr>
          <p:cNvSpPr>
            <a:spLocks/>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A4C8347B-A8EC-0B1A-B206-D78A30E4447B}"/>
              </a:ext>
            </a:extLst>
          </p:cNvPr>
          <p:cNvSpPr>
            <a:spLocks/>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B17BD280-700A-8635-34A1-DA3BC0FF6289}"/>
              </a:ext>
            </a:extLst>
          </p:cNvPr>
          <p:cNvSpPr>
            <a:spLocks/>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60DB1414-B3D8-A7C6-CFC9-2FC13228DDFC}"/>
              </a:ext>
            </a:extLst>
          </p:cNvPr>
          <p:cNvSpPr>
            <a:spLocks/>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C0CCC713-E7DD-BCB5-FCF7-206C87DAA38E}"/>
              </a:ext>
            </a:extLst>
          </p:cNvPr>
          <p:cNvSpPr>
            <a:spLocks/>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305FB6F-DAB6-728C-B55C-522E0DB6C4F5}"/>
              </a:ext>
            </a:extLst>
          </p:cNvPr>
          <p:cNvSpPr>
            <a:spLocks/>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F90DF08C-04E1-7622-93F2-E6225868C302}"/>
              </a:ext>
            </a:extLst>
          </p:cNvPr>
          <p:cNvSpPr>
            <a:spLocks/>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7C1FB66B-2CA0-92AC-51FB-80D7E3FDFF65}"/>
              </a:ext>
            </a:extLst>
          </p:cNvPr>
          <p:cNvSpPr>
            <a:spLocks/>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23FAFAFC-B07A-7308-C5D2-8BC3D4749529}"/>
              </a:ext>
            </a:extLst>
          </p:cNvPr>
          <p:cNvSpPr>
            <a:spLocks/>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46296BFA-A63D-82EB-07A5-36C0EFB0904A}"/>
              </a:ext>
            </a:extLst>
          </p:cNvPr>
          <p:cNvSpPr>
            <a:spLocks/>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DC0977DA-CB74-0651-6C47-9652D5D1AE78}"/>
              </a:ext>
            </a:extLst>
          </p:cNvPr>
          <p:cNvSpPr>
            <a:spLocks/>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AD0CA1A7-23CD-8F4B-81D2-D19846048215}"/>
              </a:ext>
            </a:extLst>
          </p:cNvPr>
          <p:cNvSpPr>
            <a:spLocks/>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B08891EE-3E6B-2551-797A-A5638AFF2B43}"/>
              </a:ext>
            </a:extLst>
          </p:cNvPr>
          <p:cNvSpPr>
            <a:spLocks/>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63AE136A-094F-62CB-0ADD-6D2F0B0FC4E1}"/>
              </a:ext>
            </a:extLst>
          </p:cNvPr>
          <p:cNvSpPr>
            <a:spLocks/>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D3A27F33-45B0-2507-5526-C7E5A52E0AB3}"/>
              </a:ext>
            </a:extLst>
          </p:cNvPr>
          <p:cNvSpPr>
            <a:spLocks/>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BF4548EC-E680-92C4-15E8-249BEABA3221}"/>
              </a:ext>
            </a:extLst>
          </p:cNvPr>
          <p:cNvSpPr>
            <a:spLocks/>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5D6E8E47-3608-731D-2004-F8D3F8D82DA0}"/>
              </a:ext>
            </a:extLst>
          </p:cNvPr>
          <p:cNvSpPr>
            <a:spLocks/>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A58CC4CD-48C2-66B8-FA60-E431679C033E}"/>
              </a:ext>
            </a:extLst>
          </p:cNvPr>
          <p:cNvSpPr>
            <a:spLocks/>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4DEB5D2-2AF1-5B71-8445-7BC5066E63A8}"/>
              </a:ext>
            </a:extLst>
          </p:cNvPr>
          <p:cNvSpPr>
            <a:spLocks/>
          </p:cNvSpPr>
          <p:nvPr/>
        </p:nvSpPr>
        <p:spPr>
          <a:xfrm>
            <a:off x="333375" y="5857875"/>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70F5AF98-17E0-2956-8D23-5974801E3DAA}"/>
              </a:ext>
            </a:extLst>
          </p:cNvPr>
          <p:cNvSpPr>
            <a:spLocks/>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E94F135E-F07B-4C77-8940-AF71EFB306BB}"/>
              </a:ext>
            </a:extLst>
          </p:cNvPr>
          <p:cNvSpPr>
            <a:spLocks/>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FE95843D-0351-10CE-850F-80D6D509BF6A}"/>
              </a:ext>
            </a:extLst>
          </p:cNvPr>
          <p:cNvSpPr>
            <a:spLocks/>
          </p:cNvSpPr>
          <p:nvPr/>
        </p:nvSpPr>
        <p:spPr>
          <a:xfrm>
            <a:off x="3171825" y="5857875"/>
            <a:ext cx="542925" cy="953"/>
          </a:xfrm>
          <a:custGeom>
            <a:avLst/>
            <a:gdLst/>
            <a:ahLst/>
            <a:cxnLst/>
            <a:rect l="0" t="0" r="0" b="0"/>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2B9F7EBB-798C-D6E8-D58F-4E74796E6CC6}"/>
              </a:ext>
            </a:extLst>
          </p:cNvPr>
          <p:cNvSpPr>
            <a:spLocks/>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FB7BFF34-D5DF-57A5-58CC-FEE830245FD1}"/>
              </a:ext>
            </a:extLst>
          </p:cNvPr>
          <p:cNvSpPr>
            <a:spLocks/>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1E23B155-5643-1263-CC45-0B2A6ACF5343}"/>
              </a:ext>
            </a:extLst>
          </p:cNvPr>
          <p:cNvSpPr>
            <a:spLocks/>
          </p:cNvSpPr>
          <p:nvPr/>
        </p:nvSpPr>
        <p:spPr>
          <a:xfrm>
            <a:off x="6000750" y="5857875"/>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D48DD482-E8B2-DBC1-5E37-7F6D26A3C208}"/>
              </a:ext>
            </a:extLst>
          </p:cNvPr>
          <p:cNvSpPr>
            <a:spLocks/>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A791103B-315B-7FA1-8F6D-0EFAAD12829F}"/>
              </a:ext>
            </a:extLst>
          </p:cNvPr>
          <p:cNvSpPr>
            <a:spLocks/>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8280FDEE-EB35-DDD7-7FB8-3D7601EA19B3}"/>
              </a:ext>
            </a:extLst>
          </p:cNvPr>
          <p:cNvSpPr>
            <a:spLocks/>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2196EC80-D4FE-69F2-1137-4C9C7E8FBFF7}"/>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4B5C4C1E-1125-7ECB-22D1-2D67439C76CD}"/>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50A3FC64-665E-BDAA-A61D-8AC0EADEACBE}"/>
              </a:ext>
            </a:extLst>
          </p:cNvPr>
          <p:cNvSpPr>
            <a:spLocks noGrp="1"/>
          </p:cNvSpPr>
          <p:nvPr>
            <p:ph type="sldNum" sz="quarter" idx="29"/>
          </p:nvPr>
        </p:nvSpPr>
        <p:spPr/>
        <p:txBody>
          <a:bodyPr/>
          <a:lstStyle/>
          <a:p>
            <a:fld id="{13005BA2-ABF8-0A46-8B15-84F2660EFA6C}" type="slidenum">
              <a:rPr lang="de-DE" smtClean="0"/>
              <a:pPr/>
              <a:t>9</a:t>
            </a:fld>
            <a:endParaRPr lang="de-DE"/>
          </a:p>
        </p:txBody>
      </p:sp>
      <p:sp>
        <p:nvSpPr>
          <p:cNvPr id="2004" name="prediction-label">
            <a:extLst>
              <a:ext uri="{FF2B5EF4-FFF2-40B4-BE49-F238E27FC236}">
                <a16:creationId xmlns:a16="http://schemas.microsoft.com/office/drawing/2014/main" id="{8430387D-DFA8-1911-9A85-2E668E7D2EBA}"/>
              </a:ext>
            </a:extLst>
          </p:cNvPr>
          <p:cNvSpPr>
            <a:spLocks/>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dirty="0" err="1">
                <a:solidFill>
                  <a:srgbClr val="61707D"/>
                </a:solidFill>
                <a:latin typeface="Calibri"/>
                <a:ea typeface="Calibri"/>
                <a:cs typeface="Calibri"/>
              </a:rPr>
              <a:t>Vorhersage</a:t>
            </a:r>
            <a:endParaRPr sz="2000" dirty="0">
              <a:solidFill>
                <a:srgbClr val="61707D"/>
              </a:solidFill>
              <a:latin typeface="Calibri"/>
              <a:ea typeface="Calibri"/>
              <a:cs typeface="Calibri"/>
            </a:endParaRPr>
          </a:p>
        </p:txBody>
      </p:sp>
    </p:spTree>
    <p:extLst>
      <p:ext uri="{BB962C8B-B14F-4D97-AF65-F5344CB8AC3E}">
        <p14:creationId xmlns:p14="http://schemas.microsoft.com/office/powerpoint/2010/main" val="362434086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history-label">
            <a:extLst>
              <a:ext uri="{FF2B5EF4-FFF2-40B4-BE49-F238E27FC236}">
                <a16:creationId xmlns:a16="http://schemas.microsoft.com/office/drawing/2014/main" id="{6DAB1685-A7A7-42AC-8AAE-29708A2C9586}"/>
              </a:ext>
            </a:extLst>
          </p:cNvPr>
          <p:cNvSpPr>
            <a:spLocks/>
          </p:cNvSpPr>
          <p:nvPr/>
        </p:nvSpPr>
        <p:spPr>
          <a:xfrm>
            <a:off x="333375" y="1200150"/>
            <a:ext cx="6191250" cy="409575"/>
          </a:xfrm>
          <a:prstGeom prst="rect">
            <a:avLst/>
          </a:prstGeom>
          <a:noFill/>
          <a:ln w="0">
            <a:noFill/>
          </a:ln>
        </p:spPr>
        <p:txBody>
          <a:bodyPr wrap="none" lIns="0" tIns="0" rIns="0" bIns="0" anchor="t">
            <a:noAutofit/>
          </a:bodyPr>
          <a:lstStyle/>
          <a:p>
            <a:pPr algn="l">
              <a:spcBef>
                <a:spcPts val="0"/>
              </a:spcBef>
              <a:spcAft>
                <a:spcPts val="0"/>
              </a:spcAft>
              <a:defRPr sz="2200">
                <a:solidFill>
                  <a:srgbClr val="2869AF"/>
                </a:solidFill>
                <a:latin typeface="Calibri"/>
                <a:ea typeface="Calibri"/>
                <a:cs typeface="Calibri"/>
              </a:defRPr>
            </a:pPr>
            <a:r>
              <a:rPr sz="2200">
                <a:solidFill>
                  <a:srgbClr val="2869AF"/>
                </a:solidFill>
                <a:latin typeface="Calibri"/>
                <a:ea typeface="Calibri"/>
                <a:cs typeface="Calibri"/>
              </a:rPr>
              <a:t>Positionshistorie</a:t>
            </a:r>
          </a:p>
        </p:txBody>
      </p:sp>
      <p:sp>
        <p:nvSpPr>
          <p:cNvPr id="2002" name="x-coordinate">
            <a:extLst>
              <a:ext uri="{FF2B5EF4-FFF2-40B4-BE49-F238E27FC236}">
                <a16:creationId xmlns:a16="http://schemas.microsoft.com/office/drawing/2014/main" id="{D47A8F93-1AD2-4015-9BD6-9131895F5D96}"/>
              </a:ext>
            </a:extLst>
          </p:cNvPr>
          <p:cNvSpPr>
            <a:spLocks/>
          </p:cNvSpPr>
          <p:nvPr/>
        </p:nvSpPr>
        <p:spPr>
          <a:xfrm>
            <a:off x="333375" y="1828800"/>
            <a:ext cx="18097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x-Koordinate</a:t>
            </a:r>
          </a:p>
        </p:txBody>
      </p:sp>
      <p:sp>
        <p:nvSpPr>
          <p:cNvPr id="2003" name="camera-label">
            <a:extLst>
              <a:ext uri="{FF2B5EF4-FFF2-40B4-BE49-F238E27FC236}">
                <a16:creationId xmlns:a16="http://schemas.microsoft.com/office/drawing/2014/main" id="{66D958DD-4980-41C2-84A1-869C39F69CA4}"/>
              </a:ext>
            </a:extLst>
          </p:cNvPr>
          <p:cNvSpPr>
            <a:spLocks/>
          </p:cNvSpPr>
          <p:nvPr/>
        </p:nvSpPr>
        <p:spPr>
          <a:xfrm>
            <a:off x="2428875" y="1924050"/>
            <a:ext cx="3143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2869AF"/>
                </a:solidFill>
                <a:latin typeface="Calibri"/>
                <a:ea typeface="Calibri"/>
                <a:cs typeface="Calibri"/>
              </a:defRPr>
            </a:pPr>
            <a:r>
              <a:rPr sz="2000">
                <a:solidFill>
                  <a:srgbClr val="2869AF"/>
                </a:solidFill>
                <a:latin typeface="Calibri"/>
                <a:ea typeface="Calibri"/>
                <a:cs typeface="Calibri"/>
              </a:rPr>
              <a:t>Kamerabereich</a:t>
            </a:r>
          </a:p>
        </p:txBody>
      </p:sp>
      <p:sp>
        <p:nvSpPr>
          <p:cNvPr id="2004" name="prediction-label">
            <a:extLst>
              <a:ext uri="{FF2B5EF4-FFF2-40B4-BE49-F238E27FC236}">
                <a16:creationId xmlns:a16="http://schemas.microsoft.com/office/drawing/2014/main" id="{96E3F936-146C-43AA-BE54-5597F8352E3C}"/>
              </a:ext>
            </a:extLst>
          </p:cNvPr>
          <p:cNvSpPr>
            <a:spLocks/>
          </p:cNvSpPr>
          <p:nvPr/>
        </p:nvSpPr>
        <p:spPr>
          <a:xfrm>
            <a:off x="7848600" y="1924050"/>
            <a:ext cx="2381250" cy="323850"/>
          </a:xfrm>
          <a:prstGeom prst="rect">
            <a:avLst/>
          </a:prstGeom>
          <a:noFill/>
          <a:ln w="0">
            <a:noFill/>
          </a:ln>
        </p:spPr>
        <p:txBody>
          <a:bodyPr wrap="none" lIns="0" tIns="0" rIns="0" bIns="0" anchor="t">
            <a:noAutofit/>
          </a:bodyPr>
          <a:lstStyle/>
          <a:p>
            <a:pPr algn="l">
              <a:spcBef>
                <a:spcPts val="0"/>
              </a:spcBef>
              <a:spcAft>
                <a:spcPts val="0"/>
              </a:spcAft>
              <a:defRPr sz="2000">
                <a:solidFill>
                  <a:srgbClr val="61707D"/>
                </a:solidFill>
                <a:latin typeface="Calibri"/>
                <a:ea typeface="Calibri"/>
                <a:cs typeface="Calibri"/>
              </a:defRPr>
            </a:pPr>
            <a:r>
              <a:rPr sz="2000">
                <a:solidFill>
                  <a:srgbClr val="61707D"/>
                </a:solidFill>
                <a:latin typeface="Calibri"/>
                <a:ea typeface="Calibri"/>
                <a:cs typeface="Calibri"/>
              </a:rPr>
              <a:t>Vorhersage</a:t>
            </a:r>
          </a:p>
        </p:txBody>
      </p:sp>
      <p:sp>
        <p:nvSpPr>
          <p:cNvPr id="2005" name="belt-direction">
            <a:extLst>
              <a:ext uri="{FF2B5EF4-FFF2-40B4-BE49-F238E27FC236}">
                <a16:creationId xmlns:a16="http://schemas.microsoft.com/office/drawing/2014/main" id="{BB2051A6-16B8-4B11-A756-6D5005E366E2}"/>
              </a:ext>
            </a:extLst>
          </p:cNvPr>
          <p:cNvSpPr>
            <a:spLocks/>
          </p:cNvSpPr>
          <p:nvPr/>
        </p:nvSpPr>
        <p:spPr>
          <a:xfrm>
            <a:off x="7858125" y="1571625"/>
            <a:ext cx="1571625"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Bandrichtung</a:t>
            </a:r>
          </a:p>
        </p:txBody>
      </p:sp>
      <p:sp>
        <p:nvSpPr>
          <p:cNvPr id="2006" name="belt-direction-shaft">
            <a:extLst>
              <a:ext uri="{FF2B5EF4-FFF2-40B4-BE49-F238E27FC236}">
                <a16:creationId xmlns:a16="http://schemas.microsoft.com/office/drawing/2014/main" id="{01114E5A-F915-4737-9CFC-2ECB188B511C}"/>
              </a:ext>
            </a:extLst>
          </p:cNvPr>
          <p:cNvSpPr>
            <a:spLocks/>
          </p:cNvSpPr>
          <p:nvPr/>
        </p:nvSpPr>
        <p:spPr>
          <a:xfrm>
            <a:off x="9525000" y="1685925"/>
            <a:ext cx="809625" cy="953"/>
          </a:xfrm>
          <a:custGeom>
            <a:avLst/>
            <a:gdLst/>
            <a:ahLst/>
            <a:cxnLst/>
            <a:rect l="0" t="0" r="0" b="0"/>
            <a:pathLst>
              <a:path w="809625" h="953">
                <a:moveTo>
                  <a:pt x="0" y="0"/>
                </a:moveTo>
                <a:lnTo>
                  <a:pt x="809625" y="0"/>
                </a:lnTo>
              </a:path>
            </a:pathLst>
          </a:custGeom>
          <a:noFill/>
          <a:ln w="19050">
            <a:solidFill>
              <a:srgbClr val="61707D"/>
            </a:solidFill>
            <a:prstDash val="solid"/>
          </a:ln>
        </p:spPr>
      </p:sp>
      <p:sp>
        <p:nvSpPr>
          <p:cNvPr id="2007" name="belt-direction-arrow">
            <a:extLst>
              <a:ext uri="{FF2B5EF4-FFF2-40B4-BE49-F238E27FC236}">
                <a16:creationId xmlns:a16="http://schemas.microsoft.com/office/drawing/2014/main" id="{6AFBA706-BA2E-4C1B-ADF6-3C441DC74EF7}"/>
              </a:ext>
            </a:extLst>
          </p:cNvPr>
          <p:cNvSpPr>
            <a:spLocks/>
          </p:cNvSpPr>
          <p:nvPr/>
        </p:nvSpPr>
        <p:spPr>
          <a:xfrm>
            <a:off x="10325100" y="1628775"/>
            <a:ext cx="123825" cy="114300"/>
          </a:xfrm>
          <a:custGeom>
            <a:avLst/>
            <a:gdLst/>
            <a:ahLst/>
            <a:cxnLst/>
            <a:rect l="0" t="0" r="0" b="0"/>
            <a:pathLst>
              <a:path w="123825" h="114300">
                <a:moveTo>
                  <a:pt x="123825" y="57150"/>
                </a:moveTo>
                <a:lnTo>
                  <a:pt x="0" y="114300"/>
                </a:lnTo>
                <a:lnTo>
                  <a:pt x="0" y="0"/>
                </a:lnTo>
                <a:close/>
              </a:path>
            </a:pathLst>
          </a:custGeom>
          <a:solidFill>
            <a:srgbClr val="61707D"/>
          </a:solidFill>
          <a:ln w="0">
            <a:noFill/>
          </a:ln>
        </p:spPr>
      </p:sp>
      <p:grpSp>
        <p:nvGrpSpPr>
          <p:cNvPr id="2057" name="Förderband (drehbare Gruppe)" descr="Bandfläche, Kamerabereich und Bandrollen. Messpunkte, Geraden, Achsen und Beschriftungen sind unabhängig bearbeitbar."/>
          <p:cNvGrpSpPr/>
          <p:nvPr/>
        </p:nvGrpSpPr>
        <p:grpSpPr>
          <a:xfrm rot="21174523">
            <a:off x="1438275" y="2727837"/>
            <a:ext cx="9029700" cy="2138516"/>
            <a:chOff x="1438275" y="2727837"/>
            <a:chExt cx="9029700" cy="2138516"/>
          </a:xfrm>
        </p:grpSpPr>
        <p:sp>
          <p:nvSpPr>
            <p:cNvPr id="2008" name="belt-surface">
              <a:extLst>
                <a:ext uri="{FF2B5EF4-FFF2-40B4-BE49-F238E27FC236}">
                  <a16:creationId xmlns:a16="http://schemas.microsoft.com/office/drawing/2014/main" id="{494A4E88-2C01-4B97-BE2A-DD2429C337F2}"/>
                </a:ext>
              </a:extLst>
            </p:cNvPr>
            <p:cNvSpPr>
              <a:spLocks/>
            </p:cNvSpPr>
            <p:nvPr/>
          </p:nvSpPr>
          <p:spPr>
            <a:xfrm>
              <a:off x="1666875" y="2838450"/>
              <a:ext cx="8572500" cy="1905000"/>
            </a:xfrm>
            <a:prstGeom prst="rect">
              <a:avLst/>
            </a:prstGeom>
            <a:solidFill>
              <a:srgbClr val="EFF4F4"/>
            </a:solidFill>
            <a:ln w="0">
              <a:noFill/>
            </a:ln>
          </p:spPr>
        </p:sp>
        <p:sp>
          <p:nvSpPr>
            <p:cNvPr id="2009" name="camera-area">
              <a:extLst>
                <a:ext uri="{FF2B5EF4-FFF2-40B4-BE49-F238E27FC236}">
                  <a16:creationId xmlns:a16="http://schemas.microsoft.com/office/drawing/2014/main" id="{94B3DDE9-D65C-403F-8087-58FA6C9F5D50}"/>
                </a:ext>
              </a:extLst>
            </p:cNvPr>
            <p:cNvSpPr>
              <a:spLocks/>
            </p:cNvSpPr>
            <p:nvPr/>
          </p:nvSpPr>
          <p:spPr>
            <a:xfrm>
              <a:off x="1666875" y="2838450"/>
              <a:ext cx="4905375" cy="1905000"/>
            </a:xfrm>
            <a:prstGeom prst="rect">
              <a:avLst/>
            </a:prstGeom>
            <a:solidFill>
              <a:srgbClr val="E3EFF3"/>
            </a:solidFill>
            <a:ln w="0">
              <a:noFill/>
            </a:ln>
          </p:spPr>
        </p:sp>
        <p:sp>
          <p:nvSpPr>
            <p:cNvPr id="2010" name="belt-upper-edge">
              <a:extLst>
                <a:ext uri="{FF2B5EF4-FFF2-40B4-BE49-F238E27FC236}">
                  <a16:creationId xmlns:a16="http://schemas.microsoft.com/office/drawing/2014/main" id="{38198B2C-84F8-44C5-8270-AD333621237F}"/>
                </a:ext>
              </a:extLst>
            </p:cNvPr>
            <p:cNvSpPr>
              <a:spLocks/>
            </p:cNvSpPr>
            <p:nvPr/>
          </p:nvSpPr>
          <p:spPr>
            <a:xfrm>
              <a:off x="1666875" y="2838450"/>
              <a:ext cx="8572500" cy="615"/>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1" name="belt-lower-edge">
              <a:extLst>
                <a:ext uri="{FF2B5EF4-FFF2-40B4-BE49-F238E27FC236}">
                  <a16:creationId xmlns:a16="http://schemas.microsoft.com/office/drawing/2014/main" id="{0DE913C9-8CDF-45EA-B263-CE69B733DEBA}"/>
                </a:ext>
              </a:extLst>
            </p:cNvPr>
            <p:cNvSpPr>
              <a:spLocks/>
            </p:cNvSpPr>
            <p:nvPr/>
          </p:nvSpPr>
          <p:spPr>
            <a:xfrm>
              <a:off x="1666875" y="4743450"/>
              <a:ext cx="8572500" cy="615"/>
            </a:xfrm>
            <a:custGeom>
              <a:avLst/>
              <a:gdLst/>
              <a:ahLst/>
              <a:cxnLst/>
              <a:rect l="0" t="0" r="0" b="0"/>
              <a:pathLst>
                <a:path w="8572500" h="953">
                  <a:moveTo>
                    <a:pt x="0" y="0"/>
                  </a:moveTo>
                  <a:lnTo>
                    <a:pt x="8572500" y="0"/>
                  </a:lnTo>
                </a:path>
              </a:pathLst>
            </a:custGeom>
            <a:noFill/>
            <a:ln w="11430">
              <a:solidFill>
                <a:srgbClr val="9EACB3"/>
              </a:solidFill>
              <a:prstDash val="solid"/>
            </a:ln>
          </p:spPr>
        </p:sp>
        <p:sp>
          <p:nvSpPr>
            <p:cNvPr id="2012" name="start-axle">
              <a:extLst>
                <a:ext uri="{FF2B5EF4-FFF2-40B4-BE49-F238E27FC236}">
                  <a16:creationId xmlns:a16="http://schemas.microsoft.com/office/drawing/2014/main" id="{7A9F18C4-8DDC-4382-932A-BBBA0CA089E8}"/>
                </a:ext>
              </a:extLst>
            </p:cNvPr>
            <p:cNvSpPr>
              <a:spLocks/>
            </p:cNvSpPr>
            <p:nvPr/>
          </p:nvSpPr>
          <p:spPr>
            <a:xfrm>
              <a:off x="1552575" y="2727837"/>
              <a:ext cx="953" cy="2138516"/>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3" name="start-roller">
              <a:extLst>
                <a:ext uri="{FF2B5EF4-FFF2-40B4-BE49-F238E27FC236}">
                  <a16:creationId xmlns:a16="http://schemas.microsoft.com/office/drawing/2014/main" id="{261AC450-4E0C-4698-B3B4-F52280D90967}"/>
                </a:ext>
              </a:extLst>
            </p:cNvPr>
            <p:cNvSpPr>
              <a:spLocks/>
            </p:cNvSpPr>
            <p:nvPr/>
          </p:nvSpPr>
          <p:spPr>
            <a:xfrm>
              <a:off x="1438275" y="2789289"/>
              <a:ext cx="228600" cy="2003323"/>
            </a:xfrm>
            <a:prstGeom prst="roundRect">
              <a:avLst>
                <a:gd name="adj" fmla="val 33333"/>
              </a:avLst>
            </a:prstGeom>
            <a:solidFill>
              <a:srgbClr val="C9D2D8"/>
            </a:solidFill>
            <a:ln w="11430">
              <a:solidFill>
                <a:srgbClr val="7B8993"/>
              </a:solidFill>
            </a:ln>
          </p:spPr>
        </p:sp>
        <p:sp>
          <p:nvSpPr>
            <p:cNvPr id="2014" name="start-roller-centre">
              <a:extLst>
                <a:ext uri="{FF2B5EF4-FFF2-40B4-BE49-F238E27FC236}">
                  <a16:creationId xmlns:a16="http://schemas.microsoft.com/office/drawing/2014/main" id="{F56D2934-C361-42E6-AF49-DF0C9EB1C5C3}"/>
                </a:ext>
              </a:extLst>
            </p:cNvPr>
            <p:cNvSpPr>
              <a:spLocks/>
            </p:cNvSpPr>
            <p:nvPr/>
          </p:nvSpPr>
          <p:spPr>
            <a:xfrm>
              <a:off x="1552575" y="2838450"/>
              <a:ext cx="953" cy="190500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5" name="end-axle">
              <a:extLst>
                <a:ext uri="{FF2B5EF4-FFF2-40B4-BE49-F238E27FC236}">
                  <a16:creationId xmlns:a16="http://schemas.microsoft.com/office/drawing/2014/main" id="{B5A5F831-B233-4802-95F1-0FFB09FAC1B5}"/>
                </a:ext>
              </a:extLst>
            </p:cNvPr>
            <p:cNvSpPr>
              <a:spLocks/>
            </p:cNvSpPr>
            <p:nvPr/>
          </p:nvSpPr>
          <p:spPr>
            <a:xfrm>
              <a:off x="10353675" y="2727837"/>
              <a:ext cx="953" cy="2138516"/>
            </a:xfrm>
            <a:custGeom>
              <a:avLst/>
              <a:gdLst/>
              <a:ahLst/>
              <a:cxnLst/>
              <a:rect l="0" t="0" r="0" b="0"/>
              <a:pathLst>
                <a:path w="953" h="3314700">
                  <a:moveTo>
                    <a:pt x="0" y="0"/>
                  </a:moveTo>
                  <a:lnTo>
                    <a:pt x="0" y="3314700"/>
                  </a:lnTo>
                </a:path>
              </a:pathLst>
            </a:custGeom>
            <a:noFill/>
            <a:ln w="19050">
              <a:solidFill>
                <a:srgbClr val="7B8993"/>
              </a:solidFill>
              <a:prstDash val="solid"/>
            </a:ln>
          </p:spPr>
        </p:sp>
        <p:sp>
          <p:nvSpPr>
            <p:cNvPr id="2016" name="end-roller">
              <a:extLst>
                <a:ext uri="{FF2B5EF4-FFF2-40B4-BE49-F238E27FC236}">
                  <a16:creationId xmlns:a16="http://schemas.microsoft.com/office/drawing/2014/main" id="{4B819461-5F64-4494-8242-5BAF70F48DBE}"/>
                </a:ext>
              </a:extLst>
            </p:cNvPr>
            <p:cNvSpPr>
              <a:spLocks/>
            </p:cNvSpPr>
            <p:nvPr/>
          </p:nvSpPr>
          <p:spPr>
            <a:xfrm>
              <a:off x="10239375" y="2789289"/>
              <a:ext cx="228600" cy="2003323"/>
            </a:xfrm>
            <a:prstGeom prst="roundRect">
              <a:avLst>
                <a:gd name="adj" fmla="val 33333"/>
              </a:avLst>
            </a:prstGeom>
            <a:solidFill>
              <a:srgbClr val="C9D2D8"/>
            </a:solidFill>
            <a:ln w="11430">
              <a:solidFill>
                <a:srgbClr val="7B8993"/>
              </a:solidFill>
            </a:ln>
          </p:spPr>
        </p:sp>
        <p:sp>
          <p:nvSpPr>
            <p:cNvPr id="2017" name="end-roller-centre">
              <a:extLst>
                <a:ext uri="{FF2B5EF4-FFF2-40B4-BE49-F238E27FC236}">
                  <a16:creationId xmlns:a16="http://schemas.microsoft.com/office/drawing/2014/main" id="{DC52FBD5-4F82-4DCD-A224-E9F3DA727B98}"/>
                </a:ext>
              </a:extLst>
            </p:cNvPr>
            <p:cNvSpPr>
              <a:spLocks/>
            </p:cNvSpPr>
            <p:nvPr/>
          </p:nvSpPr>
          <p:spPr>
            <a:xfrm>
              <a:off x="10353675" y="2838450"/>
              <a:ext cx="953" cy="1905000"/>
            </a:xfrm>
            <a:custGeom>
              <a:avLst/>
              <a:gdLst/>
              <a:ahLst/>
              <a:cxnLst/>
              <a:rect l="0" t="0" r="0" b="0"/>
              <a:pathLst>
                <a:path w="953" h="2952750">
                  <a:moveTo>
                    <a:pt x="0" y="0"/>
                  </a:moveTo>
                  <a:lnTo>
                    <a:pt x="0" y="2952750"/>
                  </a:lnTo>
                </a:path>
              </a:pathLst>
            </a:custGeom>
            <a:noFill/>
            <a:ln w="9525">
              <a:solidFill>
                <a:srgbClr val="9EACB3"/>
              </a:solidFill>
              <a:prstDash val="solid"/>
            </a:ln>
          </p:spPr>
        </p:sp>
        <p:sp>
          <p:nvSpPr>
            <p:cNvPr id="2018" name="camera-boundary">
              <a:extLst>
                <a:ext uri="{FF2B5EF4-FFF2-40B4-BE49-F238E27FC236}">
                  <a16:creationId xmlns:a16="http://schemas.microsoft.com/office/drawing/2014/main" id="{7ACC7BF5-4E2A-4EFF-BD39-D062EE812A8A}"/>
                </a:ext>
              </a:extLst>
            </p:cNvPr>
            <p:cNvSpPr>
              <a:spLocks/>
            </p:cNvSpPr>
            <p:nvPr/>
          </p:nvSpPr>
          <p:spPr>
            <a:xfrm>
              <a:off x="6572250" y="2838450"/>
              <a:ext cx="953" cy="1905000"/>
            </a:xfrm>
            <a:custGeom>
              <a:avLst/>
              <a:gdLst/>
              <a:ahLst/>
              <a:cxnLst/>
              <a:rect l="0" t="0" r="0" b="0"/>
              <a:pathLst>
                <a:path w="953" h="2952750">
                  <a:moveTo>
                    <a:pt x="0" y="0"/>
                  </a:moveTo>
                  <a:lnTo>
                    <a:pt x="0" y="2952750"/>
                  </a:lnTo>
                </a:path>
              </a:pathLst>
            </a:custGeom>
            <a:noFill/>
            <a:ln w="17145">
              <a:solidFill>
                <a:srgbClr val="61707D"/>
              </a:solidFill>
              <a:prstDash val="dash"/>
            </a:ln>
          </p:spPr>
        </p:sp>
      </p:grpSp>
      <p:sp>
        <p:nvSpPr>
          <p:cNvPr id="2019" name="object-1-fit">
            <a:extLst>
              <a:ext uri="{FF2B5EF4-FFF2-40B4-BE49-F238E27FC236}">
                <a16:creationId xmlns:a16="http://schemas.microsoft.com/office/drawing/2014/main" id="{2CD2B820-CEE1-4101-95E0-9FBCE4CF905F}"/>
              </a:ext>
            </a:extLst>
          </p:cNvPr>
          <p:cNvSpPr>
            <a:spLocks/>
          </p:cNvSpPr>
          <p:nvPr/>
        </p:nvSpPr>
        <p:spPr>
          <a:xfrm>
            <a:off x="1762125" y="2520768"/>
            <a:ext cx="8905875" cy="1386441"/>
          </a:xfrm>
          <a:custGeom>
            <a:avLst/>
            <a:gdLst/>
            <a:ahLst/>
            <a:cxnLst/>
            <a:rect l="0" t="0" r="0" b="0"/>
            <a:pathLst>
              <a:path w="8905875" h="1386441">
                <a:moveTo>
                  <a:pt x="0" y="1386441"/>
                </a:moveTo>
                <a:lnTo>
                  <a:pt x="8905875" y="0"/>
                </a:lnTo>
              </a:path>
            </a:pathLst>
          </a:custGeom>
          <a:noFill/>
          <a:ln w="22860">
            <a:solidFill>
              <a:srgbClr val="2869AF"/>
            </a:solidFill>
            <a:prstDash val="dash"/>
          </a:ln>
        </p:spPr>
      </p:sp>
      <p:sp>
        <p:nvSpPr>
          <p:cNvPr id="2020" name="object-2-fit">
            <a:extLst>
              <a:ext uri="{FF2B5EF4-FFF2-40B4-BE49-F238E27FC236}">
                <a16:creationId xmlns:a16="http://schemas.microsoft.com/office/drawing/2014/main" id="{887AD399-32AA-48CE-BCBF-53CA2CCAF4F2}"/>
              </a:ext>
            </a:extLst>
          </p:cNvPr>
          <p:cNvSpPr>
            <a:spLocks/>
          </p:cNvSpPr>
          <p:nvPr/>
        </p:nvSpPr>
        <p:spPr>
          <a:xfrm>
            <a:off x="1762125" y="4044875"/>
            <a:ext cx="8905875" cy="829377"/>
          </a:xfrm>
          <a:custGeom>
            <a:avLst/>
            <a:gdLst/>
            <a:ahLst/>
            <a:cxnLst/>
            <a:rect l="0" t="0" r="0" b="0"/>
            <a:pathLst>
              <a:path w="8905875" h="829377">
                <a:moveTo>
                  <a:pt x="0" y="829377"/>
                </a:moveTo>
                <a:lnTo>
                  <a:pt x="8905875" y="0"/>
                </a:lnTo>
              </a:path>
            </a:pathLst>
          </a:custGeom>
          <a:noFill/>
          <a:ln w="22860">
            <a:solidFill>
              <a:srgbClr val="237D7A"/>
            </a:solidFill>
            <a:prstDash val="dash"/>
          </a:ln>
        </p:spPr>
      </p:sp>
      <p:sp>
        <p:nvSpPr>
          <p:cNvPr id="2021" name="common-direction">
            <a:extLst>
              <a:ext uri="{FF2B5EF4-FFF2-40B4-BE49-F238E27FC236}">
                <a16:creationId xmlns:a16="http://schemas.microsoft.com/office/drawing/2014/main" id="{CD684C86-430B-4DD6-A9BF-11C923519E9B}"/>
              </a:ext>
            </a:extLst>
          </p:cNvPr>
          <p:cNvSpPr>
            <a:spLocks/>
          </p:cNvSpPr>
          <p:nvPr/>
        </p:nvSpPr>
        <p:spPr>
          <a:xfrm>
            <a:off x="1762125" y="3282821"/>
            <a:ext cx="8905875" cy="1107909"/>
          </a:xfrm>
          <a:custGeom>
            <a:avLst/>
            <a:gdLst/>
            <a:ahLst/>
            <a:cxnLst/>
            <a:rect l="0" t="0" r="0" b="0"/>
            <a:pathLst>
              <a:path w="8905875" h="1107909">
                <a:moveTo>
                  <a:pt x="0" y="1107909"/>
                </a:moveTo>
                <a:lnTo>
                  <a:pt x="8905875" y="0"/>
                </a:lnTo>
              </a:path>
            </a:pathLst>
          </a:custGeom>
          <a:noFill/>
          <a:ln w="28575">
            <a:solidFill>
              <a:srgbClr val="C72C32"/>
            </a:solidFill>
            <a:prstDash val="solid"/>
          </a:ln>
        </p:spPr>
      </p:sp>
      <p:sp>
        <p:nvSpPr>
          <p:cNvPr id="2022" name="object-1-measurement-0">
            <a:extLst>
              <a:ext uri="{FF2B5EF4-FFF2-40B4-BE49-F238E27FC236}">
                <a16:creationId xmlns:a16="http://schemas.microsoft.com/office/drawing/2014/main" id="{BB0EC378-AC42-4AFD-BFF6-BF1AA914F29A}"/>
              </a:ext>
            </a:extLst>
          </p:cNvPr>
          <p:cNvSpPr>
            <a:spLocks/>
          </p:cNvSpPr>
          <p:nvPr/>
        </p:nvSpPr>
        <p:spPr>
          <a:xfrm>
            <a:off x="2043113" y="3899106"/>
            <a:ext cx="104775" cy="104775"/>
          </a:xfrm>
          <a:prstGeom prst="ellipse">
            <a:avLst/>
          </a:prstGeom>
          <a:solidFill>
            <a:srgbClr val="2869AF"/>
          </a:solidFill>
          <a:ln w="11430">
            <a:solidFill>
              <a:srgbClr val="FFFFFF"/>
            </a:solidFill>
          </a:ln>
        </p:spPr>
      </p:sp>
      <p:sp>
        <p:nvSpPr>
          <p:cNvPr id="2023" name="object-1-measurement-1">
            <a:extLst>
              <a:ext uri="{FF2B5EF4-FFF2-40B4-BE49-F238E27FC236}">
                <a16:creationId xmlns:a16="http://schemas.microsoft.com/office/drawing/2014/main" id="{2FF8ACC6-42E4-43BC-8A85-7E8AF6B074CC}"/>
              </a:ext>
            </a:extLst>
          </p:cNvPr>
          <p:cNvSpPr>
            <a:spLocks/>
          </p:cNvSpPr>
          <p:nvPr/>
        </p:nvSpPr>
        <p:spPr>
          <a:xfrm>
            <a:off x="2366963" y="3661000"/>
            <a:ext cx="104775" cy="104775"/>
          </a:xfrm>
          <a:prstGeom prst="ellipse">
            <a:avLst/>
          </a:prstGeom>
          <a:solidFill>
            <a:srgbClr val="2869AF"/>
          </a:solidFill>
          <a:ln w="11430">
            <a:solidFill>
              <a:srgbClr val="FFFFFF"/>
            </a:solidFill>
          </a:ln>
        </p:spPr>
      </p:sp>
      <p:sp>
        <p:nvSpPr>
          <p:cNvPr id="2024" name="object-1-measurement-2">
            <a:extLst>
              <a:ext uri="{FF2B5EF4-FFF2-40B4-BE49-F238E27FC236}">
                <a16:creationId xmlns:a16="http://schemas.microsoft.com/office/drawing/2014/main" id="{145123F5-3C7B-40AB-9873-1A3ECCF16FBF}"/>
              </a:ext>
            </a:extLst>
          </p:cNvPr>
          <p:cNvSpPr>
            <a:spLocks/>
          </p:cNvSpPr>
          <p:nvPr/>
        </p:nvSpPr>
        <p:spPr>
          <a:xfrm>
            <a:off x="2757488" y="3765518"/>
            <a:ext cx="104775" cy="104775"/>
          </a:xfrm>
          <a:prstGeom prst="ellipse">
            <a:avLst/>
          </a:prstGeom>
          <a:solidFill>
            <a:srgbClr val="2869AF"/>
          </a:solidFill>
          <a:ln w="11430">
            <a:solidFill>
              <a:srgbClr val="FFFFFF"/>
            </a:solidFill>
          </a:ln>
        </p:spPr>
      </p:sp>
      <p:sp>
        <p:nvSpPr>
          <p:cNvPr id="2025" name="object-1-measurement-3">
            <a:extLst>
              <a:ext uri="{FF2B5EF4-FFF2-40B4-BE49-F238E27FC236}">
                <a16:creationId xmlns:a16="http://schemas.microsoft.com/office/drawing/2014/main" id="{53A9D273-3C26-45BB-8306-371FF6BFAF31}"/>
              </a:ext>
            </a:extLst>
          </p:cNvPr>
          <p:cNvSpPr>
            <a:spLocks/>
          </p:cNvSpPr>
          <p:nvPr/>
        </p:nvSpPr>
        <p:spPr>
          <a:xfrm>
            <a:off x="3090863" y="3497437"/>
            <a:ext cx="104775" cy="104775"/>
          </a:xfrm>
          <a:prstGeom prst="ellipse">
            <a:avLst/>
          </a:prstGeom>
          <a:solidFill>
            <a:srgbClr val="2869AF"/>
          </a:solidFill>
          <a:ln w="11430">
            <a:solidFill>
              <a:srgbClr val="FFFFFF"/>
            </a:solidFill>
          </a:ln>
        </p:spPr>
      </p:sp>
      <p:sp>
        <p:nvSpPr>
          <p:cNvPr id="2026" name="object-1-measurement-4">
            <a:extLst>
              <a:ext uri="{FF2B5EF4-FFF2-40B4-BE49-F238E27FC236}">
                <a16:creationId xmlns:a16="http://schemas.microsoft.com/office/drawing/2014/main" id="{CB8782E3-0BA0-48C2-ACB2-A7C61D4282DE}"/>
              </a:ext>
            </a:extLst>
          </p:cNvPr>
          <p:cNvSpPr>
            <a:spLocks/>
          </p:cNvSpPr>
          <p:nvPr/>
        </p:nvSpPr>
        <p:spPr>
          <a:xfrm>
            <a:off x="3452813" y="3634730"/>
            <a:ext cx="104775" cy="104775"/>
          </a:xfrm>
          <a:prstGeom prst="ellipse">
            <a:avLst/>
          </a:prstGeom>
          <a:solidFill>
            <a:srgbClr val="2869AF"/>
          </a:solidFill>
          <a:ln w="11430">
            <a:solidFill>
              <a:srgbClr val="FFFFFF"/>
            </a:solidFill>
          </a:ln>
        </p:spPr>
      </p:sp>
      <p:sp>
        <p:nvSpPr>
          <p:cNvPr id="2027" name="object-1-measurement-5">
            <a:extLst>
              <a:ext uri="{FF2B5EF4-FFF2-40B4-BE49-F238E27FC236}">
                <a16:creationId xmlns:a16="http://schemas.microsoft.com/office/drawing/2014/main" id="{E51B3613-B4B8-4E0D-BB77-B41180AE3C1D}"/>
              </a:ext>
            </a:extLst>
          </p:cNvPr>
          <p:cNvSpPr>
            <a:spLocks/>
          </p:cNvSpPr>
          <p:nvPr/>
        </p:nvSpPr>
        <p:spPr>
          <a:xfrm>
            <a:off x="3871913" y="3468348"/>
            <a:ext cx="104775" cy="104775"/>
          </a:xfrm>
          <a:prstGeom prst="ellipse">
            <a:avLst/>
          </a:prstGeom>
          <a:solidFill>
            <a:srgbClr val="2869AF"/>
          </a:solidFill>
          <a:ln w="11430">
            <a:solidFill>
              <a:srgbClr val="FFFFFF"/>
            </a:solidFill>
          </a:ln>
        </p:spPr>
      </p:sp>
      <p:sp>
        <p:nvSpPr>
          <p:cNvPr id="2028" name="object-1-measurement-6">
            <a:extLst>
              <a:ext uri="{FF2B5EF4-FFF2-40B4-BE49-F238E27FC236}">
                <a16:creationId xmlns:a16="http://schemas.microsoft.com/office/drawing/2014/main" id="{0A3E13BC-C876-4DBE-AEA5-A2EB39CC20F7}"/>
              </a:ext>
            </a:extLst>
          </p:cNvPr>
          <p:cNvSpPr>
            <a:spLocks/>
          </p:cNvSpPr>
          <p:nvPr/>
        </p:nvSpPr>
        <p:spPr>
          <a:xfrm>
            <a:off x="4233863" y="3567541"/>
            <a:ext cx="104775" cy="104775"/>
          </a:xfrm>
          <a:prstGeom prst="ellipse">
            <a:avLst/>
          </a:prstGeom>
          <a:solidFill>
            <a:srgbClr val="2869AF"/>
          </a:solidFill>
          <a:ln w="11430">
            <a:solidFill>
              <a:srgbClr val="FFFFFF"/>
            </a:solidFill>
          </a:ln>
        </p:spPr>
      </p:sp>
      <p:sp>
        <p:nvSpPr>
          <p:cNvPr id="2029" name="object-1-measurement-7">
            <a:extLst>
              <a:ext uri="{FF2B5EF4-FFF2-40B4-BE49-F238E27FC236}">
                <a16:creationId xmlns:a16="http://schemas.microsoft.com/office/drawing/2014/main" id="{BF11B6D4-A2D9-49B8-A070-F4B8A7575BB6}"/>
              </a:ext>
            </a:extLst>
          </p:cNvPr>
          <p:cNvSpPr>
            <a:spLocks/>
          </p:cNvSpPr>
          <p:nvPr/>
        </p:nvSpPr>
        <p:spPr>
          <a:xfrm>
            <a:off x="4595813" y="3314309"/>
            <a:ext cx="104775" cy="104775"/>
          </a:xfrm>
          <a:prstGeom prst="ellipse">
            <a:avLst/>
          </a:prstGeom>
          <a:solidFill>
            <a:srgbClr val="2869AF"/>
          </a:solidFill>
          <a:ln w="11430">
            <a:solidFill>
              <a:srgbClr val="FFFFFF"/>
            </a:solidFill>
          </a:ln>
        </p:spPr>
      </p:sp>
      <p:sp>
        <p:nvSpPr>
          <p:cNvPr id="2030" name="object-1-measurement-8">
            <a:extLst>
              <a:ext uri="{FF2B5EF4-FFF2-40B4-BE49-F238E27FC236}">
                <a16:creationId xmlns:a16="http://schemas.microsoft.com/office/drawing/2014/main" id="{B5A9ED31-5DAC-49F4-94F5-288F6C00D801}"/>
              </a:ext>
            </a:extLst>
          </p:cNvPr>
          <p:cNvSpPr>
            <a:spLocks/>
          </p:cNvSpPr>
          <p:nvPr/>
        </p:nvSpPr>
        <p:spPr>
          <a:xfrm>
            <a:off x="4948238" y="3433953"/>
            <a:ext cx="104775" cy="104775"/>
          </a:xfrm>
          <a:prstGeom prst="ellipse">
            <a:avLst/>
          </a:prstGeom>
          <a:solidFill>
            <a:srgbClr val="2869AF"/>
          </a:solidFill>
          <a:ln w="11430">
            <a:solidFill>
              <a:srgbClr val="FFFFFF"/>
            </a:solidFill>
          </a:ln>
        </p:spPr>
      </p:sp>
      <p:sp>
        <p:nvSpPr>
          <p:cNvPr id="2031" name="object-1-measurement-9">
            <a:extLst>
              <a:ext uri="{FF2B5EF4-FFF2-40B4-BE49-F238E27FC236}">
                <a16:creationId xmlns:a16="http://schemas.microsoft.com/office/drawing/2014/main" id="{0EBDA565-2935-40FE-B00E-0739EED80D9D}"/>
              </a:ext>
            </a:extLst>
          </p:cNvPr>
          <p:cNvSpPr>
            <a:spLocks/>
          </p:cNvSpPr>
          <p:nvPr/>
        </p:nvSpPr>
        <p:spPr>
          <a:xfrm>
            <a:off x="5310188" y="3199771"/>
            <a:ext cx="104775" cy="104775"/>
          </a:xfrm>
          <a:prstGeom prst="ellipse">
            <a:avLst/>
          </a:prstGeom>
          <a:solidFill>
            <a:srgbClr val="2869AF"/>
          </a:solidFill>
          <a:ln w="11430">
            <a:solidFill>
              <a:srgbClr val="FFFFFF"/>
            </a:solidFill>
          </a:ln>
        </p:spPr>
      </p:sp>
      <p:sp>
        <p:nvSpPr>
          <p:cNvPr id="2032" name="object-1-measurement-10">
            <a:extLst>
              <a:ext uri="{FF2B5EF4-FFF2-40B4-BE49-F238E27FC236}">
                <a16:creationId xmlns:a16="http://schemas.microsoft.com/office/drawing/2014/main" id="{58C80422-C940-465B-BC73-7A6454ECA1C6}"/>
              </a:ext>
            </a:extLst>
          </p:cNvPr>
          <p:cNvSpPr>
            <a:spLocks/>
          </p:cNvSpPr>
          <p:nvPr/>
        </p:nvSpPr>
        <p:spPr>
          <a:xfrm>
            <a:off x="5653088" y="3301765"/>
            <a:ext cx="104775" cy="104775"/>
          </a:xfrm>
          <a:prstGeom prst="ellipse">
            <a:avLst/>
          </a:prstGeom>
          <a:solidFill>
            <a:srgbClr val="2869AF"/>
          </a:solidFill>
          <a:ln w="11430">
            <a:solidFill>
              <a:srgbClr val="FFFFFF"/>
            </a:solidFill>
          </a:ln>
        </p:spPr>
      </p:sp>
      <p:sp>
        <p:nvSpPr>
          <p:cNvPr id="2033" name="object-1-measurement-11">
            <a:extLst>
              <a:ext uri="{FF2B5EF4-FFF2-40B4-BE49-F238E27FC236}">
                <a16:creationId xmlns:a16="http://schemas.microsoft.com/office/drawing/2014/main" id="{10BFF167-0B57-4E4E-B3F5-2FD8CCB4C910}"/>
              </a:ext>
            </a:extLst>
          </p:cNvPr>
          <p:cNvSpPr>
            <a:spLocks/>
          </p:cNvSpPr>
          <p:nvPr/>
        </p:nvSpPr>
        <p:spPr>
          <a:xfrm>
            <a:off x="6148388" y="3162281"/>
            <a:ext cx="104775" cy="104775"/>
          </a:xfrm>
          <a:prstGeom prst="ellipse">
            <a:avLst/>
          </a:prstGeom>
          <a:solidFill>
            <a:srgbClr val="2869AF"/>
          </a:solidFill>
          <a:ln w="11430">
            <a:solidFill>
              <a:srgbClr val="FFFFFF"/>
            </a:solidFill>
          </a:ln>
        </p:spPr>
      </p:sp>
      <p:sp>
        <p:nvSpPr>
          <p:cNvPr id="2034" name="object-2-measurement-0">
            <a:extLst>
              <a:ext uri="{FF2B5EF4-FFF2-40B4-BE49-F238E27FC236}">
                <a16:creationId xmlns:a16="http://schemas.microsoft.com/office/drawing/2014/main" id="{1C13A53E-C41F-45B9-9019-726ABABB7191}"/>
              </a:ext>
            </a:extLst>
          </p:cNvPr>
          <p:cNvSpPr>
            <a:spLocks/>
          </p:cNvSpPr>
          <p:nvPr/>
        </p:nvSpPr>
        <p:spPr>
          <a:xfrm>
            <a:off x="1995488" y="5010531"/>
            <a:ext cx="104775" cy="104775"/>
          </a:xfrm>
          <a:prstGeom prst="ellipse">
            <a:avLst/>
          </a:prstGeom>
          <a:solidFill>
            <a:srgbClr val="237D7A"/>
          </a:solidFill>
          <a:ln w="11430">
            <a:solidFill>
              <a:srgbClr val="FFFFFF"/>
            </a:solidFill>
          </a:ln>
        </p:spPr>
      </p:sp>
      <p:sp>
        <p:nvSpPr>
          <p:cNvPr id="2035" name="object-2-measurement-1">
            <a:extLst>
              <a:ext uri="{FF2B5EF4-FFF2-40B4-BE49-F238E27FC236}">
                <a16:creationId xmlns:a16="http://schemas.microsoft.com/office/drawing/2014/main" id="{0C99A01B-6701-49EC-8BF3-88D4514F4FFE}"/>
              </a:ext>
            </a:extLst>
          </p:cNvPr>
          <p:cNvSpPr>
            <a:spLocks/>
          </p:cNvSpPr>
          <p:nvPr/>
        </p:nvSpPr>
        <p:spPr>
          <a:xfrm>
            <a:off x="2681288" y="4478045"/>
            <a:ext cx="104775" cy="104775"/>
          </a:xfrm>
          <a:prstGeom prst="ellipse">
            <a:avLst/>
          </a:prstGeom>
          <a:solidFill>
            <a:srgbClr val="237D7A"/>
          </a:solidFill>
          <a:ln w="11430">
            <a:solidFill>
              <a:srgbClr val="FFFFFF"/>
            </a:solidFill>
          </a:ln>
        </p:spPr>
      </p:sp>
      <p:sp>
        <p:nvSpPr>
          <p:cNvPr id="2036" name="object-2-measurement-2">
            <a:extLst>
              <a:ext uri="{FF2B5EF4-FFF2-40B4-BE49-F238E27FC236}">
                <a16:creationId xmlns:a16="http://schemas.microsoft.com/office/drawing/2014/main" id="{31E2DAF8-FEC4-43F3-B57C-F9BB6A3098AF}"/>
              </a:ext>
            </a:extLst>
          </p:cNvPr>
          <p:cNvSpPr>
            <a:spLocks/>
          </p:cNvSpPr>
          <p:nvPr/>
        </p:nvSpPr>
        <p:spPr>
          <a:xfrm>
            <a:off x="3348038" y="4928197"/>
            <a:ext cx="104775" cy="104775"/>
          </a:xfrm>
          <a:prstGeom prst="ellipse">
            <a:avLst/>
          </a:prstGeom>
          <a:solidFill>
            <a:srgbClr val="237D7A"/>
          </a:solidFill>
          <a:ln w="11430">
            <a:solidFill>
              <a:srgbClr val="FFFFFF"/>
            </a:solidFill>
          </a:ln>
        </p:spPr>
      </p:sp>
      <p:sp>
        <p:nvSpPr>
          <p:cNvPr id="2037" name="object-2-measurement-3">
            <a:extLst>
              <a:ext uri="{FF2B5EF4-FFF2-40B4-BE49-F238E27FC236}">
                <a16:creationId xmlns:a16="http://schemas.microsoft.com/office/drawing/2014/main" id="{AA2CD1BA-57A3-4BFC-BCBF-0B6620894BF4}"/>
              </a:ext>
            </a:extLst>
          </p:cNvPr>
          <p:cNvSpPr>
            <a:spLocks/>
          </p:cNvSpPr>
          <p:nvPr/>
        </p:nvSpPr>
        <p:spPr>
          <a:xfrm>
            <a:off x="4033838" y="4233786"/>
            <a:ext cx="104775" cy="104775"/>
          </a:xfrm>
          <a:prstGeom prst="ellipse">
            <a:avLst/>
          </a:prstGeom>
          <a:solidFill>
            <a:srgbClr val="237D7A"/>
          </a:solidFill>
          <a:ln w="11430">
            <a:solidFill>
              <a:srgbClr val="FFFFFF"/>
            </a:solidFill>
          </a:ln>
        </p:spPr>
      </p:sp>
      <p:sp>
        <p:nvSpPr>
          <p:cNvPr id="2038" name="object-2-measurement-4">
            <a:extLst>
              <a:ext uri="{FF2B5EF4-FFF2-40B4-BE49-F238E27FC236}">
                <a16:creationId xmlns:a16="http://schemas.microsoft.com/office/drawing/2014/main" id="{10056F00-32B3-4709-B059-CAA38059785E}"/>
              </a:ext>
            </a:extLst>
          </p:cNvPr>
          <p:cNvSpPr>
            <a:spLocks/>
          </p:cNvSpPr>
          <p:nvPr/>
        </p:nvSpPr>
        <p:spPr>
          <a:xfrm>
            <a:off x="4748213" y="4689558"/>
            <a:ext cx="104775" cy="104775"/>
          </a:xfrm>
          <a:prstGeom prst="ellipse">
            <a:avLst/>
          </a:prstGeom>
          <a:solidFill>
            <a:srgbClr val="237D7A"/>
          </a:solidFill>
          <a:ln w="11430">
            <a:solidFill>
              <a:srgbClr val="FFFFFF"/>
            </a:solidFill>
          </a:ln>
        </p:spPr>
      </p:sp>
      <p:sp>
        <p:nvSpPr>
          <p:cNvPr id="2039" name="object-2-measurement-5">
            <a:extLst>
              <a:ext uri="{FF2B5EF4-FFF2-40B4-BE49-F238E27FC236}">
                <a16:creationId xmlns:a16="http://schemas.microsoft.com/office/drawing/2014/main" id="{41786125-404C-48B0-8F31-0D8D8608013A}"/>
              </a:ext>
            </a:extLst>
          </p:cNvPr>
          <p:cNvSpPr>
            <a:spLocks/>
          </p:cNvSpPr>
          <p:nvPr/>
        </p:nvSpPr>
        <p:spPr>
          <a:xfrm>
            <a:off x="5395913" y="4255446"/>
            <a:ext cx="104775" cy="104775"/>
          </a:xfrm>
          <a:prstGeom prst="ellipse">
            <a:avLst/>
          </a:prstGeom>
          <a:solidFill>
            <a:srgbClr val="237D7A"/>
          </a:solidFill>
          <a:ln w="11430">
            <a:solidFill>
              <a:srgbClr val="FFFFFF"/>
            </a:solidFill>
          </a:ln>
        </p:spPr>
      </p:sp>
      <p:sp>
        <p:nvSpPr>
          <p:cNvPr id="2040" name="object-2-measurement-6">
            <a:extLst>
              <a:ext uri="{FF2B5EF4-FFF2-40B4-BE49-F238E27FC236}">
                <a16:creationId xmlns:a16="http://schemas.microsoft.com/office/drawing/2014/main" id="{0084BE32-42BF-49C3-8F43-2EF59AFD61F2}"/>
              </a:ext>
            </a:extLst>
          </p:cNvPr>
          <p:cNvSpPr>
            <a:spLocks/>
          </p:cNvSpPr>
          <p:nvPr/>
        </p:nvSpPr>
        <p:spPr>
          <a:xfrm>
            <a:off x="6138863" y="4632674"/>
            <a:ext cx="104775" cy="104775"/>
          </a:xfrm>
          <a:prstGeom prst="ellipse">
            <a:avLst/>
          </a:prstGeom>
          <a:solidFill>
            <a:srgbClr val="237D7A"/>
          </a:solidFill>
          <a:ln w="11430">
            <a:solidFill>
              <a:srgbClr val="FFFFFF"/>
            </a:solidFill>
          </a:ln>
        </p:spPr>
      </p:sp>
      <p:sp>
        <p:nvSpPr>
          <p:cNvPr id="2041" name="x-axis">
            <a:extLst>
              <a:ext uri="{FF2B5EF4-FFF2-40B4-BE49-F238E27FC236}">
                <a16:creationId xmlns:a16="http://schemas.microsoft.com/office/drawing/2014/main" id="{0097C841-E857-40D4-B7D8-5CD6846BC403}"/>
              </a:ext>
            </a:extLst>
          </p:cNvPr>
          <p:cNvSpPr>
            <a:spLocks/>
          </p:cNvSpPr>
          <p:nvPr/>
        </p:nvSpPr>
        <p:spPr>
          <a:xfrm>
            <a:off x="1266825" y="2171700"/>
            <a:ext cx="953" cy="3143250"/>
          </a:xfrm>
          <a:custGeom>
            <a:avLst/>
            <a:gdLst/>
            <a:ahLst/>
            <a:cxnLst/>
            <a:rect l="0" t="0" r="0" b="0"/>
            <a:pathLst>
              <a:path w="953" h="3143250">
                <a:moveTo>
                  <a:pt x="0" y="3143250"/>
                </a:moveTo>
                <a:lnTo>
                  <a:pt x="0" y="0"/>
                </a:lnTo>
              </a:path>
            </a:pathLst>
          </a:custGeom>
          <a:noFill/>
          <a:ln w="17145">
            <a:solidFill>
              <a:srgbClr val="61707D"/>
            </a:solidFill>
            <a:prstDash val="solid"/>
          </a:ln>
        </p:spPr>
      </p:sp>
      <p:sp>
        <p:nvSpPr>
          <p:cNvPr id="2042" name="x-axis-arrow">
            <a:extLst>
              <a:ext uri="{FF2B5EF4-FFF2-40B4-BE49-F238E27FC236}">
                <a16:creationId xmlns:a16="http://schemas.microsoft.com/office/drawing/2014/main" id="{8273BA8B-C30B-4194-835C-68C5700C566D}"/>
              </a:ext>
            </a:extLst>
          </p:cNvPr>
          <p:cNvSpPr>
            <a:spLocks/>
          </p:cNvSpPr>
          <p:nvPr/>
        </p:nvSpPr>
        <p:spPr>
          <a:xfrm>
            <a:off x="1209675" y="2047875"/>
            <a:ext cx="114300" cy="133350"/>
          </a:xfrm>
          <a:custGeom>
            <a:avLst/>
            <a:gdLst/>
            <a:ahLst/>
            <a:cxnLst/>
            <a:rect l="0" t="0" r="0" b="0"/>
            <a:pathLst>
              <a:path w="114300" h="133350">
                <a:moveTo>
                  <a:pt x="57150" y="0"/>
                </a:moveTo>
                <a:lnTo>
                  <a:pt x="114300" y="133350"/>
                </a:lnTo>
                <a:lnTo>
                  <a:pt x="0" y="133350"/>
                </a:lnTo>
                <a:close/>
              </a:path>
            </a:pathLst>
          </a:custGeom>
          <a:solidFill>
            <a:srgbClr val="61707D"/>
          </a:solidFill>
          <a:ln w="0">
            <a:noFill/>
          </a:ln>
        </p:spPr>
      </p:sp>
      <p:sp>
        <p:nvSpPr>
          <p:cNvPr id="2043" name="y-axis">
            <a:extLst>
              <a:ext uri="{FF2B5EF4-FFF2-40B4-BE49-F238E27FC236}">
                <a16:creationId xmlns:a16="http://schemas.microsoft.com/office/drawing/2014/main" id="{65075377-C90D-4901-A1E4-462AB6903C15}"/>
              </a:ext>
            </a:extLst>
          </p:cNvPr>
          <p:cNvSpPr>
            <a:spLocks/>
          </p:cNvSpPr>
          <p:nvPr/>
        </p:nvSpPr>
        <p:spPr>
          <a:xfrm>
            <a:off x="1266825" y="5314950"/>
            <a:ext cx="9401175" cy="953"/>
          </a:xfrm>
          <a:custGeom>
            <a:avLst/>
            <a:gdLst/>
            <a:ahLst/>
            <a:cxnLst/>
            <a:rect l="0" t="0" r="0" b="0"/>
            <a:pathLst>
              <a:path w="9401175" h="953">
                <a:moveTo>
                  <a:pt x="0" y="0"/>
                </a:moveTo>
                <a:lnTo>
                  <a:pt x="9401175" y="0"/>
                </a:lnTo>
              </a:path>
            </a:pathLst>
          </a:custGeom>
          <a:noFill/>
          <a:ln w="17145">
            <a:solidFill>
              <a:srgbClr val="61707D"/>
            </a:solidFill>
            <a:prstDash val="solid"/>
          </a:ln>
        </p:spPr>
      </p:sp>
      <p:sp>
        <p:nvSpPr>
          <p:cNvPr id="2044" name="y-axis-arrow">
            <a:extLst>
              <a:ext uri="{FF2B5EF4-FFF2-40B4-BE49-F238E27FC236}">
                <a16:creationId xmlns:a16="http://schemas.microsoft.com/office/drawing/2014/main" id="{4ABA07EF-7ECD-4B04-9117-D78BB90E8ECA}"/>
              </a:ext>
            </a:extLst>
          </p:cNvPr>
          <p:cNvSpPr>
            <a:spLocks/>
          </p:cNvSpPr>
          <p:nvPr/>
        </p:nvSpPr>
        <p:spPr>
          <a:xfrm>
            <a:off x="10668000" y="5257800"/>
            <a:ext cx="133350" cy="114300"/>
          </a:xfrm>
          <a:custGeom>
            <a:avLst/>
            <a:gdLst/>
            <a:ahLst/>
            <a:cxnLst/>
            <a:rect l="0" t="0" r="0" b="0"/>
            <a:pathLst>
              <a:path w="133350" h="114300">
                <a:moveTo>
                  <a:pt x="133350" y="57150"/>
                </a:moveTo>
                <a:lnTo>
                  <a:pt x="0" y="114300"/>
                </a:lnTo>
                <a:lnTo>
                  <a:pt x="0" y="0"/>
                </a:lnTo>
                <a:close/>
              </a:path>
            </a:pathLst>
          </a:custGeom>
          <a:solidFill>
            <a:srgbClr val="61707D"/>
          </a:solidFill>
          <a:ln w="0">
            <a:noFill/>
          </a:ln>
        </p:spPr>
      </p:sp>
      <p:sp>
        <p:nvSpPr>
          <p:cNvPr id="2045" name="camera-end-label">
            <a:extLst>
              <a:ext uri="{FF2B5EF4-FFF2-40B4-BE49-F238E27FC236}">
                <a16:creationId xmlns:a16="http://schemas.microsoft.com/office/drawing/2014/main" id="{C56FE90E-CF75-4C6C-85DB-EF89688738D5}"/>
              </a:ext>
            </a:extLst>
          </p:cNvPr>
          <p:cNvSpPr>
            <a:spLocks/>
          </p:cNvSpPr>
          <p:nvPr/>
        </p:nvSpPr>
        <p:spPr>
          <a:xfrm>
            <a:off x="5467350" y="5400675"/>
            <a:ext cx="2333625" cy="295275"/>
          </a:xfrm>
          <a:prstGeom prst="rect">
            <a:avLst/>
          </a:prstGeom>
          <a:noFill/>
          <a:ln w="0">
            <a:noFill/>
          </a:ln>
        </p:spPr>
        <p:txBody>
          <a:bodyPr wrap="none" lIns="0" tIns="0" rIns="0" bIns="0" anchor="t">
            <a:noAutofit/>
          </a:bodyPr>
          <a:lstStyle/>
          <a:p>
            <a:pPr algn="l">
              <a:spcBef>
                <a:spcPts val="0"/>
              </a:spcBef>
              <a:spcAft>
                <a:spcPts val="0"/>
              </a:spcAft>
              <a:defRPr sz="1700">
                <a:solidFill>
                  <a:srgbClr val="61707D"/>
                </a:solidFill>
                <a:latin typeface="Calibri"/>
                <a:ea typeface="Calibri"/>
                <a:cs typeface="Calibri"/>
              </a:defRPr>
            </a:pPr>
            <a:r>
              <a:rPr sz="1700">
                <a:solidFill>
                  <a:srgbClr val="61707D"/>
                </a:solidFill>
                <a:latin typeface="Calibri"/>
                <a:ea typeface="Calibri"/>
                <a:cs typeface="Calibri"/>
              </a:rPr>
              <a:t>Ende Kamerabild</a:t>
            </a:r>
          </a:p>
        </p:txBody>
      </p:sp>
      <p:sp>
        <p:nvSpPr>
          <p:cNvPr id="2046" name="y-coordinate">
            <a:extLst>
              <a:ext uri="{FF2B5EF4-FFF2-40B4-BE49-F238E27FC236}">
                <a16:creationId xmlns:a16="http://schemas.microsoft.com/office/drawing/2014/main" id="{D3C8B699-E5A9-40E0-922A-BEA5F9F9BA83}"/>
              </a:ext>
            </a:extLst>
          </p:cNvPr>
          <p:cNvSpPr>
            <a:spLocks/>
          </p:cNvSpPr>
          <p:nvPr/>
        </p:nvSpPr>
        <p:spPr>
          <a:xfrm>
            <a:off x="9048750" y="5400675"/>
            <a:ext cx="2000250" cy="295275"/>
          </a:xfrm>
          <a:prstGeom prst="rect">
            <a:avLst/>
          </a:prstGeom>
          <a:noFill/>
          <a:ln w="0">
            <a:noFill/>
          </a:ln>
        </p:spPr>
        <p:txBody>
          <a:bodyPr wrap="none" lIns="0" tIns="0" rIns="0" bIns="0" anchor="t">
            <a:noAutofit/>
          </a:bodyPr>
          <a:lstStyle/>
          <a:p>
            <a:pPr algn="l">
              <a:spcBef>
                <a:spcPts val="0"/>
              </a:spcBef>
              <a:spcAft>
                <a:spcPts val="0"/>
              </a:spcAft>
              <a:defRPr sz="1800">
                <a:solidFill>
                  <a:srgbClr val="61707D"/>
                </a:solidFill>
                <a:latin typeface="Calibri"/>
                <a:ea typeface="Calibri"/>
                <a:cs typeface="Calibri"/>
              </a:defRPr>
            </a:pPr>
            <a:r>
              <a:rPr sz="1800">
                <a:solidFill>
                  <a:srgbClr val="61707D"/>
                </a:solidFill>
                <a:latin typeface="Calibri"/>
                <a:ea typeface="Calibri"/>
                <a:cs typeface="Calibri"/>
              </a:rPr>
              <a:t>y-Koordinate</a:t>
            </a:r>
          </a:p>
        </p:txBody>
      </p:sp>
      <p:sp>
        <p:nvSpPr>
          <p:cNvPr id="2047" name="legend-object-1-fit">
            <a:extLst>
              <a:ext uri="{FF2B5EF4-FFF2-40B4-BE49-F238E27FC236}">
                <a16:creationId xmlns:a16="http://schemas.microsoft.com/office/drawing/2014/main" id="{3E6340EA-A9AE-4E80-9ADD-BAFC2A953DB4}"/>
              </a:ext>
            </a:extLst>
          </p:cNvPr>
          <p:cNvSpPr>
            <a:spLocks/>
          </p:cNvSpPr>
          <p:nvPr/>
        </p:nvSpPr>
        <p:spPr>
          <a:xfrm>
            <a:off x="333375" y="5857875"/>
            <a:ext cx="542925" cy="953"/>
          </a:xfrm>
          <a:custGeom>
            <a:avLst/>
            <a:gdLst/>
            <a:ahLst/>
            <a:cxnLst/>
            <a:rect l="0" t="0" r="0" b="0"/>
            <a:pathLst>
              <a:path w="542925" h="953">
                <a:moveTo>
                  <a:pt x="0" y="0"/>
                </a:moveTo>
                <a:lnTo>
                  <a:pt x="542925" y="0"/>
                </a:lnTo>
              </a:path>
            </a:pathLst>
          </a:custGeom>
          <a:noFill/>
          <a:ln w="22860">
            <a:solidFill>
              <a:srgbClr val="2869AF"/>
            </a:solidFill>
            <a:prstDash val="dash"/>
          </a:ln>
        </p:spPr>
      </p:sp>
      <p:sp>
        <p:nvSpPr>
          <p:cNvPr id="2048" name="legend-object-1-point">
            <a:extLst>
              <a:ext uri="{FF2B5EF4-FFF2-40B4-BE49-F238E27FC236}">
                <a16:creationId xmlns:a16="http://schemas.microsoft.com/office/drawing/2014/main" id="{EB68C668-D96F-4013-B956-BED4D7FC3DB7}"/>
              </a:ext>
            </a:extLst>
          </p:cNvPr>
          <p:cNvSpPr>
            <a:spLocks/>
          </p:cNvSpPr>
          <p:nvPr/>
        </p:nvSpPr>
        <p:spPr>
          <a:xfrm>
            <a:off x="561975" y="5810250"/>
            <a:ext cx="95250" cy="95250"/>
          </a:xfrm>
          <a:prstGeom prst="ellipse">
            <a:avLst/>
          </a:prstGeom>
          <a:solidFill>
            <a:srgbClr val="2869AF"/>
          </a:solidFill>
          <a:ln w="11430">
            <a:solidFill>
              <a:srgbClr val="FFFFFF"/>
            </a:solidFill>
          </a:ln>
        </p:spPr>
      </p:sp>
      <p:sp>
        <p:nvSpPr>
          <p:cNvPr id="2049" name="legend-object-1">
            <a:extLst>
              <a:ext uri="{FF2B5EF4-FFF2-40B4-BE49-F238E27FC236}">
                <a16:creationId xmlns:a16="http://schemas.microsoft.com/office/drawing/2014/main" id="{0EA94913-B955-4B44-9EBB-74ED571188EC}"/>
              </a:ext>
            </a:extLst>
          </p:cNvPr>
          <p:cNvSpPr>
            <a:spLocks/>
          </p:cNvSpPr>
          <p:nvPr/>
        </p:nvSpPr>
        <p:spPr>
          <a:xfrm>
            <a:off x="100965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869AF"/>
                </a:solidFill>
                <a:latin typeface="Calibri"/>
                <a:ea typeface="Calibri"/>
                <a:cs typeface="Calibri"/>
              </a:defRPr>
            </a:pPr>
            <a:r>
              <a:rPr sz="1800">
                <a:solidFill>
                  <a:srgbClr val="2869AF"/>
                </a:solidFill>
                <a:latin typeface="Calibri"/>
                <a:ea typeface="Calibri"/>
                <a:cs typeface="Calibri"/>
              </a:rPr>
              <a:t>Objekt 1</a:t>
            </a:r>
          </a:p>
        </p:txBody>
      </p:sp>
      <p:sp>
        <p:nvSpPr>
          <p:cNvPr id="2050" name="legend-object-2-fit">
            <a:extLst>
              <a:ext uri="{FF2B5EF4-FFF2-40B4-BE49-F238E27FC236}">
                <a16:creationId xmlns:a16="http://schemas.microsoft.com/office/drawing/2014/main" id="{708E0098-9F8E-439D-98B5-C2CCC761C08D}"/>
              </a:ext>
            </a:extLst>
          </p:cNvPr>
          <p:cNvSpPr>
            <a:spLocks/>
          </p:cNvSpPr>
          <p:nvPr/>
        </p:nvSpPr>
        <p:spPr>
          <a:xfrm>
            <a:off x="3171825" y="5857875"/>
            <a:ext cx="542925" cy="953"/>
          </a:xfrm>
          <a:custGeom>
            <a:avLst/>
            <a:gdLst/>
            <a:ahLst/>
            <a:cxnLst/>
            <a:rect l="0" t="0" r="0" b="0"/>
            <a:pathLst>
              <a:path w="542925" h="953">
                <a:moveTo>
                  <a:pt x="0" y="0"/>
                </a:moveTo>
                <a:lnTo>
                  <a:pt x="542925" y="0"/>
                </a:lnTo>
              </a:path>
            </a:pathLst>
          </a:custGeom>
          <a:noFill/>
          <a:ln w="22860">
            <a:solidFill>
              <a:srgbClr val="237D7A"/>
            </a:solidFill>
            <a:prstDash val="dash"/>
          </a:ln>
        </p:spPr>
      </p:sp>
      <p:sp>
        <p:nvSpPr>
          <p:cNvPr id="2051" name="legend-object-2-point">
            <a:extLst>
              <a:ext uri="{FF2B5EF4-FFF2-40B4-BE49-F238E27FC236}">
                <a16:creationId xmlns:a16="http://schemas.microsoft.com/office/drawing/2014/main" id="{70CF4E9F-CCC4-449C-B95C-4B33B33EC334}"/>
              </a:ext>
            </a:extLst>
          </p:cNvPr>
          <p:cNvSpPr>
            <a:spLocks/>
          </p:cNvSpPr>
          <p:nvPr/>
        </p:nvSpPr>
        <p:spPr>
          <a:xfrm>
            <a:off x="3400425" y="5810250"/>
            <a:ext cx="95250" cy="95250"/>
          </a:xfrm>
          <a:prstGeom prst="ellipse">
            <a:avLst/>
          </a:prstGeom>
          <a:solidFill>
            <a:srgbClr val="237D7A"/>
          </a:solidFill>
          <a:ln w="11430">
            <a:solidFill>
              <a:srgbClr val="FFFFFF"/>
            </a:solidFill>
          </a:ln>
        </p:spPr>
      </p:sp>
      <p:sp>
        <p:nvSpPr>
          <p:cNvPr id="2052" name="legend-object-2">
            <a:extLst>
              <a:ext uri="{FF2B5EF4-FFF2-40B4-BE49-F238E27FC236}">
                <a16:creationId xmlns:a16="http://schemas.microsoft.com/office/drawing/2014/main" id="{B776E6E8-2A05-4F71-BE60-53950CA97300}"/>
              </a:ext>
            </a:extLst>
          </p:cNvPr>
          <p:cNvSpPr>
            <a:spLocks/>
          </p:cNvSpPr>
          <p:nvPr/>
        </p:nvSpPr>
        <p:spPr>
          <a:xfrm>
            <a:off x="3848100" y="5715000"/>
            <a:ext cx="161925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237D7A"/>
                </a:solidFill>
                <a:latin typeface="Calibri"/>
                <a:ea typeface="Calibri"/>
                <a:cs typeface="Calibri"/>
              </a:defRPr>
            </a:pPr>
            <a:r>
              <a:rPr sz="1800">
                <a:solidFill>
                  <a:srgbClr val="237D7A"/>
                </a:solidFill>
                <a:latin typeface="Calibri"/>
                <a:ea typeface="Calibri"/>
                <a:cs typeface="Calibri"/>
              </a:rPr>
              <a:t>Objekt 2</a:t>
            </a:r>
          </a:p>
        </p:txBody>
      </p:sp>
      <p:sp>
        <p:nvSpPr>
          <p:cNvPr id="2053" name="legend-common-line">
            <a:extLst>
              <a:ext uri="{FF2B5EF4-FFF2-40B4-BE49-F238E27FC236}">
                <a16:creationId xmlns:a16="http://schemas.microsoft.com/office/drawing/2014/main" id="{21289924-B33B-4D9A-9884-F6AA75F618B3}"/>
              </a:ext>
            </a:extLst>
          </p:cNvPr>
          <p:cNvSpPr>
            <a:spLocks/>
          </p:cNvSpPr>
          <p:nvPr/>
        </p:nvSpPr>
        <p:spPr>
          <a:xfrm>
            <a:off x="6000750" y="5857875"/>
            <a:ext cx="552450" cy="953"/>
          </a:xfrm>
          <a:custGeom>
            <a:avLst/>
            <a:gdLst/>
            <a:ahLst/>
            <a:cxnLst/>
            <a:rect l="0" t="0" r="0" b="0"/>
            <a:pathLst>
              <a:path w="552450" h="953">
                <a:moveTo>
                  <a:pt x="0" y="0"/>
                </a:moveTo>
                <a:lnTo>
                  <a:pt x="552450" y="0"/>
                </a:lnTo>
              </a:path>
            </a:pathLst>
          </a:custGeom>
          <a:noFill/>
          <a:ln w="28575">
            <a:solidFill>
              <a:srgbClr val="C72C32"/>
            </a:solidFill>
            <a:prstDash val="solid"/>
          </a:ln>
        </p:spPr>
      </p:sp>
      <p:sp>
        <p:nvSpPr>
          <p:cNvPr id="2054" name="legend-common">
            <a:extLst>
              <a:ext uri="{FF2B5EF4-FFF2-40B4-BE49-F238E27FC236}">
                <a16:creationId xmlns:a16="http://schemas.microsoft.com/office/drawing/2014/main" id="{416C6A3A-2599-4DB1-938D-603A3488F5B7}"/>
              </a:ext>
            </a:extLst>
          </p:cNvPr>
          <p:cNvSpPr>
            <a:spLocks/>
          </p:cNvSpPr>
          <p:nvPr/>
        </p:nvSpPr>
        <p:spPr>
          <a:xfrm>
            <a:off x="6686550" y="5715000"/>
            <a:ext cx="4381500" cy="304800"/>
          </a:xfrm>
          <a:prstGeom prst="rect">
            <a:avLst/>
          </a:prstGeom>
          <a:noFill/>
          <a:ln w="0">
            <a:noFill/>
          </a:ln>
        </p:spPr>
        <p:txBody>
          <a:bodyPr wrap="none" lIns="0" tIns="0" rIns="0" bIns="0" anchor="t">
            <a:noAutofit/>
          </a:bodyPr>
          <a:lstStyle/>
          <a:p>
            <a:pPr algn="l">
              <a:spcBef>
                <a:spcPts val="0"/>
              </a:spcBef>
              <a:spcAft>
                <a:spcPts val="0"/>
              </a:spcAft>
              <a:defRPr sz="1800">
                <a:solidFill>
                  <a:srgbClr val="C72C32"/>
                </a:solidFill>
                <a:latin typeface="Calibri"/>
                <a:ea typeface="Calibri"/>
                <a:cs typeface="Calibri"/>
              </a:defRPr>
            </a:pPr>
            <a:r>
              <a:rPr sz="1800">
                <a:solidFill>
                  <a:srgbClr val="C72C32"/>
                </a:solidFill>
                <a:latin typeface="Calibri"/>
                <a:ea typeface="Calibri"/>
                <a:cs typeface="Calibri"/>
              </a:rPr>
              <a:t>Gemeinsame Schätzung</a:t>
            </a:r>
          </a:p>
        </p:txBody>
      </p:sp>
      <p:sp>
        <p:nvSpPr>
          <p:cNvPr id="2055" name="schematic-caption">
            <a:extLst>
              <a:ext uri="{FF2B5EF4-FFF2-40B4-BE49-F238E27FC236}">
                <a16:creationId xmlns:a16="http://schemas.microsoft.com/office/drawing/2014/main" id="{9CFEBA4B-3614-451E-B1BB-D2A3724F9D86}"/>
              </a:ext>
            </a:extLst>
          </p:cNvPr>
          <p:cNvSpPr>
            <a:spLocks/>
          </p:cNvSpPr>
          <p:nvPr/>
        </p:nvSpPr>
        <p:spPr>
          <a:xfrm>
            <a:off x="6648450" y="1314450"/>
            <a:ext cx="4572000" cy="228600"/>
          </a:xfrm>
          <a:prstGeom prst="rect">
            <a:avLst/>
          </a:prstGeom>
          <a:noFill/>
          <a:ln w="0">
            <a:noFill/>
          </a:ln>
        </p:spPr>
        <p:txBody>
          <a:bodyPr wrap="none" lIns="0" tIns="0" rIns="0" bIns="0" anchor="t">
            <a:noAutofit/>
          </a:bodyPr>
          <a:lstStyle/>
          <a:p>
            <a:pPr algn="l">
              <a:spcBef>
                <a:spcPts val="0"/>
              </a:spcBef>
              <a:spcAft>
                <a:spcPts val="0"/>
              </a:spcAft>
              <a:defRPr sz="1200">
                <a:solidFill>
                  <a:srgbClr val="61707D"/>
                </a:solidFill>
                <a:latin typeface="Calibri"/>
                <a:ea typeface="Calibri"/>
                <a:cs typeface="Calibri"/>
              </a:defRPr>
            </a:pPr>
            <a:r>
              <a:rPr sz="1200">
                <a:solidFill>
                  <a:srgbClr val="61707D"/>
                </a:solidFill>
                <a:latin typeface="Calibri"/>
                <a:ea typeface="Calibri"/>
                <a:cs typeface="Calibri"/>
              </a:rPr>
              <a:t>Schematische Draufsicht, keine Messreihe</a:t>
            </a:r>
          </a:p>
        </p:txBody>
      </p:sp>
      <p:sp>
        <p:nvSpPr>
          <p:cNvPr id="1029" name="slide-title">
            <a:extLst>
              <a:ext uri="{FF2B5EF4-FFF2-40B4-BE49-F238E27FC236}">
                <a16:creationId xmlns:a16="http://schemas.microsoft.com/office/drawing/2014/main" id="{B54BCDF7-FFDF-4370-9B80-864BD2837D09}"/>
              </a:ext>
            </a:extLst>
          </p:cNvPr>
          <p:cNvSpPr>
            <a:spLocks/>
          </p:cNvSpPr>
          <p:nvPr/>
        </p:nvSpPr>
        <p:spPr>
          <a:xfrm>
            <a:off x="334994" y="306038"/>
            <a:ext cx="10909268" cy="619125"/>
          </a:xfrm>
          <a:prstGeom prst="rect">
            <a:avLst/>
          </a:prstGeom>
          <a:noFill/>
          <a:ln w="0">
            <a:noFill/>
          </a:ln>
        </p:spPr>
        <p:txBody>
          <a:bodyPr wrap="square" lIns="0" tIns="0" rIns="0" bIns="0" anchor="t">
            <a:noAutofit/>
          </a:bodyPr>
          <a:lstStyle/>
          <a:p>
            <a:pPr algn="l">
              <a:lnSpc>
                <a:spcPct val="105000"/>
              </a:lnSpc>
              <a:spcBef>
                <a:spcPts val="0"/>
              </a:spcBef>
              <a:spcAft>
                <a:spcPts val="0"/>
              </a:spcAft>
              <a:buNone/>
              <a:defRPr sz="3200" b="0">
                <a:solidFill>
                  <a:srgbClr val="2869AF"/>
                </a:solidFill>
                <a:latin typeface="Calibri"/>
                <a:ea typeface="Calibri"/>
                <a:cs typeface="Calibri"/>
              </a:defRPr>
            </a:pPr>
            <a:r>
              <a:rPr sz="3200" b="0">
                <a:solidFill>
                  <a:srgbClr val="2869AF"/>
                </a:solidFill>
                <a:latin typeface="Calibri"/>
                <a:ea typeface="Calibri"/>
                <a:cs typeface="Calibri"/>
              </a:rPr>
              <a:t>Bewegungsschätzung und Vorhersage</a:t>
            </a:r>
          </a:p>
        </p:txBody>
      </p:sp>
      <p:sp>
        <p:nvSpPr>
          <p:cNvPr id="4" name="Datumsplatzhalter 3">
            <a:extLst>
              <a:ext uri="{FF2B5EF4-FFF2-40B4-BE49-F238E27FC236}">
                <a16:creationId xmlns:a16="http://schemas.microsoft.com/office/drawing/2014/main" id="{E0FFCA09-E868-9414-C3D5-52C11A450128}"/>
              </a:ext>
            </a:extLst>
          </p:cNvPr>
          <p:cNvSpPr>
            <a:spLocks noGrp="1"/>
          </p:cNvSpPr>
          <p:nvPr>
            <p:ph type="dt" sz="half" idx="27"/>
          </p:nvPr>
        </p:nvSpPr>
        <p:spPr/>
        <p:txBody>
          <a:bodyPr/>
          <a:lstStyle/>
          <a:p>
            <a:r>
              <a:rPr lang="de-DE" dirty="0"/>
              <a:t>FuE-Projekt Sommersemester 2026 | 02.10.2026</a:t>
            </a:r>
          </a:p>
        </p:txBody>
      </p:sp>
      <p:sp>
        <p:nvSpPr>
          <p:cNvPr id="5" name="Fußzeilenplatzhalter 4">
            <a:extLst>
              <a:ext uri="{FF2B5EF4-FFF2-40B4-BE49-F238E27FC236}">
                <a16:creationId xmlns:a16="http://schemas.microsoft.com/office/drawing/2014/main" id="{777BDD82-559A-FBCF-840E-DAED8E813974}"/>
              </a:ext>
            </a:extLst>
          </p:cNvPr>
          <p:cNvSpPr>
            <a:spLocks noGrp="1"/>
          </p:cNvSpPr>
          <p:nvPr>
            <p:ph type="ftr" sz="quarter" idx="28"/>
          </p:nvPr>
        </p:nvSpPr>
        <p:spPr/>
        <p:txBody>
          <a:bodyPr/>
          <a:lstStyle/>
          <a:p>
            <a:r>
              <a:rPr lang="de-DE"/>
              <a:t>Hochschule Karlsruhe</a:t>
            </a:r>
          </a:p>
        </p:txBody>
      </p:sp>
      <p:sp>
        <p:nvSpPr>
          <p:cNvPr id="6" name="Foliennummernplatzhalter 5">
            <a:extLst>
              <a:ext uri="{FF2B5EF4-FFF2-40B4-BE49-F238E27FC236}">
                <a16:creationId xmlns:a16="http://schemas.microsoft.com/office/drawing/2014/main" id="{6BB7CC81-C6DE-2590-E212-45E5CDB9E723}"/>
              </a:ext>
            </a:extLst>
          </p:cNvPr>
          <p:cNvSpPr>
            <a:spLocks noGrp="1"/>
          </p:cNvSpPr>
          <p:nvPr>
            <p:ph type="sldNum" sz="quarter" idx="29"/>
          </p:nvPr>
        </p:nvSpPr>
        <p:spPr/>
        <p:txBody>
          <a:bodyPr/>
          <a:lstStyle/>
          <a:p>
            <a:fld id="{13005BA2-ABF8-0A46-8B15-84F2660EFA6C}" type="slidenum">
              <a:rPr lang="de-DE" smtClean="0"/>
              <a:pPr/>
              <a:t>10</a:t>
            </a:fld>
            <a:endParaRPr lang="de-DE"/>
          </a:p>
        </p:txBody>
      </p:sp>
    </p:spTree>
    <p:extLst>
      <p:ext uri="{BB962C8B-B14F-4D97-AF65-F5344CB8AC3E}">
        <p14:creationId xmlns:p14="http://schemas.microsoft.com/office/powerpoint/2010/main" val="1106493487"/>
      </p:ext>
    </p:extLst>
  </p:cSld>
  <p:clrMapOvr>
    <a:masterClrMapping/>
  </p:clrMapOvr>
  <p:transition spd="slow">
    <p:push dir="u"/>
  </p:transition>
</p:sld>
</file>

<file path=ppt/theme/theme1.xml><?xml version="1.0" encoding="utf-8"?>
<a:theme xmlns:a="http://schemas.openxmlformats.org/drawingml/2006/main" name="MMT_Präsentation // Cover">
  <a:themeElements>
    <a:clrScheme name="HKA _ RGB _200330">
      <a:dk1>
        <a:srgbClr val="000000"/>
      </a:dk1>
      <a:lt1>
        <a:srgbClr val="FFFFFF"/>
      </a:lt1>
      <a:dk2>
        <a:srgbClr val="FFFFFF"/>
      </a:dk2>
      <a:lt2>
        <a:srgbClr val="D72305"/>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ln>
          <a:solidFill>
            <a:schemeClr val="accent1"/>
          </a:solidFill>
        </a:ln>
      </a:spPr>
      <a:bodyPr anchor="b">
        <a:noAutofit/>
      </a:bodyPr>
      <a:lstStyle>
        <a:defPPr algn="l">
          <a:defRPr dirty="0" err="1" smtClean="0"/>
        </a:defPPr>
      </a:lstStyle>
    </a:txDef>
  </a:objectDefaults>
  <a:extraClrSchemeLst/>
  <a:extLst>
    <a:ext uri="{05A4C25C-085E-4340-85A3-A5531E510DB2}">
      <thm15:themeFamily xmlns:thm15="http://schemas.microsoft.com/office/thememl/2012/main" name="Powerpoint-HKA_MMT_16-9.pptx" id="{A962E0ED-618D-4E05-9C47-5258E298CEC2}" vid="{2B1A4854-DCC0-496D-9A17-EB050DF25C9A}"/>
    </a:ext>
  </a:extLst>
</a:theme>
</file>

<file path=ppt/theme/theme2.xml><?xml version="1.0" encoding="utf-8"?>
<a:theme xmlns:a="http://schemas.openxmlformats.org/drawingml/2006/main" name="MMT_Präsentation // Inhalt">
  <a:themeElements>
    <a:clrScheme name="HKA RGB 200528">
      <a:dk1>
        <a:srgbClr val="000000"/>
      </a:dk1>
      <a:lt1>
        <a:srgbClr val="FFFFFF"/>
      </a:lt1>
      <a:dk2>
        <a:srgbClr val="FFFFFF"/>
      </a:dk2>
      <a:lt2>
        <a:srgbClr val="288632"/>
      </a:lt2>
      <a:accent1>
        <a:srgbClr val="D62305"/>
      </a:accent1>
      <a:accent2>
        <a:srgbClr val="8C2C82"/>
      </a:accent2>
      <a:accent3>
        <a:srgbClr val="64378C"/>
      </a:accent3>
      <a:accent4>
        <a:srgbClr val="004F92"/>
      </a:accent4>
      <a:accent5>
        <a:srgbClr val="2869AF"/>
      </a:accent5>
      <a:accent6>
        <a:srgbClr val="198282"/>
      </a:accent6>
      <a:hlink>
        <a:srgbClr val="288705"/>
      </a:hlink>
      <a:folHlink>
        <a:srgbClr val="D62305"/>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ln>
          <a:noFill/>
        </a:ln>
      </a:spPr>
      <a:bodyPr wrap="none" lIns="0" tIns="0" rIns="0" bIns="0" rtlCol="0" anchor="t" anchorCtr="0">
        <a:noAutofit/>
      </a:bodyPr>
      <a:lstStyle>
        <a:defPPr algn="l">
          <a:defRPr sz="2500" dirty="0" err="1" smtClean="0">
            <a:latin typeface="Calibri" pitchFamily="2" charset="77"/>
          </a:defRPr>
        </a:defPPr>
      </a:lstStyle>
    </a:txDef>
  </a:objectDefaults>
  <a:extraClrSchemeLst/>
  <a:extLst>
    <a:ext uri="{05A4C25C-085E-4340-85A3-A5531E510DB2}">
      <thm15:themeFamily xmlns:thm15="http://schemas.microsoft.com/office/thememl/2012/main" name="Powerpoint-HKA_MMT_16-9.pptx" id="{A962E0ED-618D-4E05-9C47-5258E298CEC2}" vid="{0C2CCC8C-4BE5-4CFB-BED5-23031B06809B}"/>
    </a:ext>
  </a:extLst>
</a:theme>
</file>

<file path=ppt/theme/theme3.xml><?xml version="1.0" encoding="utf-8"?>
<a:theme xmlns:a="http://schemas.openxmlformats.org/drawingml/2006/main" name="MMT_Präsentation // ENDE">
  <a:themeElements>
    <a:clrScheme name="HKA RGB_">
      <a:dk1>
        <a:srgbClr val="000000"/>
      </a:dk1>
      <a:lt1>
        <a:srgbClr val="FFFFFF"/>
      </a:lt1>
      <a:dk2>
        <a:srgbClr val="FFFFFF"/>
      </a:dk2>
      <a:lt2>
        <a:srgbClr val="E5322A"/>
      </a:lt2>
      <a:accent1>
        <a:srgbClr val="E53214"/>
      </a:accent1>
      <a:accent2>
        <a:srgbClr val="8B2C83"/>
      </a:accent2>
      <a:accent3>
        <a:srgbClr val="633680"/>
      </a:accent3>
      <a:accent4>
        <a:srgbClr val="1D4595"/>
      </a:accent4>
      <a:accent5>
        <a:srgbClr val="2869AF"/>
      </a:accent5>
      <a:accent6>
        <a:srgbClr val="198282"/>
      </a:accent6>
      <a:hlink>
        <a:srgbClr val="32AA45"/>
      </a:hlink>
      <a:folHlink>
        <a:srgbClr val="E63214"/>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HKA_MMT_16-9.pptx" id="{A962E0ED-618D-4E05-9C47-5258E298CEC2}" vid="{774C135F-2BA4-425F-B2F9-A7FB0ED19C24}"/>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Powerpoint-HKA_MMT_16-9_styles</Template>
  <TotalTime>0</TotalTime>
  <Words>1191</Words>
  <Application>Microsoft Office PowerPoint</Application>
  <PresentationFormat>Breitbild</PresentationFormat>
  <Paragraphs>81</Paragraphs>
  <Slides>3</Slides>
  <Notes>3</Notes>
  <HiddenSlides>0</HiddenSlides>
  <MMClips>0</MMClips>
  <ScaleCrop>false</ScaleCrop>
  <HeadingPairs>
    <vt:vector size="6" baseType="variant">
      <vt:variant>
        <vt:lpstr>Verwendete Schriftarten</vt:lpstr>
      </vt:variant>
      <vt:variant>
        <vt:i4>3</vt:i4>
      </vt:variant>
      <vt:variant>
        <vt:lpstr>Design</vt:lpstr>
      </vt:variant>
      <vt:variant>
        <vt:i4>3</vt:i4>
      </vt:variant>
      <vt:variant>
        <vt:lpstr>Folientitel</vt:lpstr>
      </vt:variant>
      <vt:variant>
        <vt:i4>3</vt:i4>
      </vt:variant>
    </vt:vector>
  </HeadingPairs>
  <TitlesOfParts>
    <vt:vector size="9" baseType="lpstr">
      <vt:lpstr>Calibri</vt:lpstr>
      <vt:lpstr>Arial</vt:lpstr>
      <vt:lpstr>Calibri Bold</vt:lpstr>
      <vt:lpstr>MMT_Präsentation // Cover</vt:lpstr>
      <vt:lpstr>MMT_Präsentation // Inhalt</vt:lpstr>
      <vt:lpstr>MMT_Präsentation // ENDE</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Luis Göbes</dc:creator>
  <cp:keywords/>
  <dc:description/>
  <cp:lastModifiedBy>Tobias Unger</cp:lastModifiedBy>
  <cp:revision>3</cp:revision>
  <cp:lastPrinted>2020-09-16T09:23:03Z</cp:lastPrinted>
  <dcterms:created xsi:type="dcterms:W3CDTF">2024-06-23T17:11:02Z</dcterms:created>
  <dcterms:modified xsi:type="dcterms:W3CDTF">2026-10-08T13:50:32Z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0x010100929829DF8264B34C91F4BFE28CF5CC7F</vt:lpwstr>
  </property>
  <property fmtid="{D5CDD505-2E9C-101B-9397-08002B2CF9AE}" pid="3" name="MediaServiceImageTags">
    <vt:lpwstr/>
  </property>
</Properties>
</file>